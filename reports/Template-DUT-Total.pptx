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  <p:sldMasterId id="2147483690" r:id="rId2"/>
  </p:sldMasterIdLst>
  <p:handoutMasterIdLst>
    <p:handoutMasterId r:id="rId18"/>
  </p:handoutMasterIdLst>
  <p:sldIdLst>
    <p:sldId id="315" r:id="rId3"/>
    <p:sldId id="310" r:id="rId4"/>
    <p:sldId id="304" r:id="rId5"/>
    <p:sldId id="296" r:id="rId6"/>
    <p:sldId id="305" r:id="rId7"/>
    <p:sldId id="311" r:id="rId8"/>
    <p:sldId id="316" r:id="rId9"/>
    <p:sldId id="309" r:id="rId10"/>
    <p:sldId id="307" r:id="rId11"/>
    <p:sldId id="313" r:id="rId12"/>
    <p:sldId id="314" r:id="rId13"/>
    <p:sldId id="306" r:id="rId14"/>
    <p:sldId id="312" r:id="rId15"/>
    <p:sldId id="302" r:id="rId16"/>
    <p:sldId id="308" r:id="rId17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8985D6A-63F4-5745-AD5D-02BB05467638}">
          <p14:sldIdLst>
            <p14:sldId id="315"/>
            <p14:sldId id="310"/>
            <p14:sldId id="304"/>
            <p14:sldId id="296"/>
            <p14:sldId id="305"/>
            <p14:sldId id="311"/>
            <p14:sldId id="316"/>
            <p14:sldId id="309"/>
            <p14:sldId id="307"/>
            <p14:sldId id="313"/>
            <p14:sldId id="314"/>
            <p14:sldId id="306"/>
            <p14:sldId id="312"/>
            <p14:sldId id="302"/>
            <p14:sldId id="30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DF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C10A7A-CE72-874A-A5D0-1DC6BD16DB28}" v="1" dt="2022-12-19T01:29:24.4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5755"/>
  </p:normalViewPr>
  <p:slideViewPr>
    <p:cSldViewPr snapToGrid="0">
      <p:cViewPr varScale="1">
        <p:scale>
          <a:sx n="111" d="100"/>
          <a:sy n="111" d="100"/>
        </p:scale>
        <p:origin x="55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928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uong Ngoc Son-Khoa QLDA" userId="7b6345db-15d8-4fe4-b2ee-53f6fbcd9c18" providerId="ADAL" clId="{92C10A7A-CE72-874A-A5D0-1DC6BD16DB28}"/>
    <pc:docChg chg="custSel addSld modSld sldOrd modMainMaster modSection">
      <pc:chgData name="Truong Ngoc Son-Khoa QLDA" userId="7b6345db-15d8-4fe4-b2ee-53f6fbcd9c18" providerId="ADAL" clId="{92C10A7A-CE72-874A-A5D0-1DC6BD16DB28}" dt="2022-12-19T01:29:59.498" v="8" actId="20578"/>
      <pc:docMkLst>
        <pc:docMk/>
      </pc:docMkLst>
      <pc:sldChg chg="add mod ord modClrScheme chgLayout">
        <pc:chgData name="Truong Ngoc Son-Khoa QLDA" userId="7b6345db-15d8-4fe4-b2ee-53f6fbcd9c18" providerId="ADAL" clId="{92C10A7A-CE72-874A-A5D0-1DC6BD16DB28}" dt="2022-12-19T01:29:59.498" v="8" actId="20578"/>
        <pc:sldMkLst>
          <pc:docMk/>
          <pc:sldMk cId="3783769825" sldId="315"/>
        </pc:sldMkLst>
      </pc:sldChg>
      <pc:sldMasterChg chg="addSldLayout modSldLayout">
        <pc:chgData name="Truong Ngoc Son-Khoa QLDA" userId="7b6345db-15d8-4fe4-b2ee-53f6fbcd9c18" providerId="ADAL" clId="{92C10A7A-CE72-874A-A5D0-1DC6BD16DB28}" dt="2022-12-19T01:29:29.546" v="5" actId="14100"/>
        <pc:sldMasterMkLst>
          <pc:docMk/>
          <pc:sldMasterMk cId="1486776597" sldId="2147483674"/>
        </pc:sldMasterMkLst>
        <pc:sldLayoutChg chg="addSp delSp modSp add mod replId modTransition">
          <pc:chgData name="Truong Ngoc Son-Khoa QLDA" userId="7b6345db-15d8-4fe4-b2ee-53f6fbcd9c18" providerId="ADAL" clId="{92C10A7A-CE72-874A-A5D0-1DC6BD16DB28}" dt="2022-12-19T01:29:29.546" v="5" actId="14100"/>
          <pc:sldLayoutMkLst>
            <pc:docMk/>
            <pc:sldMasterMk cId="1486776597" sldId="2147483674"/>
            <pc:sldLayoutMk cId="859889945" sldId="2147483702"/>
          </pc:sldLayoutMkLst>
          <pc:picChg chg="add mod">
            <ac:chgData name="Truong Ngoc Son-Khoa QLDA" userId="7b6345db-15d8-4fe4-b2ee-53f6fbcd9c18" providerId="ADAL" clId="{92C10A7A-CE72-874A-A5D0-1DC6BD16DB28}" dt="2022-12-19T01:29:29.546" v="5" actId="14100"/>
            <ac:picMkLst>
              <pc:docMk/>
              <pc:sldMasterMk cId="1486776597" sldId="2147483674"/>
              <pc:sldLayoutMk cId="859889945" sldId="2147483702"/>
              <ac:picMk id="6" creationId="{775CBC47-66D8-6B14-3700-5101CA9A86FC}"/>
            </ac:picMkLst>
          </pc:picChg>
          <pc:picChg chg="del">
            <ac:chgData name="Truong Ngoc Son-Khoa QLDA" userId="7b6345db-15d8-4fe4-b2ee-53f6fbcd9c18" providerId="ADAL" clId="{92C10A7A-CE72-874A-A5D0-1DC6BD16DB28}" dt="2022-12-19T01:29:04.391" v="1" actId="478"/>
            <ac:picMkLst>
              <pc:docMk/>
              <pc:sldMasterMk cId="1486776597" sldId="2147483674"/>
              <pc:sldLayoutMk cId="859889945" sldId="2147483702"/>
              <ac:picMk id="7" creationId="{0F5233AE-C293-4240-44B4-C4CCF5306E72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51D253-C8AA-7B05-B17D-8B4AEB9FA8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C9CF16-4BE3-2E51-5FBC-2CC8DCFA4D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8DFF9-D954-4045-A6AB-461DD914726D}" type="datetimeFigureOut">
              <a:rPr lang="en-VN" smtClean="0"/>
              <a:t>05/07/2025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E0FDA-E286-82B3-0E2E-E579D13AA7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940566-724F-7B06-6239-7D233F7AED2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F37F66-A223-A34D-9E00-842E72031805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141754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8E8A80-BEDD-3B8B-E0AD-2A4B196E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B663-BDC2-451F-9FFD-E3F973D4142A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0F12E3-C460-CFF0-2397-9891E413A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D2489-055A-4040-3BD6-71CE92E3A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A2A8-896A-4908-99A1-F33C2133E19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5233AE-C293-4240-44B4-C4CCF5306E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8" y="0"/>
            <a:ext cx="12191851" cy="685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65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8E8A80-BEDD-3B8B-E0AD-2A4B196E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B663-BDC2-451F-9FFD-E3F973D4142A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0F12E3-C460-CFF0-2397-9891E413A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D2489-055A-4040-3BD6-71CE92E3A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A2A8-896A-4908-99A1-F33C2133E199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A picture containing calendar&#10;&#10;Description automatically generated">
            <a:extLst>
              <a:ext uri="{FF2B5EF4-FFF2-40B4-BE49-F238E27FC236}">
                <a16:creationId xmlns:a16="http://schemas.microsoft.com/office/drawing/2014/main" id="{775CBC47-66D8-6B14-3700-5101CA9A86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9" y="0"/>
            <a:ext cx="121917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889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94B1C-90AA-693B-D6E2-F6D98D12F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21D79-A5C5-6907-425F-1E81D8286D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0E792-172A-833A-6F50-587F56B7B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B663-BDC2-451F-9FFD-E3F973D4142A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C9770-2139-DEAD-D8C8-9D453CF57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F1B271-D828-FAD4-2D6E-FE5937471F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851" cy="6858084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770F933-14CE-2DB1-9EE7-6BD214FCC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325" y="6400090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4A9A2A8-896A-4908-99A1-F33C2133E1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883601-79FC-DA84-BAE6-F3073BDC4694}"/>
              </a:ext>
            </a:extLst>
          </p:cNvPr>
          <p:cNvSpPr txBox="1"/>
          <p:nvPr userDrawn="1"/>
        </p:nvSpPr>
        <p:spPr>
          <a:xfrm>
            <a:off x="282121" y="155571"/>
            <a:ext cx="38553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UTM Neutra" panose="02040603050506020204" pitchFamily="18" charset="0"/>
              </a:rPr>
              <a:t>CHƯƠNG 1: TỔNG QUAN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0E39C6-43DA-EECF-23C6-59D63F572700}"/>
              </a:ext>
            </a:extLst>
          </p:cNvPr>
          <p:cNvCxnSpPr>
            <a:cxnSpLocks/>
          </p:cNvCxnSpPr>
          <p:nvPr userDrawn="1"/>
        </p:nvCxnSpPr>
        <p:spPr>
          <a:xfrm>
            <a:off x="371475" y="501012"/>
            <a:ext cx="2335149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D06680A-407A-232D-71BD-099E05DE8702}"/>
              </a:ext>
            </a:extLst>
          </p:cNvPr>
          <p:cNvSpPr txBox="1"/>
          <p:nvPr userDrawn="1"/>
        </p:nvSpPr>
        <p:spPr>
          <a:xfrm>
            <a:off x="282121" y="524902"/>
            <a:ext cx="3855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85189"/>
                </a:solidFill>
                <a:latin typeface="UTM Neutra" panose="02040603050506020204" pitchFamily="18" charset="0"/>
              </a:rPr>
              <a:t>1.1 ĐỀ CƯƠNG CHI TIẾT</a:t>
            </a:r>
          </a:p>
        </p:txBody>
      </p:sp>
    </p:spTree>
    <p:extLst>
      <p:ext uri="{BB962C8B-B14F-4D97-AF65-F5344CB8AC3E}">
        <p14:creationId xmlns:p14="http://schemas.microsoft.com/office/powerpoint/2010/main" val="1805645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5AD15-D119-3EC8-CC44-70BEA3B6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A86BB-6BC0-9D87-3DB9-785B71EFD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3F056-854A-B42C-E05E-FAD8E313A3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60A57-B6F0-C52A-A084-BED792979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B663-BDC2-451F-9FFD-E3F973D4142A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C4353-A360-8F1B-B427-2F470FB6B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1DD0A4-8111-B4A5-8A23-89C6E7C984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8" y="0"/>
            <a:ext cx="12191851" cy="6858084"/>
          </a:xfrm>
          <a:prstGeom prst="rect">
            <a:avLst/>
          </a:prstGeom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0E5ECC14-5837-1A2A-4230-80B7946BBE51}"/>
              </a:ext>
            </a:extLst>
          </p:cNvPr>
          <p:cNvSpPr txBox="1">
            <a:spLocks/>
          </p:cNvSpPr>
          <p:nvPr userDrawn="1"/>
        </p:nvSpPr>
        <p:spPr>
          <a:xfrm>
            <a:off x="3400425" y="648876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A9A2A8-896A-4908-99A1-F33C2133E199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2E9BD3-7155-55B5-DC53-19DEAEE2ACE7}"/>
              </a:ext>
            </a:extLst>
          </p:cNvPr>
          <p:cNvSpPr txBox="1"/>
          <p:nvPr userDrawn="1"/>
        </p:nvSpPr>
        <p:spPr>
          <a:xfrm>
            <a:off x="282121" y="155571"/>
            <a:ext cx="38553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UTM Neutra" panose="02040603050506020204" pitchFamily="18" charset="0"/>
              </a:rPr>
              <a:t>CHƯƠNG 1: TỔNG QUAN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45E6485-FA4A-8EEC-5351-59431317D7CB}"/>
              </a:ext>
            </a:extLst>
          </p:cNvPr>
          <p:cNvCxnSpPr>
            <a:cxnSpLocks/>
          </p:cNvCxnSpPr>
          <p:nvPr userDrawn="1"/>
        </p:nvCxnSpPr>
        <p:spPr>
          <a:xfrm>
            <a:off x="371475" y="501012"/>
            <a:ext cx="2335149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7B06640-5366-A68D-F217-AB17AE3CEB1E}"/>
              </a:ext>
            </a:extLst>
          </p:cNvPr>
          <p:cNvSpPr txBox="1"/>
          <p:nvPr userDrawn="1"/>
        </p:nvSpPr>
        <p:spPr>
          <a:xfrm>
            <a:off x="282121" y="524902"/>
            <a:ext cx="3855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85189"/>
                </a:solidFill>
                <a:latin typeface="UTM Neutra" panose="02040603050506020204" pitchFamily="18" charset="0"/>
              </a:rPr>
              <a:t>1.1 ĐỀ CƯƠNG CHI TIẾT</a:t>
            </a:r>
          </a:p>
        </p:txBody>
      </p:sp>
    </p:spTree>
    <p:extLst>
      <p:ext uri="{BB962C8B-B14F-4D97-AF65-F5344CB8AC3E}">
        <p14:creationId xmlns:p14="http://schemas.microsoft.com/office/powerpoint/2010/main" val="119485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2B175-B3D0-2F50-4BE0-5C1C5BFAC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B663-BDC2-451F-9FFD-E3F973D4142A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4F3EE-651B-C7A4-7C4B-F86E5D179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CEE28-EB67-1727-82A8-9EB50F933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A2A8-896A-4908-99A1-F33C2133E19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Shape&#10;&#10;Description automatically generated with low confidence">
            <a:extLst>
              <a:ext uri="{FF2B5EF4-FFF2-40B4-BE49-F238E27FC236}">
                <a16:creationId xmlns:a16="http://schemas.microsoft.com/office/drawing/2014/main" id="{BC4DE8E7-D11B-BA5E-7E38-EDDC2AA8FF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57371"/>
            <a:ext cx="12192000" cy="1400629"/>
          </a:xfrm>
          <a:prstGeom prst="rect">
            <a:avLst/>
          </a:prstGeom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7C9DFFF3-6EF9-386C-317D-6AFECFF277C3}"/>
              </a:ext>
            </a:extLst>
          </p:cNvPr>
          <p:cNvSpPr txBox="1">
            <a:spLocks/>
          </p:cNvSpPr>
          <p:nvPr userDrawn="1"/>
        </p:nvSpPr>
        <p:spPr>
          <a:xfrm>
            <a:off x="9296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A9A2A8-896A-4908-99A1-F33C2133E199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2460D0-200A-937A-8A2A-B7A97F2A8D23}"/>
              </a:ext>
            </a:extLst>
          </p:cNvPr>
          <p:cNvSpPr txBox="1"/>
          <p:nvPr userDrawn="1"/>
        </p:nvSpPr>
        <p:spPr>
          <a:xfrm>
            <a:off x="297543" y="217714"/>
            <a:ext cx="3855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UTM Neutra" panose="02040603050506020204" pitchFamily="18" charset="0"/>
              </a:rPr>
              <a:t>CHƯƠNG 1: TỔNG QUAN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83E8B11-B11E-4836-9E0A-CCECE2E44E66}"/>
              </a:ext>
            </a:extLst>
          </p:cNvPr>
          <p:cNvCxnSpPr>
            <a:cxnSpLocks/>
          </p:cNvCxnSpPr>
          <p:nvPr userDrawn="1"/>
        </p:nvCxnSpPr>
        <p:spPr>
          <a:xfrm flipV="1">
            <a:off x="371475" y="494125"/>
            <a:ext cx="2047634" cy="588"/>
          </a:xfrm>
          <a:prstGeom prst="line">
            <a:avLst/>
          </a:prstGeom>
          <a:ln w="127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2BEE2CC-74A1-111D-2E46-E975A15F4E03}"/>
              </a:ext>
            </a:extLst>
          </p:cNvPr>
          <p:cNvSpPr txBox="1"/>
          <p:nvPr userDrawn="1"/>
        </p:nvSpPr>
        <p:spPr>
          <a:xfrm>
            <a:off x="3402693" y="217126"/>
            <a:ext cx="3855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85189"/>
                </a:solidFill>
                <a:latin typeface="UTM Neutra" panose="02040603050506020204" pitchFamily="18" charset="0"/>
              </a:rPr>
              <a:t>1.1 ĐỀ CƯƠNG CHI TIẾT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6DB47C-4FFB-0B52-97E8-CFD46BF2D6FC}"/>
              </a:ext>
            </a:extLst>
          </p:cNvPr>
          <p:cNvCxnSpPr>
            <a:cxnSpLocks/>
          </p:cNvCxnSpPr>
          <p:nvPr userDrawn="1"/>
        </p:nvCxnSpPr>
        <p:spPr>
          <a:xfrm>
            <a:off x="3476625" y="494125"/>
            <a:ext cx="1639385" cy="0"/>
          </a:xfrm>
          <a:prstGeom prst="line">
            <a:avLst/>
          </a:prstGeom>
          <a:ln w="12700">
            <a:solidFill>
              <a:srgbClr val="085189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499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2B175-B3D0-2F50-4BE0-5C1C5BFAC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B663-BDC2-451F-9FFD-E3F973D4142A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4F3EE-651B-C7A4-7C4B-F86E5D179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CEE28-EB67-1727-82A8-9EB50F933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A2A8-896A-4908-99A1-F33C2133E19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Shape&#10;&#10;Description automatically generated with low confidence">
            <a:extLst>
              <a:ext uri="{FF2B5EF4-FFF2-40B4-BE49-F238E27FC236}">
                <a16:creationId xmlns:a16="http://schemas.microsoft.com/office/drawing/2014/main" id="{BC4DE8E7-D11B-BA5E-7E38-EDDC2AA8FF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57371"/>
            <a:ext cx="12192000" cy="1400629"/>
          </a:xfrm>
          <a:prstGeom prst="rect">
            <a:avLst/>
          </a:prstGeom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7C9DFFF3-6EF9-386C-317D-6AFECFF277C3}"/>
              </a:ext>
            </a:extLst>
          </p:cNvPr>
          <p:cNvSpPr txBox="1">
            <a:spLocks/>
          </p:cNvSpPr>
          <p:nvPr userDrawn="1"/>
        </p:nvSpPr>
        <p:spPr>
          <a:xfrm>
            <a:off x="9296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A9A2A8-896A-4908-99A1-F33C2133E199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2460D0-200A-937A-8A2A-B7A97F2A8D23}"/>
              </a:ext>
            </a:extLst>
          </p:cNvPr>
          <p:cNvSpPr txBox="1"/>
          <p:nvPr userDrawn="1"/>
        </p:nvSpPr>
        <p:spPr>
          <a:xfrm>
            <a:off x="297543" y="217714"/>
            <a:ext cx="3855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UTM Neutra" panose="02040603050506020204" pitchFamily="18" charset="0"/>
              </a:rPr>
              <a:t>HƯỚNG DẪN SỬ DỤNG BỘ NHẬN DIỆN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83E8B11-B11E-4836-9E0A-CCECE2E44E66}"/>
              </a:ext>
            </a:extLst>
          </p:cNvPr>
          <p:cNvCxnSpPr>
            <a:cxnSpLocks/>
          </p:cNvCxnSpPr>
          <p:nvPr userDrawn="1"/>
        </p:nvCxnSpPr>
        <p:spPr>
          <a:xfrm>
            <a:off x="371475" y="494713"/>
            <a:ext cx="2743200" cy="0"/>
          </a:xfrm>
          <a:prstGeom prst="line">
            <a:avLst/>
          </a:prstGeom>
          <a:ln w="127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2BEE2CC-74A1-111D-2E46-E975A15F4E03}"/>
              </a:ext>
            </a:extLst>
          </p:cNvPr>
          <p:cNvSpPr txBox="1"/>
          <p:nvPr userDrawn="1"/>
        </p:nvSpPr>
        <p:spPr>
          <a:xfrm>
            <a:off x="3402693" y="217126"/>
            <a:ext cx="3855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85189"/>
                </a:solidFill>
                <a:latin typeface="UTM Neutra" panose="02040603050506020204" pitchFamily="18" charset="0"/>
              </a:rPr>
              <a:t>Quà tặng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6DB47C-4FFB-0B52-97E8-CFD46BF2D6FC}"/>
              </a:ext>
            </a:extLst>
          </p:cNvPr>
          <p:cNvCxnSpPr>
            <a:cxnSpLocks/>
          </p:cNvCxnSpPr>
          <p:nvPr userDrawn="1"/>
        </p:nvCxnSpPr>
        <p:spPr>
          <a:xfrm>
            <a:off x="3476625" y="494125"/>
            <a:ext cx="778852" cy="0"/>
          </a:xfrm>
          <a:prstGeom prst="line">
            <a:avLst/>
          </a:prstGeom>
          <a:ln w="12700">
            <a:solidFill>
              <a:srgbClr val="085189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209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64484-B245-9786-96F3-ACCEA902C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E9F73-0429-1113-2FF0-D37AC808D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24FBF-32A7-F2F3-76F1-0BAEF05B2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B663-BDC2-451F-9FFD-E3F973D4142A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23DC7-77C8-68D3-5521-66F1B89AF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42FC1-5327-03BD-A517-DC428CBF8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A2A8-896A-4908-99A1-F33C2133E199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Icon&#10;&#10;Description automatically generated with medium confidence">
            <a:extLst>
              <a:ext uri="{FF2B5EF4-FFF2-40B4-BE49-F238E27FC236}">
                <a16:creationId xmlns:a16="http://schemas.microsoft.com/office/drawing/2014/main" id="{B74BDEF2-764A-5CA4-2205-ABE449F1B7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04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975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E7E74-2157-8156-D04F-4345F8044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8762B-AC7A-09DA-B823-68098AE1F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66B2A-EBD2-4E27-D79A-E6E2B4568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B663-BDC2-451F-9FFD-E3F973D4142A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86395-86D3-03C1-3B7F-E37C1BD6A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16C12-62D9-196B-F6E4-808B448BB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A2A8-896A-4908-99A1-F33C2133E19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CB0268BD-9039-7D8F-5503-DC5674B51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" b="11387"/>
          <a:stretch/>
        </p:blipFill>
        <p:spPr>
          <a:xfrm>
            <a:off x="0" y="0"/>
            <a:ext cx="12208745" cy="6857999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19B322-54B7-818A-16B3-D0BEBF7BBB76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V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A9A2A8-896A-4908-99A1-F33C2133E1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09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43FD51-9557-5B71-222D-1EE865B9A2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483093-D493-DBD1-689A-0AFC949EA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3BEB4-4BA4-2960-22AC-0D3DAB8A8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B663-BDC2-451F-9FFD-E3F973D4142A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07CD8-5FDF-F57C-8028-DF6EFC3DE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75602-A385-B1CF-A625-E09A8A6EA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A2A8-896A-4908-99A1-F33C2133E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561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C0C4C-2721-EF8A-87FA-DF3697AF10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E65CAC-470F-FB10-EF9B-ADF4CBA29D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DB4B1-4694-9F7D-7268-75C4EA5B9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3637-48B6-A043-8832-174EC4489555}" type="datetimeFigureOut">
              <a:rPr lang="en-VN" smtClean="0"/>
              <a:t>05/07/2025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5EB09-A3C3-F1A5-F128-F88BEDF1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27631-79B9-BB38-EBE9-542AEA47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6AC3-7438-9240-8346-AC58A05A36A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55923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FFC69-B0B5-8B6C-BC84-819A3A454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262DA-1FEC-4310-5E46-1B04C326D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6CCD9-EE5B-D53A-6B43-C9729A705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3637-48B6-A043-8832-174EC4489555}" type="datetimeFigureOut">
              <a:rPr lang="en-VN" smtClean="0"/>
              <a:t>05/07/2025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4C1D6-16C3-11C2-7E8D-1BCAE3BC4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B73A8-DD30-7C39-4428-0096F3489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6AC3-7438-9240-8346-AC58A05A36A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02768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6F02E-2A60-075B-EE80-529C57F98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FBD82-7586-2BE7-4634-B656885B8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6D4FD-E0D4-FF72-1D72-DDE7020A2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3637-48B6-A043-8832-174EC4489555}" type="datetimeFigureOut">
              <a:rPr lang="en-VN" smtClean="0"/>
              <a:t>05/07/2025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372A2-CDF4-71B7-02E3-EC66216C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0BD52-32DC-87F3-F017-EDFB77B4D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6AC3-7438-9240-8346-AC58A05A36A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0847431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CD7C9-251A-681F-FE90-F34ADC8B6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DF3CD-9CD1-47EA-478D-273375EB51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30CBA9-C53B-82AF-7BCD-2815CF244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96E49-68E5-6D5B-01D2-E2D70F2AB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3637-48B6-A043-8832-174EC4489555}" type="datetimeFigureOut">
              <a:rPr lang="en-VN" smtClean="0"/>
              <a:t>05/07/2025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AF9F3-C662-679D-F399-835AF38B9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5EDE3D-A4F3-EB1E-22B4-4117E025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6AC3-7438-9240-8346-AC58A05A36A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4971593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0F3F0-A2D0-43BE-1440-E232FC5D8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EF7E0-3EA1-4F41-B806-D73ADBD43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58570D-AFEB-1AAE-9C9E-975975C97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F40D04-A956-8A5A-B626-B2B932B32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5A8101-3C77-8F81-87DF-36657E3A57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1EA63A-D8CF-C7ED-C49D-53AE004C3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3637-48B6-A043-8832-174EC4489555}" type="datetimeFigureOut">
              <a:rPr lang="en-VN" smtClean="0"/>
              <a:t>05/07/2025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73F494-9142-8A94-C1EB-153339203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181F19-E634-7695-DE81-1B64A6A3A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6AC3-7438-9240-8346-AC58A05A36A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930576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71332-A738-0195-0BE7-1564292BC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B8FC58-5A1E-2BDB-489E-9D8723FA3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3637-48B6-A043-8832-174EC4489555}" type="datetimeFigureOut">
              <a:rPr lang="en-VN" smtClean="0"/>
              <a:t>05/07/2025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F07EC-41A4-246E-ADD0-D5E0F29AC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43DA24-A916-89D0-C915-6FEA840AC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6AC3-7438-9240-8346-AC58A05A36A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5526664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71A2AA-D5E8-51EE-3DC1-F806D400B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3637-48B6-A043-8832-174EC4489555}" type="datetimeFigureOut">
              <a:rPr lang="en-VN" smtClean="0"/>
              <a:t>05/07/2025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D10BE0-29E0-0DA6-DCD6-A9111C196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19D22-205D-E0A3-D8AD-4C22C55EA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6AC3-7438-9240-8346-AC58A05A36A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753633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7BEAE-7329-21A4-6E2B-B246F6022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B01AD-73BE-8BFE-BF3B-7C0AFADD5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50BD2-3126-4882-EBDC-31345AFB0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EA815-0D22-42C9-B3CC-6202DB707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3637-48B6-A043-8832-174EC4489555}" type="datetimeFigureOut">
              <a:rPr lang="en-VN" smtClean="0"/>
              <a:t>05/07/2025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D32BD-D54E-0425-2411-645F3C8A1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09C717-4274-9731-E543-C526C17A1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6AC3-7438-9240-8346-AC58A05A36A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71344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A1E17-C0BA-B98B-C131-02AB417E7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EC6A9F-A3EB-93C4-42C7-63E9363B33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23D5F-97AD-F85D-95FF-D47522B7C8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B80D7-ADD1-3C53-9F2E-EBB92FFB5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3637-48B6-A043-8832-174EC4489555}" type="datetimeFigureOut">
              <a:rPr lang="en-VN" smtClean="0"/>
              <a:t>05/07/2025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B58B42-9186-334D-EFF9-B4AA83974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CD31C5-65B6-0F87-CD6F-85FDA42D1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6AC3-7438-9240-8346-AC58A05A36A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993668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9C922-DFDE-C14F-0F4B-742A1A36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C028C8-6F83-8C09-F846-4C3F6386F7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73228-D08F-4EB8-FE17-E285A27A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3637-48B6-A043-8832-174EC4489555}" type="datetimeFigureOut">
              <a:rPr lang="en-VN" smtClean="0"/>
              <a:t>05/07/2025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1202-52CC-8C1F-9A8F-2B03A8DD1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30BFF-703A-130E-8C91-B47C65840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6AC3-7438-9240-8346-AC58A05A36A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693680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139CBB-B51D-946A-0B42-E45B983D84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BC03C2-E70E-6F1C-072B-618EAE4E3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F999A-F71C-5FEC-8490-FA19564D9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3637-48B6-A043-8832-174EC4489555}" type="datetimeFigureOut">
              <a:rPr lang="en-VN" smtClean="0"/>
              <a:t>05/07/2025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B2F99-75A3-22E7-186D-36F1198C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5AF24-1837-7DF1-C937-2917E6AE4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6AC3-7438-9240-8346-AC58A05A36A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42526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31AEE7-1745-7095-F664-6B95264B0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03A21-2772-3828-7AC5-78FFACCBC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73718-709B-4497-A711-65AA029D60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9B663-BDC2-451F-9FFD-E3F973D4142A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90932-8E1F-6DBB-5A0C-DF2410DABE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7DC62-3F95-5ACD-3C31-558A19C8C5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A9A2A8-896A-4908-99A1-F33C2133E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776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702" r:id="rId2"/>
    <p:sldLayoutId id="2147483688" r:id="rId3"/>
    <p:sldLayoutId id="2147483686" r:id="rId4"/>
    <p:sldLayoutId id="2147483676" r:id="rId5"/>
    <p:sldLayoutId id="2147483679" r:id="rId6"/>
    <p:sldLayoutId id="2147483680" r:id="rId7"/>
    <p:sldLayoutId id="2147483681" r:id="rId8"/>
    <p:sldLayoutId id="2147483689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C7EEC1-4213-8FCF-3A7A-908258F09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1D829-DE05-9850-6373-B3F86F885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005DE-8349-AD99-ED16-5AFD4E61F5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83637-48B6-A043-8832-174EC4489555}" type="datetimeFigureOut">
              <a:rPr lang="en-VN" smtClean="0"/>
              <a:t>05/07/2025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5248B-C816-9A17-B3A8-FF9BC75DD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D0FF6-0F0C-669D-25BE-9D651C0A3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46AC3-7438-9240-8346-AC58A05A36AC}" type="slidenum">
              <a:rPr lang="en-VN" smtClean="0"/>
              <a:t>‹#›</a:t>
            </a:fld>
            <a:endParaRPr lang="en-V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FA554B-9BF6-355F-690C-1F3ED34B2FA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1851" cy="6858084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13A4733-A858-7A28-2A27-78134C3F356D}"/>
              </a:ext>
            </a:extLst>
          </p:cNvPr>
          <p:cNvSpPr txBox="1">
            <a:spLocks/>
          </p:cNvSpPr>
          <p:nvPr userDrawn="1"/>
        </p:nvSpPr>
        <p:spPr>
          <a:xfrm>
            <a:off x="4724325" y="640009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VN"/>
            </a:defPPr>
            <a:lvl1pPr marL="0" algn="ct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A9A2A8-896A-4908-99A1-F33C2133E1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599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F82E83-E938-C1B8-96ED-164E2023AA3A}"/>
              </a:ext>
            </a:extLst>
          </p:cNvPr>
          <p:cNvSpPr txBox="1"/>
          <p:nvPr/>
        </p:nvSpPr>
        <p:spPr>
          <a:xfrm>
            <a:off x="3841583" y="1807057"/>
            <a:ext cx="774978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TM Neutra" panose="02040603050506020204" pitchFamily="18" charset="0"/>
                <a:ea typeface="+mn-ea"/>
                <a:cs typeface="+mn-cs"/>
              </a:rPr>
              <a:t>Đề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TM Neutra" panose="02040603050506020204" pitchFamily="18" charset="0"/>
                <a:ea typeface="+mn-ea"/>
                <a:cs typeface="+mn-cs"/>
              </a:rPr>
              <a:t>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TM Neutra" panose="02040603050506020204" pitchFamily="18" charset="0"/>
                <a:ea typeface="+mn-ea"/>
                <a:cs typeface="+mn-cs"/>
              </a:rPr>
              <a:t>tài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TM Neutra" panose="02040603050506020204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DDF08"/>
                </a:solidFill>
                <a:effectLst/>
                <a:uLnTx/>
                <a:uFillTx/>
                <a:latin typeface="UTM Neutra" panose="02040603050506020204" pitchFamily="18" charset="0"/>
                <a:ea typeface="+mn-ea"/>
                <a:cs typeface="+mn-cs"/>
              </a:rPr>
              <a:t>Nghiên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DDF08"/>
                </a:solidFill>
                <a:effectLst/>
                <a:uLnTx/>
                <a:uFillTx/>
                <a:latin typeface="UTM Neutra" panose="02040603050506020204" pitchFamily="18" charset="0"/>
                <a:ea typeface="+mn-ea"/>
                <a:cs typeface="+mn-cs"/>
              </a:rPr>
              <a:t> </a:t>
            </a:r>
            <a:r>
              <a:rPr kumimoji="0" 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DDF08"/>
                </a:solidFill>
                <a:effectLst/>
                <a:uLnTx/>
                <a:uFillTx/>
                <a:latin typeface="UTM Neutra" panose="02040603050506020204" pitchFamily="18" charset="0"/>
                <a:ea typeface="+mn-ea"/>
                <a:cs typeface="+mn-cs"/>
              </a:rPr>
              <a:t>cứu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DDF08"/>
                </a:solidFill>
                <a:effectLst/>
                <a:uLnTx/>
                <a:uFillTx/>
                <a:latin typeface="UTM Neutra" panose="02040603050506020204" pitchFamily="18" charset="0"/>
                <a:ea typeface="+mn-ea"/>
                <a:cs typeface="+mn-cs"/>
              </a:rPr>
              <a:t> </a:t>
            </a:r>
            <a:r>
              <a:rPr kumimoji="0" 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DDF08"/>
                </a:solidFill>
                <a:effectLst/>
                <a:uLnTx/>
                <a:uFillTx/>
                <a:latin typeface="UTM Neutra" panose="02040603050506020204" pitchFamily="18" charset="0"/>
                <a:ea typeface="+mn-ea"/>
                <a:cs typeface="+mn-cs"/>
              </a:rPr>
              <a:t>ứng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DDF08"/>
                </a:solidFill>
                <a:effectLst/>
                <a:uLnTx/>
                <a:uFillTx/>
                <a:latin typeface="UTM Neutra" panose="02040603050506020204" pitchFamily="18" charset="0"/>
                <a:ea typeface="+mn-ea"/>
                <a:cs typeface="+mn-cs"/>
              </a:rPr>
              <a:t> dung </a:t>
            </a:r>
            <a:r>
              <a:rPr kumimoji="0" 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DDF08"/>
                </a:solidFill>
                <a:effectLst/>
                <a:uLnTx/>
                <a:uFillTx/>
                <a:latin typeface="UTM Neutra" panose="02040603050506020204" pitchFamily="18" charset="0"/>
                <a:ea typeface="+mn-ea"/>
                <a:cs typeface="+mn-cs"/>
              </a:rPr>
              <a:t>công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DDF08"/>
                </a:solidFill>
                <a:effectLst/>
                <a:uLnTx/>
                <a:uFillTx/>
                <a:latin typeface="UTM Neutra" panose="02040603050506020204" pitchFamily="18" charset="0"/>
                <a:ea typeface="+mn-ea"/>
                <a:cs typeface="+mn-cs"/>
              </a:rPr>
              <a:t> </a:t>
            </a:r>
            <a:r>
              <a:rPr kumimoji="0" 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DDF08"/>
                </a:solidFill>
                <a:effectLst/>
                <a:uLnTx/>
                <a:uFillTx/>
                <a:latin typeface="UTM Neutra" panose="02040603050506020204" pitchFamily="18" charset="0"/>
                <a:ea typeface="+mn-ea"/>
                <a:cs typeface="+mn-cs"/>
              </a:rPr>
              <a:t>nghệ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DDF08"/>
                </a:solidFill>
                <a:effectLst/>
                <a:uLnTx/>
                <a:uFillTx/>
                <a:latin typeface="UTM Neutra" panose="02040603050506020204" pitchFamily="18" charset="0"/>
                <a:ea typeface="+mn-ea"/>
                <a:cs typeface="+mn-cs"/>
              </a:rPr>
              <a:t> ABC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C57B79-F982-05E7-B239-77BCD5416D65}"/>
              </a:ext>
            </a:extLst>
          </p:cNvPr>
          <p:cNvSpPr txBox="1"/>
          <p:nvPr/>
        </p:nvSpPr>
        <p:spPr>
          <a:xfrm>
            <a:off x="3841583" y="4016857"/>
            <a:ext cx="774978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prstClr val="white"/>
                </a:solidFill>
                <a:latin typeface="UTM Neutra" panose="02040603050506020204" pitchFamily="18" charset="0"/>
              </a:rPr>
              <a:t>SVTH: NGUYỄN VĂN 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TM Neutra" panose="02040603050506020204" pitchFamily="18" charset="0"/>
                <a:ea typeface="+mn-ea"/>
                <a:cs typeface="+mn-cs"/>
              </a:rPr>
              <a:t>KHOÁ 2020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DDF08"/>
              </a:solidFill>
              <a:effectLst/>
              <a:uLnTx/>
              <a:uFillTx/>
              <a:latin typeface="UTM Neutra" panose="02040603050506020204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769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F906DA-A79A-C552-98B7-43452325D927}"/>
              </a:ext>
            </a:extLst>
          </p:cNvPr>
          <p:cNvSpPr/>
          <p:nvPr/>
        </p:nvSpPr>
        <p:spPr>
          <a:xfrm>
            <a:off x="213673" y="91952"/>
            <a:ext cx="2605177" cy="759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oogle Shape;471;p26">
            <a:extLst>
              <a:ext uri="{FF2B5EF4-FFF2-40B4-BE49-F238E27FC236}">
                <a16:creationId xmlns:a16="http://schemas.microsoft.com/office/drawing/2014/main" id="{5659A255-85CD-93D1-0961-CCF518D367EE}"/>
              </a:ext>
            </a:extLst>
          </p:cNvPr>
          <p:cNvSpPr txBox="1">
            <a:spLocks/>
          </p:cNvSpPr>
          <p:nvPr/>
        </p:nvSpPr>
        <p:spPr>
          <a:xfrm>
            <a:off x="0" y="893254"/>
            <a:ext cx="12192000" cy="192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600"/>
              </a:spcBef>
              <a:buClr>
                <a:srgbClr val="000000"/>
              </a:buClr>
              <a:buFont typeface="Arial"/>
              <a:buNone/>
            </a:pPr>
            <a:r>
              <a:rPr lang="en-US" sz="4000" b="1" kern="0" spc="300">
                <a:solidFill>
                  <a:srgbClr val="FF0000"/>
                </a:solidFill>
                <a:latin typeface="UTM American Sans" panose="02040603050506020204" pitchFamily="18" charset="0"/>
              </a:rPr>
              <a:t>THÔNG BÁO</a:t>
            </a:r>
          </a:p>
          <a:p>
            <a:pPr marL="0" indent="0" algn="ctr">
              <a:spcBef>
                <a:spcPts val="600"/>
              </a:spcBef>
              <a:buClr>
                <a:srgbClr val="000000"/>
              </a:buClr>
              <a:buFont typeface="Arial"/>
              <a:buNone/>
            </a:pPr>
            <a:r>
              <a:rPr lang="en-US" sz="3200" b="1" kern="0" spc="300">
                <a:solidFill>
                  <a:srgbClr val="002060"/>
                </a:solidFill>
                <a:latin typeface="UTM American Sans" panose="02040603050506020204" pitchFamily="18" charset="0"/>
              </a:rPr>
              <a:t>TUYỂN CHỌN NAM SINH VIÊN TỐT NGHIỆP</a:t>
            </a:r>
          </a:p>
          <a:p>
            <a:pPr marL="0" indent="0" algn="ctr">
              <a:spcBef>
                <a:spcPts val="600"/>
              </a:spcBef>
              <a:buClr>
                <a:srgbClr val="000000"/>
              </a:buClr>
              <a:buFont typeface="Arial"/>
              <a:buNone/>
            </a:pPr>
            <a:r>
              <a:rPr lang="en-US" sz="3200" b="1" kern="0" spc="300">
                <a:solidFill>
                  <a:srgbClr val="002060"/>
                </a:solidFill>
                <a:latin typeface="UTM American Sans" panose="02040603050506020204" pitchFamily="18" charset="0"/>
              </a:rPr>
              <a:t>THAM GIA ĐÀO TẠO SĨ QUAN DỰ BỊ 2025</a:t>
            </a:r>
            <a:endParaRPr lang="vi-VN" b="1" kern="0" spc="300">
              <a:solidFill>
                <a:srgbClr val="002060"/>
              </a:solidFill>
              <a:latin typeface="American Typewriter" panose="02090604020004020304" pitchFamily="18" charset="77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49EAAB8-138B-4675-32E2-0EA18C2CF065}"/>
              </a:ext>
            </a:extLst>
          </p:cNvPr>
          <p:cNvSpPr txBox="1">
            <a:spLocks/>
          </p:cNvSpPr>
          <p:nvPr/>
        </p:nvSpPr>
        <p:spPr>
          <a:xfrm>
            <a:off x="807505" y="186056"/>
            <a:ext cx="4022691" cy="6964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>
                <a:solidFill>
                  <a:schemeClr val="bg1"/>
                </a:solidFill>
                <a:latin typeface="UTM Neutra" panose="02040603050506020204"/>
              </a:rPr>
              <a:t>TRƯỜNG ĐẠI HỌC BÁCH KHOA</a:t>
            </a:r>
            <a:br>
              <a:rPr lang="en-US" sz="1800" b="1">
                <a:solidFill>
                  <a:schemeClr val="bg1"/>
                </a:solidFill>
                <a:latin typeface="UTM Neutra" panose="02040603050506020204"/>
              </a:rPr>
            </a:br>
            <a:r>
              <a:rPr lang="en-US" sz="1800" b="1">
                <a:solidFill>
                  <a:schemeClr val="bg1"/>
                </a:solidFill>
                <a:latin typeface="UTM Neutra" panose="02040603050506020204"/>
              </a:rPr>
              <a:t>PHÒNG CÔNG TÁC SINH VIÊN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CAAEDD-B722-ACFA-50B5-7718DC5979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87" y="203715"/>
            <a:ext cx="619936" cy="61993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367DA36-00B4-5D5F-443C-8E6003C9B86B}"/>
              </a:ext>
            </a:extLst>
          </p:cNvPr>
          <p:cNvSpPr txBox="1">
            <a:spLocks/>
          </p:cNvSpPr>
          <p:nvPr/>
        </p:nvSpPr>
        <p:spPr>
          <a:xfrm>
            <a:off x="967648" y="123303"/>
            <a:ext cx="4022691" cy="6964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TRƯỜNG ĐẠI HỌC BÁCH KHOA</a:t>
            </a:r>
            <a:b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PHÒNG CÔNG TÁC SINH VIÊN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2C636-5680-7259-D9BA-0F49706708C5}"/>
              </a:ext>
            </a:extLst>
          </p:cNvPr>
          <p:cNvSpPr txBox="1"/>
          <p:nvPr/>
        </p:nvSpPr>
        <p:spPr>
          <a:xfrm>
            <a:off x="558800" y="2840335"/>
            <a:ext cx="109601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i="1">
                <a:latin typeface="Arial" panose="020B0604020202020204" pitchFamily="34" charset="0"/>
                <a:cs typeface="Arial" panose="020B0604020202020204" pitchFamily="34" charset="0"/>
              </a:rPr>
              <a:t>Theo Điều 7, Nghị định 79/NĐ-CP ngày 08/7/2020, sinh viên tốt nghiệp đào tạo SQDB có những quyền lợi sau:</a:t>
            </a:r>
          </a:p>
          <a:p>
            <a:pPr marL="285750" indent="-285750" algn="just">
              <a:buFontTx/>
              <a:buChar char="-"/>
            </a:pPr>
            <a:r>
              <a:rPr lang="en-US" sz="2000" i="1">
                <a:latin typeface="Arial" panose="020B0604020202020204" pitchFamily="34" charset="0"/>
                <a:cs typeface="Arial" panose="020B0604020202020204" pitchFamily="34" charset="0"/>
              </a:rPr>
              <a:t>Trong thời gian đào tạo SQDB, hằng tháng được hưởng phụ cấp bằng mức phụ cấp quân hàm của cấp thượng sĩ.</a:t>
            </a:r>
          </a:p>
          <a:p>
            <a:pPr marL="285750" indent="-285750" algn="just">
              <a:buFontTx/>
              <a:buChar char="-"/>
            </a:pPr>
            <a:r>
              <a:rPr lang="en-US" sz="2000" i="1">
                <a:latin typeface="Arial" panose="020B0604020202020204" pitchFamily="34" charset="0"/>
                <a:cs typeface="Arial" panose="020B0604020202020204" pitchFamily="34" charset="0"/>
              </a:rPr>
              <a:t>Học viên khi tốt nghiệp SQDB, ngoài tiền lương, phụ cấp, được thêm 01 tháng lương theo cấp bậc quân hàm SQDB được phong.</a:t>
            </a:r>
          </a:p>
          <a:p>
            <a:pPr marL="285750" indent="-285750" algn="just">
              <a:buFontTx/>
              <a:buChar char="-"/>
            </a:pPr>
            <a:r>
              <a:rPr lang="en-US" sz="2000" i="1">
                <a:latin typeface="Arial" panose="020B0604020202020204" pitchFamily="34" charset="0"/>
                <a:cs typeface="Arial" panose="020B0604020202020204" pitchFamily="34" charset="0"/>
              </a:rPr>
              <a:t>Sinh viên tham gia khóa đào tạo SQDB được Nhà trường tổ chức đưa đến cơ sở đào tạo SQDB và đón về sau khi tốt nghiệp</a:t>
            </a:r>
          </a:p>
          <a:p>
            <a:pPr algn="just"/>
            <a:endParaRPr lang="en-US" sz="200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C715D9-09D1-9411-A5A9-C86646A3B0E8}"/>
              </a:ext>
            </a:extLst>
          </p:cNvPr>
          <p:cNvCxnSpPr/>
          <p:nvPr/>
        </p:nvCxnSpPr>
        <p:spPr>
          <a:xfrm>
            <a:off x="1244600" y="766702"/>
            <a:ext cx="2997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34F071DD-A33D-1CDF-04E0-39B310785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744" y="6565603"/>
            <a:ext cx="438211" cy="21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706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F82E83-E938-C1B8-96ED-164E2023AA3A}"/>
              </a:ext>
            </a:extLst>
          </p:cNvPr>
          <p:cNvSpPr txBox="1"/>
          <p:nvPr/>
        </p:nvSpPr>
        <p:spPr>
          <a:xfrm>
            <a:off x="3841583" y="1807057"/>
            <a:ext cx="774978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TM Neutra" panose="02040603050506020204" pitchFamily="18" charset="0"/>
                <a:ea typeface="+mn-ea"/>
                <a:cs typeface="+mn-cs"/>
              </a:rPr>
              <a:t>Đề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TM Neutra" panose="02040603050506020204" pitchFamily="18" charset="0"/>
                <a:ea typeface="+mn-ea"/>
                <a:cs typeface="+mn-cs"/>
              </a:rPr>
              <a:t>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TM Neutra" panose="02040603050506020204" pitchFamily="18" charset="0"/>
                <a:ea typeface="+mn-ea"/>
                <a:cs typeface="+mn-cs"/>
              </a:rPr>
              <a:t>tài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TM Neutra" panose="02040603050506020204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DDF08"/>
                </a:solidFill>
                <a:effectLst/>
                <a:uLnTx/>
                <a:uFillTx/>
                <a:latin typeface="UTM Neutra" panose="02040603050506020204" pitchFamily="18" charset="0"/>
                <a:ea typeface="+mn-ea"/>
                <a:cs typeface="+mn-cs"/>
              </a:rPr>
              <a:t>Nghiên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DDF08"/>
                </a:solidFill>
                <a:effectLst/>
                <a:uLnTx/>
                <a:uFillTx/>
                <a:latin typeface="UTM Neutra" panose="02040603050506020204" pitchFamily="18" charset="0"/>
                <a:ea typeface="+mn-ea"/>
                <a:cs typeface="+mn-cs"/>
              </a:rPr>
              <a:t> </a:t>
            </a:r>
            <a:r>
              <a:rPr kumimoji="0" 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DDF08"/>
                </a:solidFill>
                <a:effectLst/>
                <a:uLnTx/>
                <a:uFillTx/>
                <a:latin typeface="UTM Neutra" panose="02040603050506020204" pitchFamily="18" charset="0"/>
                <a:ea typeface="+mn-ea"/>
                <a:cs typeface="+mn-cs"/>
              </a:rPr>
              <a:t>cứu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DDF08"/>
                </a:solidFill>
                <a:effectLst/>
                <a:uLnTx/>
                <a:uFillTx/>
                <a:latin typeface="UTM Neutra" panose="02040603050506020204" pitchFamily="18" charset="0"/>
                <a:ea typeface="+mn-ea"/>
                <a:cs typeface="+mn-cs"/>
              </a:rPr>
              <a:t> </a:t>
            </a:r>
            <a:r>
              <a:rPr kumimoji="0" 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DDF08"/>
                </a:solidFill>
                <a:effectLst/>
                <a:uLnTx/>
                <a:uFillTx/>
                <a:latin typeface="UTM Neutra" panose="02040603050506020204" pitchFamily="18" charset="0"/>
                <a:ea typeface="+mn-ea"/>
                <a:cs typeface="+mn-cs"/>
              </a:rPr>
              <a:t>ứng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DDF08"/>
                </a:solidFill>
                <a:effectLst/>
                <a:uLnTx/>
                <a:uFillTx/>
                <a:latin typeface="UTM Neutra" panose="02040603050506020204" pitchFamily="18" charset="0"/>
                <a:ea typeface="+mn-ea"/>
                <a:cs typeface="+mn-cs"/>
              </a:rPr>
              <a:t> dung </a:t>
            </a:r>
            <a:r>
              <a:rPr kumimoji="0" 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DDF08"/>
                </a:solidFill>
                <a:effectLst/>
                <a:uLnTx/>
                <a:uFillTx/>
                <a:latin typeface="UTM Neutra" panose="02040603050506020204" pitchFamily="18" charset="0"/>
                <a:ea typeface="+mn-ea"/>
                <a:cs typeface="+mn-cs"/>
              </a:rPr>
              <a:t>công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DDF08"/>
                </a:solidFill>
                <a:effectLst/>
                <a:uLnTx/>
                <a:uFillTx/>
                <a:latin typeface="UTM Neutra" panose="02040603050506020204" pitchFamily="18" charset="0"/>
                <a:ea typeface="+mn-ea"/>
                <a:cs typeface="+mn-cs"/>
              </a:rPr>
              <a:t> </a:t>
            </a:r>
            <a:r>
              <a:rPr kumimoji="0" 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DDF08"/>
                </a:solidFill>
                <a:effectLst/>
                <a:uLnTx/>
                <a:uFillTx/>
                <a:latin typeface="UTM Neutra" panose="02040603050506020204" pitchFamily="18" charset="0"/>
                <a:ea typeface="+mn-ea"/>
                <a:cs typeface="+mn-cs"/>
              </a:rPr>
              <a:t>nghệ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DDF08"/>
                </a:solidFill>
                <a:effectLst/>
                <a:uLnTx/>
                <a:uFillTx/>
                <a:latin typeface="UTM Neutra" panose="02040603050506020204" pitchFamily="18" charset="0"/>
                <a:ea typeface="+mn-ea"/>
                <a:cs typeface="+mn-cs"/>
              </a:rPr>
              <a:t> ABC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C57B79-F982-05E7-B239-77BCD5416D65}"/>
              </a:ext>
            </a:extLst>
          </p:cNvPr>
          <p:cNvSpPr txBox="1"/>
          <p:nvPr/>
        </p:nvSpPr>
        <p:spPr>
          <a:xfrm>
            <a:off x="3841583" y="4016857"/>
            <a:ext cx="774978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prstClr val="white"/>
                </a:solidFill>
                <a:latin typeface="UTM Neutra" panose="02040603050506020204" pitchFamily="18" charset="0"/>
              </a:rPr>
              <a:t>SVTH: NGUYỄN VĂN 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TM Neutra" panose="02040603050506020204" pitchFamily="18" charset="0"/>
                <a:ea typeface="+mn-ea"/>
                <a:cs typeface="+mn-cs"/>
              </a:rPr>
              <a:t>KHOÁ 2020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DDF08"/>
              </a:solidFill>
              <a:effectLst/>
              <a:uLnTx/>
              <a:uFillTx/>
              <a:latin typeface="UTM Neutra" panose="02040603050506020204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3789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39DB71-B88B-13E6-20C9-D445279D6565}"/>
              </a:ext>
            </a:extLst>
          </p:cNvPr>
          <p:cNvSpPr txBox="1"/>
          <p:nvPr/>
        </p:nvSpPr>
        <p:spPr>
          <a:xfrm>
            <a:off x="1474901" y="2363900"/>
            <a:ext cx="3555347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TM Neutra" panose="02040603050506020204" pitchFamily="18" charset="0"/>
                <a:ea typeface="+mn-ea"/>
                <a:cs typeface="+mn-cs"/>
              </a:rPr>
              <a:t>PHẦN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FFF106"/>
                </a:solidFill>
                <a:effectLst/>
                <a:uLnTx/>
                <a:uFillTx/>
                <a:latin typeface="UTM Neutra" panose="02040603050506020204" pitchFamily="18" charset="0"/>
                <a:ea typeface="+mn-ea"/>
                <a:cs typeface="+mn-cs"/>
              </a:rPr>
              <a:t>SLIDE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1140A8-0DEA-4459-9D47-7031037DBACB}"/>
              </a:ext>
            </a:extLst>
          </p:cNvPr>
          <p:cNvSpPr/>
          <p:nvPr/>
        </p:nvSpPr>
        <p:spPr>
          <a:xfrm>
            <a:off x="5140171" y="2183906"/>
            <a:ext cx="51215" cy="2032987"/>
          </a:xfrm>
          <a:prstGeom prst="rect">
            <a:avLst/>
          </a:prstGeom>
          <a:solidFill>
            <a:srgbClr val="FFF106"/>
          </a:solidFill>
          <a:ln>
            <a:solidFill>
              <a:srgbClr val="085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3269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A6B6F493-3F9D-75CE-17A5-6E6BE040D405}"/>
              </a:ext>
            </a:extLst>
          </p:cNvPr>
          <p:cNvGrpSpPr/>
          <p:nvPr/>
        </p:nvGrpSpPr>
        <p:grpSpPr>
          <a:xfrm>
            <a:off x="9548475" y="880605"/>
            <a:ext cx="2538541" cy="4897619"/>
            <a:chOff x="8639132" y="1226194"/>
            <a:chExt cx="2538541" cy="4897619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269BC1F6-B1C8-31DD-0F6F-B0576DB52999}"/>
                </a:ext>
              </a:extLst>
            </p:cNvPr>
            <p:cNvGrpSpPr/>
            <p:nvPr/>
          </p:nvGrpSpPr>
          <p:grpSpPr>
            <a:xfrm>
              <a:off x="9361227" y="4899623"/>
              <a:ext cx="1422003" cy="1224190"/>
              <a:chOff x="5580112" y="4160675"/>
              <a:chExt cx="2016224" cy="1735751"/>
            </a:xfrm>
          </p:grpSpPr>
          <p:sp>
            <p:nvSpPr>
              <p:cNvPr id="77" name="Trapezoid 1">
                <a:extLst>
                  <a:ext uri="{FF2B5EF4-FFF2-40B4-BE49-F238E27FC236}">
                    <a16:creationId xmlns:a16="http://schemas.microsoft.com/office/drawing/2014/main" id="{64860534-FD6C-94F9-D26E-6F3C33B210F8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solidFill>
                <a:srgbClr val="FFCA08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Arial Unicode MS"/>
                  <a:cs typeface="+mn-cs"/>
                </a:endParaRPr>
              </a:p>
            </p:txBody>
          </p:sp>
          <p:sp>
            <p:nvSpPr>
              <p:cNvPr id="78" name="Trapezoid 6">
                <a:extLst>
                  <a:ext uri="{FF2B5EF4-FFF2-40B4-BE49-F238E27FC236}">
                    <a16:creationId xmlns:a16="http://schemas.microsoft.com/office/drawing/2014/main" id="{C088DD49-ACEF-1C3B-3868-F4AAC16F940C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solidFill>
                <a:srgbClr val="FFCA08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Arial Unicode MS"/>
                  <a:cs typeface="+mn-cs"/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EED3F16E-9E60-837A-9DFE-3AF3E4B60E89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rgbClr val="FFCA08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Arial Unicode MS"/>
                  <a:cs typeface="+mn-cs"/>
                </a:endParaRPr>
              </a:p>
            </p:txBody>
          </p:sp>
        </p:grpSp>
        <p:sp>
          <p:nvSpPr>
            <p:cNvPr id="63" name="Oval 1">
              <a:extLst>
                <a:ext uri="{FF2B5EF4-FFF2-40B4-BE49-F238E27FC236}">
                  <a16:creationId xmlns:a16="http://schemas.microsoft.com/office/drawing/2014/main" id="{9C001ACF-7AD8-5E89-D4CF-3CF7258D6DF1}"/>
                </a:ext>
              </a:extLst>
            </p:cNvPr>
            <p:cNvSpPr/>
            <p:nvPr/>
          </p:nvSpPr>
          <p:spPr>
            <a:xfrm>
              <a:off x="9251061" y="1226194"/>
              <a:ext cx="1532091" cy="1343867"/>
            </a:xfrm>
            <a:custGeom>
              <a:avLst/>
              <a:gdLst/>
              <a:ahLst/>
              <a:cxnLst/>
              <a:rect l="l" t="t" r="r" b="b"/>
              <a:pathLst>
                <a:path w="1629237" h="1429078">
                  <a:moveTo>
                    <a:pt x="788250" y="811267"/>
                  </a:moveTo>
                  <a:cubicBezTo>
                    <a:pt x="777162" y="823036"/>
                    <a:pt x="761883" y="830075"/>
                    <a:pt x="745080" y="830075"/>
                  </a:cubicBezTo>
                  <a:cubicBezTo>
                    <a:pt x="731312" y="830075"/>
                    <a:pt x="718566" y="825349"/>
                    <a:pt x="708901" y="816356"/>
                  </a:cubicBezTo>
                  <a:lnTo>
                    <a:pt x="793313" y="1349315"/>
                  </a:lnTo>
                  <a:lnTo>
                    <a:pt x="826489" y="1349049"/>
                  </a:lnTo>
                  <a:lnTo>
                    <a:pt x="826489" y="1349030"/>
                  </a:lnTo>
                  <a:lnTo>
                    <a:pt x="827682" y="1349040"/>
                  </a:lnTo>
                  <a:lnTo>
                    <a:pt x="828874" y="1349030"/>
                  </a:lnTo>
                  <a:lnTo>
                    <a:pt x="828874" y="1349049"/>
                  </a:lnTo>
                  <a:lnTo>
                    <a:pt x="861656" y="1349312"/>
                  </a:lnTo>
                  <a:lnTo>
                    <a:pt x="945043" y="822831"/>
                  </a:lnTo>
                  <a:cubicBezTo>
                    <a:pt x="936966" y="827649"/>
                    <a:pt x="927625" y="830075"/>
                    <a:pt x="917761" y="830075"/>
                  </a:cubicBezTo>
                  <a:cubicBezTo>
                    <a:pt x="900958" y="830075"/>
                    <a:pt x="885679" y="823036"/>
                    <a:pt x="874591" y="811267"/>
                  </a:cubicBezTo>
                  <a:cubicBezTo>
                    <a:pt x="863502" y="823036"/>
                    <a:pt x="848223" y="830075"/>
                    <a:pt x="831420" y="830075"/>
                  </a:cubicBezTo>
                  <a:cubicBezTo>
                    <a:pt x="814617" y="830075"/>
                    <a:pt x="799338" y="823036"/>
                    <a:pt x="788250" y="811267"/>
                  </a:cubicBezTo>
                  <a:close/>
                  <a:moveTo>
                    <a:pt x="1629237" y="597932"/>
                  </a:moveTo>
                  <a:lnTo>
                    <a:pt x="1629237" y="724090"/>
                  </a:lnTo>
                  <a:lnTo>
                    <a:pt x="1449012" y="698858"/>
                  </a:lnTo>
                  <a:lnTo>
                    <a:pt x="1449012" y="623164"/>
                  </a:lnTo>
                  <a:close/>
                  <a:moveTo>
                    <a:pt x="0" y="597932"/>
                  </a:moveTo>
                  <a:lnTo>
                    <a:pt x="180225" y="623164"/>
                  </a:lnTo>
                  <a:lnTo>
                    <a:pt x="180225" y="698858"/>
                  </a:lnTo>
                  <a:lnTo>
                    <a:pt x="0" y="724090"/>
                  </a:lnTo>
                  <a:close/>
                  <a:moveTo>
                    <a:pt x="826489" y="343855"/>
                  </a:moveTo>
                  <a:cubicBezTo>
                    <a:pt x="582980" y="344141"/>
                    <a:pt x="385675" y="541640"/>
                    <a:pt x="385675" y="785222"/>
                  </a:cubicBezTo>
                  <a:cubicBezTo>
                    <a:pt x="385675" y="950118"/>
                    <a:pt x="503361" y="1112862"/>
                    <a:pt x="596022" y="1187212"/>
                  </a:cubicBezTo>
                  <a:cubicBezTo>
                    <a:pt x="638271" y="1236093"/>
                    <a:pt x="634922" y="1237095"/>
                    <a:pt x="652091" y="1299657"/>
                  </a:cubicBezTo>
                  <a:cubicBezTo>
                    <a:pt x="658931" y="1343524"/>
                    <a:pt x="645074" y="1347909"/>
                    <a:pt x="684382" y="1350189"/>
                  </a:cubicBezTo>
                  <a:lnTo>
                    <a:pt x="713002" y="1349959"/>
                  </a:lnTo>
                  <a:lnTo>
                    <a:pt x="616715" y="742031"/>
                  </a:lnTo>
                  <a:cubicBezTo>
                    <a:pt x="613343" y="720743"/>
                    <a:pt x="627867" y="700753"/>
                    <a:pt x="649155" y="697381"/>
                  </a:cubicBezTo>
                  <a:lnTo>
                    <a:pt x="650512" y="697167"/>
                  </a:lnTo>
                  <a:cubicBezTo>
                    <a:pt x="669859" y="694102"/>
                    <a:pt x="688135" y="705820"/>
                    <a:pt x="693142" y="724182"/>
                  </a:cubicBezTo>
                  <a:cubicBezTo>
                    <a:pt x="703502" y="705062"/>
                    <a:pt x="722973" y="692875"/>
                    <a:pt x="745080" y="692875"/>
                  </a:cubicBezTo>
                  <a:cubicBezTo>
                    <a:pt x="761883" y="692875"/>
                    <a:pt x="777162" y="699916"/>
                    <a:pt x="788250" y="711684"/>
                  </a:cubicBezTo>
                  <a:cubicBezTo>
                    <a:pt x="799338" y="699916"/>
                    <a:pt x="814617" y="692875"/>
                    <a:pt x="831420" y="692875"/>
                  </a:cubicBezTo>
                  <a:cubicBezTo>
                    <a:pt x="848223" y="692875"/>
                    <a:pt x="863502" y="699916"/>
                    <a:pt x="874591" y="711684"/>
                  </a:cubicBezTo>
                  <a:cubicBezTo>
                    <a:pt x="885679" y="699916"/>
                    <a:pt x="900958" y="692875"/>
                    <a:pt x="917761" y="692875"/>
                  </a:cubicBezTo>
                  <a:cubicBezTo>
                    <a:pt x="936430" y="692875"/>
                    <a:pt x="953219" y="701567"/>
                    <a:pt x="964433" y="715752"/>
                  </a:cubicBezTo>
                  <a:cubicBezTo>
                    <a:pt x="971427" y="700847"/>
                    <a:pt x="987718" y="691969"/>
                    <a:pt x="1004850" y="694683"/>
                  </a:cubicBezTo>
                  <a:lnTo>
                    <a:pt x="1006207" y="694898"/>
                  </a:lnTo>
                  <a:cubicBezTo>
                    <a:pt x="1027496" y="698270"/>
                    <a:pt x="1042019" y="718259"/>
                    <a:pt x="1038647" y="739547"/>
                  </a:cubicBezTo>
                  <a:lnTo>
                    <a:pt x="941968" y="1349956"/>
                  </a:lnTo>
                  <a:lnTo>
                    <a:pt x="970980" y="1350189"/>
                  </a:lnTo>
                  <a:cubicBezTo>
                    <a:pt x="1010288" y="1347909"/>
                    <a:pt x="996432" y="1343524"/>
                    <a:pt x="1003271" y="1299657"/>
                  </a:cubicBezTo>
                  <a:cubicBezTo>
                    <a:pt x="1020440" y="1237095"/>
                    <a:pt x="1017091" y="1236093"/>
                    <a:pt x="1059340" y="1187212"/>
                  </a:cubicBezTo>
                  <a:cubicBezTo>
                    <a:pt x="1152001" y="1112862"/>
                    <a:pt x="1269687" y="950118"/>
                    <a:pt x="1269687" y="785222"/>
                  </a:cubicBezTo>
                  <a:cubicBezTo>
                    <a:pt x="1269687" y="541640"/>
                    <a:pt x="1072383" y="344141"/>
                    <a:pt x="828874" y="343855"/>
                  </a:cubicBezTo>
                  <a:lnTo>
                    <a:pt x="828874" y="343965"/>
                  </a:lnTo>
                  <a:lnTo>
                    <a:pt x="827682" y="343872"/>
                  </a:lnTo>
                  <a:lnTo>
                    <a:pt x="826489" y="343965"/>
                  </a:lnTo>
                  <a:close/>
                  <a:moveTo>
                    <a:pt x="826666" y="234292"/>
                  </a:moveTo>
                  <a:lnTo>
                    <a:pt x="827682" y="234370"/>
                  </a:lnTo>
                  <a:lnTo>
                    <a:pt x="828696" y="234292"/>
                  </a:lnTo>
                  <a:cubicBezTo>
                    <a:pt x="1127204" y="234292"/>
                    <a:pt x="1369193" y="476281"/>
                    <a:pt x="1369193" y="774790"/>
                  </a:cubicBezTo>
                  <a:cubicBezTo>
                    <a:pt x="1369193" y="976792"/>
                    <a:pt x="1224964" y="1176156"/>
                    <a:pt x="1111484" y="1267155"/>
                  </a:cubicBezTo>
                  <a:cubicBezTo>
                    <a:pt x="1077677" y="1306104"/>
                    <a:pt x="1092596" y="1326571"/>
                    <a:pt x="1085332" y="1377346"/>
                  </a:cubicBezTo>
                  <a:cubicBezTo>
                    <a:pt x="1066445" y="1416544"/>
                    <a:pt x="1049551" y="1429078"/>
                    <a:pt x="1016165" y="1429078"/>
                  </a:cubicBezTo>
                  <a:lnTo>
                    <a:pt x="827682" y="1428403"/>
                  </a:lnTo>
                  <a:lnTo>
                    <a:pt x="639197" y="1429078"/>
                  </a:lnTo>
                  <a:cubicBezTo>
                    <a:pt x="605812" y="1429078"/>
                    <a:pt x="588918" y="1416544"/>
                    <a:pt x="570030" y="1377346"/>
                  </a:cubicBezTo>
                  <a:cubicBezTo>
                    <a:pt x="562766" y="1326571"/>
                    <a:pt x="577686" y="1306104"/>
                    <a:pt x="543878" y="1267155"/>
                  </a:cubicBezTo>
                  <a:cubicBezTo>
                    <a:pt x="430398" y="1176156"/>
                    <a:pt x="286169" y="976792"/>
                    <a:pt x="286169" y="774790"/>
                  </a:cubicBezTo>
                  <a:cubicBezTo>
                    <a:pt x="286169" y="476281"/>
                    <a:pt x="528158" y="234292"/>
                    <a:pt x="826666" y="234292"/>
                  </a:cubicBezTo>
                  <a:close/>
                  <a:moveTo>
                    <a:pt x="1287881" y="124716"/>
                  </a:moveTo>
                  <a:lnTo>
                    <a:pt x="1384523" y="205808"/>
                  </a:lnTo>
                  <a:lnTo>
                    <a:pt x="1249349" y="327650"/>
                  </a:lnTo>
                  <a:lnTo>
                    <a:pt x="1191363" y="278995"/>
                  </a:lnTo>
                  <a:close/>
                  <a:moveTo>
                    <a:pt x="332408" y="124716"/>
                  </a:moveTo>
                  <a:lnTo>
                    <a:pt x="428926" y="278995"/>
                  </a:lnTo>
                  <a:lnTo>
                    <a:pt x="370940" y="327650"/>
                  </a:lnTo>
                  <a:lnTo>
                    <a:pt x="235766" y="205808"/>
                  </a:lnTo>
                  <a:close/>
                  <a:moveTo>
                    <a:pt x="764602" y="0"/>
                  </a:moveTo>
                  <a:lnTo>
                    <a:pt x="890759" y="0"/>
                  </a:lnTo>
                  <a:lnTo>
                    <a:pt x="865528" y="180225"/>
                  </a:lnTo>
                  <a:lnTo>
                    <a:pt x="789834" y="180225"/>
                  </a:lnTo>
                  <a:close/>
                </a:path>
              </a:pathLst>
            </a:custGeom>
            <a:solidFill>
              <a:srgbClr val="EC701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  <p:sp>
          <p:nvSpPr>
            <p:cNvPr id="64" name="Freeform 9">
              <a:extLst>
                <a:ext uri="{FF2B5EF4-FFF2-40B4-BE49-F238E27FC236}">
                  <a16:creationId xmlns:a16="http://schemas.microsoft.com/office/drawing/2014/main" id="{8ADCA4DC-A746-73B6-3980-FFCBF2D5A3F2}"/>
                </a:ext>
              </a:extLst>
            </p:cNvPr>
            <p:cNvSpPr/>
            <p:nvPr/>
          </p:nvSpPr>
          <p:spPr>
            <a:xfrm>
              <a:off x="9810121" y="3031449"/>
              <a:ext cx="384488" cy="2030026"/>
            </a:xfrm>
            <a:custGeom>
              <a:avLst/>
              <a:gdLst>
                <a:gd name="connsiteX0" fmla="*/ 171450 w 323850"/>
                <a:gd name="connsiteY0" fmla="*/ 28575 h 2152650"/>
                <a:gd name="connsiteX1" fmla="*/ 152400 w 323850"/>
                <a:gd name="connsiteY1" fmla="*/ 647700 h 2152650"/>
                <a:gd name="connsiteX2" fmla="*/ 0 w 323850"/>
                <a:gd name="connsiteY2" fmla="*/ 1457325 h 2152650"/>
                <a:gd name="connsiteX3" fmla="*/ 180975 w 323850"/>
                <a:gd name="connsiteY3" fmla="*/ 2152650 h 2152650"/>
                <a:gd name="connsiteX4" fmla="*/ 323850 w 323850"/>
                <a:gd name="connsiteY4" fmla="*/ 2066925 h 2152650"/>
                <a:gd name="connsiteX5" fmla="*/ 161925 w 323850"/>
                <a:gd name="connsiteY5" fmla="*/ 1419225 h 2152650"/>
                <a:gd name="connsiteX6" fmla="*/ 295275 w 323850"/>
                <a:gd name="connsiteY6" fmla="*/ 628650 h 2152650"/>
                <a:gd name="connsiteX7" fmla="*/ 285750 w 323850"/>
                <a:gd name="connsiteY7" fmla="*/ 542925 h 2152650"/>
                <a:gd name="connsiteX8" fmla="*/ 276225 w 323850"/>
                <a:gd name="connsiteY8" fmla="*/ 0 h 2152650"/>
                <a:gd name="connsiteX9" fmla="*/ 171450 w 323850"/>
                <a:gd name="connsiteY9" fmla="*/ 28575 h 2152650"/>
                <a:gd name="connsiteX0" fmla="*/ 167117 w 323850"/>
                <a:gd name="connsiteY0" fmla="*/ 2573 h 2152650"/>
                <a:gd name="connsiteX1" fmla="*/ 152400 w 323850"/>
                <a:gd name="connsiteY1" fmla="*/ 647700 h 2152650"/>
                <a:gd name="connsiteX2" fmla="*/ 0 w 323850"/>
                <a:gd name="connsiteY2" fmla="*/ 1457325 h 2152650"/>
                <a:gd name="connsiteX3" fmla="*/ 180975 w 323850"/>
                <a:gd name="connsiteY3" fmla="*/ 2152650 h 2152650"/>
                <a:gd name="connsiteX4" fmla="*/ 323850 w 323850"/>
                <a:gd name="connsiteY4" fmla="*/ 2066925 h 2152650"/>
                <a:gd name="connsiteX5" fmla="*/ 161925 w 323850"/>
                <a:gd name="connsiteY5" fmla="*/ 1419225 h 2152650"/>
                <a:gd name="connsiteX6" fmla="*/ 295275 w 323850"/>
                <a:gd name="connsiteY6" fmla="*/ 628650 h 2152650"/>
                <a:gd name="connsiteX7" fmla="*/ 285750 w 323850"/>
                <a:gd name="connsiteY7" fmla="*/ 542925 h 2152650"/>
                <a:gd name="connsiteX8" fmla="*/ 276225 w 323850"/>
                <a:gd name="connsiteY8" fmla="*/ 0 h 2152650"/>
                <a:gd name="connsiteX9" fmla="*/ 167117 w 323850"/>
                <a:gd name="connsiteY9" fmla="*/ 2573 h 2152650"/>
                <a:gd name="connsiteX0" fmla="*/ 167117 w 323850"/>
                <a:gd name="connsiteY0" fmla="*/ 2573 h 2152650"/>
                <a:gd name="connsiteX1" fmla="*/ 152400 w 323850"/>
                <a:gd name="connsiteY1" fmla="*/ 647700 h 2152650"/>
                <a:gd name="connsiteX2" fmla="*/ 0 w 323850"/>
                <a:gd name="connsiteY2" fmla="*/ 1457325 h 2152650"/>
                <a:gd name="connsiteX3" fmla="*/ 180975 w 323850"/>
                <a:gd name="connsiteY3" fmla="*/ 2152650 h 2152650"/>
                <a:gd name="connsiteX4" fmla="*/ 323850 w 323850"/>
                <a:gd name="connsiteY4" fmla="*/ 2066925 h 2152650"/>
                <a:gd name="connsiteX5" fmla="*/ 161925 w 323850"/>
                <a:gd name="connsiteY5" fmla="*/ 1419225 h 2152650"/>
                <a:gd name="connsiteX6" fmla="*/ 295275 w 323850"/>
                <a:gd name="connsiteY6" fmla="*/ 628650 h 2152650"/>
                <a:gd name="connsiteX7" fmla="*/ 285750 w 323850"/>
                <a:gd name="connsiteY7" fmla="*/ 542925 h 2152650"/>
                <a:gd name="connsiteX8" fmla="*/ 276225 w 323850"/>
                <a:gd name="connsiteY8" fmla="*/ 0 h 2152650"/>
                <a:gd name="connsiteX9" fmla="*/ 167117 w 323850"/>
                <a:gd name="connsiteY9" fmla="*/ 2573 h 2152650"/>
                <a:gd name="connsiteX0" fmla="*/ 167117 w 323850"/>
                <a:gd name="connsiteY0" fmla="*/ 2573 h 2152650"/>
                <a:gd name="connsiteX1" fmla="*/ 152400 w 323850"/>
                <a:gd name="connsiteY1" fmla="*/ 647700 h 2152650"/>
                <a:gd name="connsiteX2" fmla="*/ 0 w 323850"/>
                <a:gd name="connsiteY2" fmla="*/ 1457325 h 2152650"/>
                <a:gd name="connsiteX3" fmla="*/ 180975 w 323850"/>
                <a:gd name="connsiteY3" fmla="*/ 2152650 h 2152650"/>
                <a:gd name="connsiteX4" fmla="*/ 323850 w 323850"/>
                <a:gd name="connsiteY4" fmla="*/ 2066925 h 2152650"/>
                <a:gd name="connsiteX5" fmla="*/ 161925 w 323850"/>
                <a:gd name="connsiteY5" fmla="*/ 1419225 h 2152650"/>
                <a:gd name="connsiteX6" fmla="*/ 295275 w 323850"/>
                <a:gd name="connsiteY6" fmla="*/ 628650 h 2152650"/>
                <a:gd name="connsiteX7" fmla="*/ 285750 w 323850"/>
                <a:gd name="connsiteY7" fmla="*/ 542925 h 2152650"/>
                <a:gd name="connsiteX8" fmla="*/ 276225 w 323850"/>
                <a:gd name="connsiteY8" fmla="*/ 0 h 2152650"/>
                <a:gd name="connsiteX9" fmla="*/ 167117 w 323850"/>
                <a:gd name="connsiteY9" fmla="*/ 2573 h 2152650"/>
                <a:gd name="connsiteX0" fmla="*/ 167117 w 323850"/>
                <a:gd name="connsiteY0" fmla="*/ 2573 h 2152650"/>
                <a:gd name="connsiteX1" fmla="*/ 152400 w 323850"/>
                <a:gd name="connsiteY1" fmla="*/ 647700 h 2152650"/>
                <a:gd name="connsiteX2" fmla="*/ 0 w 323850"/>
                <a:gd name="connsiteY2" fmla="*/ 1457325 h 2152650"/>
                <a:gd name="connsiteX3" fmla="*/ 180975 w 323850"/>
                <a:gd name="connsiteY3" fmla="*/ 2152650 h 2152650"/>
                <a:gd name="connsiteX4" fmla="*/ 323850 w 323850"/>
                <a:gd name="connsiteY4" fmla="*/ 2066925 h 2152650"/>
                <a:gd name="connsiteX5" fmla="*/ 161925 w 323850"/>
                <a:gd name="connsiteY5" fmla="*/ 1419225 h 2152650"/>
                <a:gd name="connsiteX6" fmla="*/ 295275 w 323850"/>
                <a:gd name="connsiteY6" fmla="*/ 628650 h 2152650"/>
                <a:gd name="connsiteX7" fmla="*/ 285750 w 323850"/>
                <a:gd name="connsiteY7" fmla="*/ 542925 h 2152650"/>
                <a:gd name="connsiteX8" fmla="*/ 276225 w 323850"/>
                <a:gd name="connsiteY8" fmla="*/ 0 h 2152650"/>
                <a:gd name="connsiteX9" fmla="*/ 167117 w 323850"/>
                <a:gd name="connsiteY9" fmla="*/ 2573 h 2152650"/>
                <a:gd name="connsiteX0" fmla="*/ 167117 w 323850"/>
                <a:gd name="connsiteY0" fmla="*/ 2573 h 2152650"/>
                <a:gd name="connsiteX1" fmla="*/ 152400 w 323850"/>
                <a:gd name="connsiteY1" fmla="*/ 647700 h 2152650"/>
                <a:gd name="connsiteX2" fmla="*/ 0 w 323850"/>
                <a:gd name="connsiteY2" fmla="*/ 1457325 h 2152650"/>
                <a:gd name="connsiteX3" fmla="*/ 180975 w 323850"/>
                <a:gd name="connsiteY3" fmla="*/ 2152650 h 2152650"/>
                <a:gd name="connsiteX4" fmla="*/ 323850 w 323850"/>
                <a:gd name="connsiteY4" fmla="*/ 2066925 h 2152650"/>
                <a:gd name="connsiteX5" fmla="*/ 161925 w 323850"/>
                <a:gd name="connsiteY5" fmla="*/ 1419225 h 2152650"/>
                <a:gd name="connsiteX6" fmla="*/ 295275 w 323850"/>
                <a:gd name="connsiteY6" fmla="*/ 628650 h 2152650"/>
                <a:gd name="connsiteX7" fmla="*/ 276225 w 323850"/>
                <a:gd name="connsiteY7" fmla="*/ 0 h 2152650"/>
                <a:gd name="connsiteX8" fmla="*/ 167117 w 323850"/>
                <a:gd name="connsiteY8" fmla="*/ 2573 h 2152650"/>
                <a:gd name="connsiteX0" fmla="*/ 167117 w 327783"/>
                <a:gd name="connsiteY0" fmla="*/ 2573 h 2152650"/>
                <a:gd name="connsiteX1" fmla="*/ 152400 w 327783"/>
                <a:gd name="connsiteY1" fmla="*/ 647700 h 2152650"/>
                <a:gd name="connsiteX2" fmla="*/ 0 w 327783"/>
                <a:gd name="connsiteY2" fmla="*/ 1457325 h 2152650"/>
                <a:gd name="connsiteX3" fmla="*/ 180975 w 327783"/>
                <a:gd name="connsiteY3" fmla="*/ 2152650 h 2152650"/>
                <a:gd name="connsiteX4" fmla="*/ 323850 w 327783"/>
                <a:gd name="connsiteY4" fmla="*/ 2066925 h 2152650"/>
                <a:gd name="connsiteX5" fmla="*/ 161925 w 327783"/>
                <a:gd name="connsiteY5" fmla="*/ 1419225 h 2152650"/>
                <a:gd name="connsiteX6" fmla="*/ 295275 w 327783"/>
                <a:gd name="connsiteY6" fmla="*/ 628650 h 2152650"/>
                <a:gd name="connsiteX7" fmla="*/ 276225 w 327783"/>
                <a:gd name="connsiteY7" fmla="*/ 0 h 2152650"/>
                <a:gd name="connsiteX8" fmla="*/ 167117 w 327783"/>
                <a:gd name="connsiteY8" fmla="*/ 2573 h 2152650"/>
                <a:gd name="connsiteX0" fmla="*/ 167117 w 349517"/>
                <a:gd name="connsiteY0" fmla="*/ 2573 h 2152650"/>
                <a:gd name="connsiteX1" fmla="*/ 152400 w 349517"/>
                <a:gd name="connsiteY1" fmla="*/ 647700 h 2152650"/>
                <a:gd name="connsiteX2" fmla="*/ 0 w 349517"/>
                <a:gd name="connsiteY2" fmla="*/ 1457325 h 2152650"/>
                <a:gd name="connsiteX3" fmla="*/ 180975 w 349517"/>
                <a:gd name="connsiteY3" fmla="*/ 2152650 h 2152650"/>
                <a:gd name="connsiteX4" fmla="*/ 323850 w 349517"/>
                <a:gd name="connsiteY4" fmla="*/ 2066925 h 2152650"/>
                <a:gd name="connsiteX5" fmla="*/ 161925 w 349517"/>
                <a:gd name="connsiteY5" fmla="*/ 1419225 h 2152650"/>
                <a:gd name="connsiteX6" fmla="*/ 295275 w 349517"/>
                <a:gd name="connsiteY6" fmla="*/ 628650 h 2152650"/>
                <a:gd name="connsiteX7" fmla="*/ 349310 w 349517"/>
                <a:gd name="connsiteY7" fmla="*/ 216050 h 2152650"/>
                <a:gd name="connsiteX8" fmla="*/ 276225 w 349517"/>
                <a:gd name="connsiteY8" fmla="*/ 0 h 2152650"/>
                <a:gd name="connsiteX9" fmla="*/ 167117 w 349517"/>
                <a:gd name="connsiteY9" fmla="*/ 2573 h 2152650"/>
                <a:gd name="connsiteX0" fmla="*/ 167117 w 349517"/>
                <a:gd name="connsiteY0" fmla="*/ 2573 h 2152650"/>
                <a:gd name="connsiteX1" fmla="*/ 152400 w 349517"/>
                <a:gd name="connsiteY1" fmla="*/ 647700 h 2152650"/>
                <a:gd name="connsiteX2" fmla="*/ 0 w 349517"/>
                <a:gd name="connsiteY2" fmla="*/ 1457325 h 2152650"/>
                <a:gd name="connsiteX3" fmla="*/ 180975 w 349517"/>
                <a:gd name="connsiteY3" fmla="*/ 2152650 h 2152650"/>
                <a:gd name="connsiteX4" fmla="*/ 323850 w 349517"/>
                <a:gd name="connsiteY4" fmla="*/ 2066925 h 2152650"/>
                <a:gd name="connsiteX5" fmla="*/ 161925 w 349517"/>
                <a:gd name="connsiteY5" fmla="*/ 1419225 h 2152650"/>
                <a:gd name="connsiteX6" fmla="*/ 295275 w 349517"/>
                <a:gd name="connsiteY6" fmla="*/ 628650 h 2152650"/>
                <a:gd name="connsiteX7" fmla="*/ 349310 w 349517"/>
                <a:gd name="connsiteY7" fmla="*/ 216050 h 2152650"/>
                <a:gd name="connsiteX8" fmla="*/ 276225 w 349517"/>
                <a:gd name="connsiteY8" fmla="*/ 0 h 2152650"/>
                <a:gd name="connsiteX9" fmla="*/ 167117 w 349517"/>
                <a:gd name="connsiteY9" fmla="*/ 2573 h 2152650"/>
                <a:gd name="connsiteX0" fmla="*/ 167117 w 349517"/>
                <a:gd name="connsiteY0" fmla="*/ 2573 h 2152650"/>
                <a:gd name="connsiteX1" fmla="*/ 152400 w 349517"/>
                <a:gd name="connsiteY1" fmla="*/ 647700 h 2152650"/>
                <a:gd name="connsiteX2" fmla="*/ 0 w 349517"/>
                <a:gd name="connsiteY2" fmla="*/ 1457325 h 2152650"/>
                <a:gd name="connsiteX3" fmla="*/ 180975 w 349517"/>
                <a:gd name="connsiteY3" fmla="*/ 2152650 h 2152650"/>
                <a:gd name="connsiteX4" fmla="*/ 323850 w 349517"/>
                <a:gd name="connsiteY4" fmla="*/ 2066925 h 2152650"/>
                <a:gd name="connsiteX5" fmla="*/ 161925 w 349517"/>
                <a:gd name="connsiteY5" fmla="*/ 1419225 h 2152650"/>
                <a:gd name="connsiteX6" fmla="*/ 295275 w 349517"/>
                <a:gd name="connsiteY6" fmla="*/ 628650 h 2152650"/>
                <a:gd name="connsiteX7" fmla="*/ 349310 w 349517"/>
                <a:gd name="connsiteY7" fmla="*/ 216050 h 2152650"/>
                <a:gd name="connsiteX8" fmla="*/ 276225 w 349517"/>
                <a:gd name="connsiteY8" fmla="*/ 0 h 2152650"/>
                <a:gd name="connsiteX9" fmla="*/ 167117 w 349517"/>
                <a:gd name="connsiteY9" fmla="*/ 2573 h 2152650"/>
                <a:gd name="connsiteX0" fmla="*/ 167117 w 349782"/>
                <a:gd name="connsiteY0" fmla="*/ 2573 h 2152650"/>
                <a:gd name="connsiteX1" fmla="*/ 152400 w 349782"/>
                <a:gd name="connsiteY1" fmla="*/ 647700 h 2152650"/>
                <a:gd name="connsiteX2" fmla="*/ 0 w 349782"/>
                <a:gd name="connsiteY2" fmla="*/ 1457325 h 2152650"/>
                <a:gd name="connsiteX3" fmla="*/ 180975 w 349782"/>
                <a:gd name="connsiteY3" fmla="*/ 2152650 h 2152650"/>
                <a:gd name="connsiteX4" fmla="*/ 323850 w 349782"/>
                <a:gd name="connsiteY4" fmla="*/ 2066925 h 2152650"/>
                <a:gd name="connsiteX5" fmla="*/ 161925 w 349782"/>
                <a:gd name="connsiteY5" fmla="*/ 1419225 h 2152650"/>
                <a:gd name="connsiteX6" fmla="*/ 295275 w 349782"/>
                <a:gd name="connsiteY6" fmla="*/ 628650 h 2152650"/>
                <a:gd name="connsiteX7" fmla="*/ 349310 w 349782"/>
                <a:gd name="connsiteY7" fmla="*/ 216050 h 2152650"/>
                <a:gd name="connsiteX8" fmla="*/ 276225 w 349782"/>
                <a:gd name="connsiteY8" fmla="*/ 0 h 2152650"/>
                <a:gd name="connsiteX9" fmla="*/ 167117 w 349782"/>
                <a:gd name="connsiteY9" fmla="*/ 2573 h 2152650"/>
                <a:gd name="connsiteX0" fmla="*/ 167117 w 349782"/>
                <a:gd name="connsiteY0" fmla="*/ 2573 h 2152650"/>
                <a:gd name="connsiteX1" fmla="*/ 152400 w 349782"/>
                <a:gd name="connsiteY1" fmla="*/ 647700 h 2152650"/>
                <a:gd name="connsiteX2" fmla="*/ 0 w 349782"/>
                <a:gd name="connsiteY2" fmla="*/ 1457325 h 2152650"/>
                <a:gd name="connsiteX3" fmla="*/ 180975 w 349782"/>
                <a:gd name="connsiteY3" fmla="*/ 2152650 h 2152650"/>
                <a:gd name="connsiteX4" fmla="*/ 323850 w 349782"/>
                <a:gd name="connsiteY4" fmla="*/ 2066925 h 2152650"/>
                <a:gd name="connsiteX5" fmla="*/ 161925 w 349782"/>
                <a:gd name="connsiteY5" fmla="*/ 1419225 h 2152650"/>
                <a:gd name="connsiteX6" fmla="*/ 295275 w 349782"/>
                <a:gd name="connsiteY6" fmla="*/ 628650 h 2152650"/>
                <a:gd name="connsiteX7" fmla="*/ 349310 w 349782"/>
                <a:gd name="connsiteY7" fmla="*/ 216050 h 2152650"/>
                <a:gd name="connsiteX8" fmla="*/ 276225 w 349782"/>
                <a:gd name="connsiteY8" fmla="*/ 0 h 2152650"/>
                <a:gd name="connsiteX9" fmla="*/ 167117 w 349782"/>
                <a:gd name="connsiteY9" fmla="*/ 2573 h 2152650"/>
                <a:gd name="connsiteX0" fmla="*/ 167117 w 349782"/>
                <a:gd name="connsiteY0" fmla="*/ 2573 h 2152650"/>
                <a:gd name="connsiteX1" fmla="*/ 152400 w 349782"/>
                <a:gd name="connsiteY1" fmla="*/ 647700 h 2152650"/>
                <a:gd name="connsiteX2" fmla="*/ 0 w 349782"/>
                <a:gd name="connsiteY2" fmla="*/ 1457325 h 2152650"/>
                <a:gd name="connsiteX3" fmla="*/ 180975 w 349782"/>
                <a:gd name="connsiteY3" fmla="*/ 2152650 h 2152650"/>
                <a:gd name="connsiteX4" fmla="*/ 323850 w 349782"/>
                <a:gd name="connsiteY4" fmla="*/ 2066925 h 2152650"/>
                <a:gd name="connsiteX5" fmla="*/ 161925 w 349782"/>
                <a:gd name="connsiteY5" fmla="*/ 1419225 h 2152650"/>
                <a:gd name="connsiteX6" fmla="*/ 295275 w 349782"/>
                <a:gd name="connsiteY6" fmla="*/ 628650 h 2152650"/>
                <a:gd name="connsiteX7" fmla="*/ 349310 w 349782"/>
                <a:gd name="connsiteY7" fmla="*/ 216050 h 2152650"/>
                <a:gd name="connsiteX8" fmla="*/ 276225 w 349782"/>
                <a:gd name="connsiteY8" fmla="*/ 0 h 2152650"/>
                <a:gd name="connsiteX9" fmla="*/ 167117 w 349782"/>
                <a:gd name="connsiteY9" fmla="*/ 2573 h 2152650"/>
                <a:gd name="connsiteX0" fmla="*/ 167117 w 349782"/>
                <a:gd name="connsiteY0" fmla="*/ 2573 h 2152650"/>
                <a:gd name="connsiteX1" fmla="*/ 152400 w 349782"/>
                <a:gd name="connsiteY1" fmla="*/ 647700 h 2152650"/>
                <a:gd name="connsiteX2" fmla="*/ 0 w 349782"/>
                <a:gd name="connsiteY2" fmla="*/ 1457325 h 2152650"/>
                <a:gd name="connsiteX3" fmla="*/ 180975 w 349782"/>
                <a:gd name="connsiteY3" fmla="*/ 2152650 h 2152650"/>
                <a:gd name="connsiteX4" fmla="*/ 323850 w 349782"/>
                <a:gd name="connsiteY4" fmla="*/ 2066925 h 2152650"/>
                <a:gd name="connsiteX5" fmla="*/ 161925 w 349782"/>
                <a:gd name="connsiteY5" fmla="*/ 1419225 h 2152650"/>
                <a:gd name="connsiteX6" fmla="*/ 295275 w 349782"/>
                <a:gd name="connsiteY6" fmla="*/ 628650 h 2152650"/>
                <a:gd name="connsiteX7" fmla="*/ 349310 w 349782"/>
                <a:gd name="connsiteY7" fmla="*/ 216050 h 2152650"/>
                <a:gd name="connsiteX8" fmla="*/ 276225 w 349782"/>
                <a:gd name="connsiteY8" fmla="*/ 0 h 2152650"/>
                <a:gd name="connsiteX9" fmla="*/ 167117 w 349782"/>
                <a:gd name="connsiteY9" fmla="*/ 2573 h 2152650"/>
                <a:gd name="connsiteX0" fmla="*/ 178793 w 361458"/>
                <a:gd name="connsiteY0" fmla="*/ 2573 h 2152650"/>
                <a:gd name="connsiteX1" fmla="*/ 164076 w 361458"/>
                <a:gd name="connsiteY1" fmla="*/ 647700 h 2152650"/>
                <a:gd name="connsiteX2" fmla="*/ 11676 w 361458"/>
                <a:gd name="connsiteY2" fmla="*/ 1457325 h 2152650"/>
                <a:gd name="connsiteX3" fmla="*/ 192651 w 361458"/>
                <a:gd name="connsiteY3" fmla="*/ 2152650 h 2152650"/>
                <a:gd name="connsiteX4" fmla="*/ 335526 w 361458"/>
                <a:gd name="connsiteY4" fmla="*/ 2066925 h 2152650"/>
                <a:gd name="connsiteX5" fmla="*/ 173601 w 361458"/>
                <a:gd name="connsiteY5" fmla="*/ 1419225 h 2152650"/>
                <a:gd name="connsiteX6" fmla="*/ 306951 w 361458"/>
                <a:gd name="connsiteY6" fmla="*/ 628650 h 2152650"/>
                <a:gd name="connsiteX7" fmla="*/ 360986 w 361458"/>
                <a:gd name="connsiteY7" fmla="*/ 216050 h 2152650"/>
                <a:gd name="connsiteX8" fmla="*/ 287901 w 361458"/>
                <a:gd name="connsiteY8" fmla="*/ 0 h 2152650"/>
                <a:gd name="connsiteX9" fmla="*/ 178793 w 361458"/>
                <a:gd name="connsiteY9" fmla="*/ 2573 h 2152650"/>
                <a:gd name="connsiteX0" fmla="*/ 178793 w 361849"/>
                <a:gd name="connsiteY0" fmla="*/ 2573 h 2152650"/>
                <a:gd name="connsiteX1" fmla="*/ 164076 w 361849"/>
                <a:gd name="connsiteY1" fmla="*/ 647700 h 2152650"/>
                <a:gd name="connsiteX2" fmla="*/ 11676 w 361849"/>
                <a:gd name="connsiteY2" fmla="*/ 1457325 h 2152650"/>
                <a:gd name="connsiteX3" fmla="*/ 192651 w 361849"/>
                <a:gd name="connsiteY3" fmla="*/ 2152650 h 2152650"/>
                <a:gd name="connsiteX4" fmla="*/ 335526 w 361849"/>
                <a:gd name="connsiteY4" fmla="*/ 2066925 h 2152650"/>
                <a:gd name="connsiteX5" fmla="*/ 173601 w 361849"/>
                <a:gd name="connsiteY5" fmla="*/ 1419225 h 2152650"/>
                <a:gd name="connsiteX6" fmla="*/ 315618 w 361849"/>
                <a:gd name="connsiteY6" fmla="*/ 654652 h 2152650"/>
                <a:gd name="connsiteX7" fmla="*/ 360986 w 361849"/>
                <a:gd name="connsiteY7" fmla="*/ 216050 h 2152650"/>
                <a:gd name="connsiteX8" fmla="*/ 287901 w 361849"/>
                <a:gd name="connsiteY8" fmla="*/ 0 h 2152650"/>
                <a:gd name="connsiteX9" fmla="*/ 178793 w 361849"/>
                <a:gd name="connsiteY9" fmla="*/ 2573 h 2152650"/>
                <a:gd name="connsiteX0" fmla="*/ 178793 w 361849"/>
                <a:gd name="connsiteY0" fmla="*/ 2573 h 2152650"/>
                <a:gd name="connsiteX1" fmla="*/ 164076 w 361849"/>
                <a:gd name="connsiteY1" fmla="*/ 647700 h 2152650"/>
                <a:gd name="connsiteX2" fmla="*/ 11676 w 361849"/>
                <a:gd name="connsiteY2" fmla="*/ 1457325 h 2152650"/>
                <a:gd name="connsiteX3" fmla="*/ 192651 w 361849"/>
                <a:gd name="connsiteY3" fmla="*/ 2152650 h 2152650"/>
                <a:gd name="connsiteX4" fmla="*/ 361528 w 361849"/>
                <a:gd name="connsiteY4" fmla="*/ 2131929 h 2152650"/>
                <a:gd name="connsiteX5" fmla="*/ 173601 w 361849"/>
                <a:gd name="connsiteY5" fmla="*/ 1419225 h 2152650"/>
                <a:gd name="connsiteX6" fmla="*/ 315618 w 361849"/>
                <a:gd name="connsiteY6" fmla="*/ 654652 h 2152650"/>
                <a:gd name="connsiteX7" fmla="*/ 360986 w 361849"/>
                <a:gd name="connsiteY7" fmla="*/ 216050 h 2152650"/>
                <a:gd name="connsiteX8" fmla="*/ 287901 w 361849"/>
                <a:gd name="connsiteY8" fmla="*/ 0 h 2152650"/>
                <a:gd name="connsiteX9" fmla="*/ 178793 w 361849"/>
                <a:gd name="connsiteY9" fmla="*/ 2573 h 2152650"/>
                <a:gd name="connsiteX0" fmla="*/ 178793 w 361528"/>
                <a:gd name="connsiteY0" fmla="*/ 2573 h 2152650"/>
                <a:gd name="connsiteX1" fmla="*/ 164076 w 361528"/>
                <a:gd name="connsiteY1" fmla="*/ 647700 h 2152650"/>
                <a:gd name="connsiteX2" fmla="*/ 11676 w 361528"/>
                <a:gd name="connsiteY2" fmla="*/ 1457325 h 2152650"/>
                <a:gd name="connsiteX3" fmla="*/ 192651 w 361528"/>
                <a:gd name="connsiteY3" fmla="*/ 2152650 h 2152650"/>
                <a:gd name="connsiteX4" fmla="*/ 361528 w 361528"/>
                <a:gd name="connsiteY4" fmla="*/ 2131929 h 2152650"/>
                <a:gd name="connsiteX5" fmla="*/ 173601 w 361528"/>
                <a:gd name="connsiteY5" fmla="*/ 1419225 h 2152650"/>
                <a:gd name="connsiteX6" fmla="*/ 315618 w 361528"/>
                <a:gd name="connsiteY6" fmla="*/ 654652 h 2152650"/>
                <a:gd name="connsiteX7" fmla="*/ 287901 w 361528"/>
                <a:gd name="connsiteY7" fmla="*/ 0 h 2152650"/>
                <a:gd name="connsiteX8" fmla="*/ 178793 w 361528"/>
                <a:gd name="connsiteY8" fmla="*/ 2573 h 2152650"/>
                <a:gd name="connsiteX0" fmla="*/ 178793 w 374776"/>
                <a:gd name="connsiteY0" fmla="*/ 2573 h 2152650"/>
                <a:gd name="connsiteX1" fmla="*/ 164076 w 374776"/>
                <a:gd name="connsiteY1" fmla="*/ 647700 h 2152650"/>
                <a:gd name="connsiteX2" fmla="*/ 11676 w 374776"/>
                <a:gd name="connsiteY2" fmla="*/ 1457325 h 2152650"/>
                <a:gd name="connsiteX3" fmla="*/ 192651 w 374776"/>
                <a:gd name="connsiteY3" fmla="*/ 2152650 h 2152650"/>
                <a:gd name="connsiteX4" fmla="*/ 361528 w 374776"/>
                <a:gd name="connsiteY4" fmla="*/ 2131929 h 2152650"/>
                <a:gd name="connsiteX5" fmla="*/ 173601 w 374776"/>
                <a:gd name="connsiteY5" fmla="*/ 1419225 h 2152650"/>
                <a:gd name="connsiteX6" fmla="*/ 315618 w 374776"/>
                <a:gd name="connsiteY6" fmla="*/ 654652 h 2152650"/>
                <a:gd name="connsiteX7" fmla="*/ 287901 w 374776"/>
                <a:gd name="connsiteY7" fmla="*/ 0 h 2152650"/>
                <a:gd name="connsiteX8" fmla="*/ 178793 w 374776"/>
                <a:gd name="connsiteY8" fmla="*/ 2573 h 2152650"/>
                <a:gd name="connsiteX0" fmla="*/ 178793 w 391181"/>
                <a:gd name="connsiteY0" fmla="*/ 2573 h 2152650"/>
                <a:gd name="connsiteX1" fmla="*/ 164076 w 391181"/>
                <a:gd name="connsiteY1" fmla="*/ 647700 h 2152650"/>
                <a:gd name="connsiteX2" fmla="*/ 11676 w 391181"/>
                <a:gd name="connsiteY2" fmla="*/ 1457325 h 2152650"/>
                <a:gd name="connsiteX3" fmla="*/ 192651 w 391181"/>
                <a:gd name="connsiteY3" fmla="*/ 2152650 h 2152650"/>
                <a:gd name="connsiteX4" fmla="*/ 361528 w 391181"/>
                <a:gd name="connsiteY4" fmla="*/ 2131929 h 2152650"/>
                <a:gd name="connsiteX5" fmla="*/ 173601 w 391181"/>
                <a:gd name="connsiteY5" fmla="*/ 1419225 h 2152650"/>
                <a:gd name="connsiteX6" fmla="*/ 315618 w 391181"/>
                <a:gd name="connsiteY6" fmla="*/ 654652 h 2152650"/>
                <a:gd name="connsiteX7" fmla="*/ 287901 w 391181"/>
                <a:gd name="connsiteY7" fmla="*/ 0 h 2152650"/>
                <a:gd name="connsiteX8" fmla="*/ 178793 w 391181"/>
                <a:gd name="connsiteY8" fmla="*/ 2573 h 2152650"/>
                <a:gd name="connsiteX0" fmla="*/ 148458 w 391181"/>
                <a:gd name="connsiteY0" fmla="*/ 15574 h 2152650"/>
                <a:gd name="connsiteX1" fmla="*/ 164076 w 391181"/>
                <a:gd name="connsiteY1" fmla="*/ 647700 h 2152650"/>
                <a:gd name="connsiteX2" fmla="*/ 11676 w 391181"/>
                <a:gd name="connsiteY2" fmla="*/ 1457325 h 2152650"/>
                <a:gd name="connsiteX3" fmla="*/ 192651 w 391181"/>
                <a:gd name="connsiteY3" fmla="*/ 2152650 h 2152650"/>
                <a:gd name="connsiteX4" fmla="*/ 361528 w 391181"/>
                <a:gd name="connsiteY4" fmla="*/ 2131929 h 2152650"/>
                <a:gd name="connsiteX5" fmla="*/ 173601 w 391181"/>
                <a:gd name="connsiteY5" fmla="*/ 1419225 h 2152650"/>
                <a:gd name="connsiteX6" fmla="*/ 315618 w 391181"/>
                <a:gd name="connsiteY6" fmla="*/ 654652 h 2152650"/>
                <a:gd name="connsiteX7" fmla="*/ 287901 w 391181"/>
                <a:gd name="connsiteY7" fmla="*/ 0 h 2152650"/>
                <a:gd name="connsiteX8" fmla="*/ 148458 w 391181"/>
                <a:gd name="connsiteY8" fmla="*/ 15574 h 2152650"/>
                <a:gd name="connsiteX0" fmla="*/ 148458 w 391181"/>
                <a:gd name="connsiteY0" fmla="*/ 15574 h 2152650"/>
                <a:gd name="connsiteX1" fmla="*/ 164076 w 391181"/>
                <a:gd name="connsiteY1" fmla="*/ 647700 h 2152650"/>
                <a:gd name="connsiteX2" fmla="*/ 11676 w 391181"/>
                <a:gd name="connsiteY2" fmla="*/ 1457325 h 2152650"/>
                <a:gd name="connsiteX3" fmla="*/ 192651 w 391181"/>
                <a:gd name="connsiteY3" fmla="*/ 2152650 h 2152650"/>
                <a:gd name="connsiteX4" fmla="*/ 361528 w 391181"/>
                <a:gd name="connsiteY4" fmla="*/ 2131929 h 2152650"/>
                <a:gd name="connsiteX5" fmla="*/ 173601 w 391181"/>
                <a:gd name="connsiteY5" fmla="*/ 1419225 h 2152650"/>
                <a:gd name="connsiteX6" fmla="*/ 315618 w 391181"/>
                <a:gd name="connsiteY6" fmla="*/ 654652 h 2152650"/>
                <a:gd name="connsiteX7" fmla="*/ 287901 w 391181"/>
                <a:gd name="connsiteY7" fmla="*/ 0 h 2152650"/>
                <a:gd name="connsiteX8" fmla="*/ 148458 w 391181"/>
                <a:gd name="connsiteY8" fmla="*/ 15574 h 2152650"/>
                <a:gd name="connsiteX0" fmla="*/ 148458 w 391181"/>
                <a:gd name="connsiteY0" fmla="*/ 15574 h 2152650"/>
                <a:gd name="connsiteX1" fmla="*/ 164076 w 391181"/>
                <a:gd name="connsiteY1" fmla="*/ 647700 h 2152650"/>
                <a:gd name="connsiteX2" fmla="*/ 11676 w 391181"/>
                <a:gd name="connsiteY2" fmla="*/ 1457325 h 2152650"/>
                <a:gd name="connsiteX3" fmla="*/ 192651 w 391181"/>
                <a:gd name="connsiteY3" fmla="*/ 2152650 h 2152650"/>
                <a:gd name="connsiteX4" fmla="*/ 361528 w 391181"/>
                <a:gd name="connsiteY4" fmla="*/ 2131929 h 2152650"/>
                <a:gd name="connsiteX5" fmla="*/ 173601 w 391181"/>
                <a:gd name="connsiteY5" fmla="*/ 1419225 h 2152650"/>
                <a:gd name="connsiteX6" fmla="*/ 315618 w 391181"/>
                <a:gd name="connsiteY6" fmla="*/ 654652 h 2152650"/>
                <a:gd name="connsiteX7" fmla="*/ 287901 w 391181"/>
                <a:gd name="connsiteY7" fmla="*/ 0 h 2152650"/>
                <a:gd name="connsiteX8" fmla="*/ 148458 w 391181"/>
                <a:gd name="connsiteY8" fmla="*/ 15574 h 2152650"/>
                <a:gd name="connsiteX0" fmla="*/ 150132 w 392855"/>
                <a:gd name="connsiteY0" fmla="*/ 15574 h 2152650"/>
                <a:gd name="connsiteX1" fmla="*/ 148416 w 392855"/>
                <a:gd name="connsiteY1" fmla="*/ 647700 h 2152650"/>
                <a:gd name="connsiteX2" fmla="*/ 13350 w 392855"/>
                <a:gd name="connsiteY2" fmla="*/ 1457325 h 2152650"/>
                <a:gd name="connsiteX3" fmla="*/ 194325 w 392855"/>
                <a:gd name="connsiteY3" fmla="*/ 2152650 h 2152650"/>
                <a:gd name="connsiteX4" fmla="*/ 363202 w 392855"/>
                <a:gd name="connsiteY4" fmla="*/ 2131929 h 2152650"/>
                <a:gd name="connsiteX5" fmla="*/ 175275 w 392855"/>
                <a:gd name="connsiteY5" fmla="*/ 1419225 h 2152650"/>
                <a:gd name="connsiteX6" fmla="*/ 317292 w 392855"/>
                <a:gd name="connsiteY6" fmla="*/ 654652 h 2152650"/>
                <a:gd name="connsiteX7" fmla="*/ 289575 w 392855"/>
                <a:gd name="connsiteY7" fmla="*/ 0 h 2152650"/>
                <a:gd name="connsiteX8" fmla="*/ 150132 w 392855"/>
                <a:gd name="connsiteY8" fmla="*/ 15574 h 2152650"/>
                <a:gd name="connsiteX0" fmla="*/ 132798 w 392855"/>
                <a:gd name="connsiteY0" fmla="*/ 11240 h 2152650"/>
                <a:gd name="connsiteX1" fmla="*/ 148416 w 392855"/>
                <a:gd name="connsiteY1" fmla="*/ 647700 h 2152650"/>
                <a:gd name="connsiteX2" fmla="*/ 13350 w 392855"/>
                <a:gd name="connsiteY2" fmla="*/ 1457325 h 2152650"/>
                <a:gd name="connsiteX3" fmla="*/ 194325 w 392855"/>
                <a:gd name="connsiteY3" fmla="*/ 2152650 h 2152650"/>
                <a:gd name="connsiteX4" fmla="*/ 363202 w 392855"/>
                <a:gd name="connsiteY4" fmla="*/ 2131929 h 2152650"/>
                <a:gd name="connsiteX5" fmla="*/ 175275 w 392855"/>
                <a:gd name="connsiteY5" fmla="*/ 1419225 h 2152650"/>
                <a:gd name="connsiteX6" fmla="*/ 317292 w 392855"/>
                <a:gd name="connsiteY6" fmla="*/ 654652 h 2152650"/>
                <a:gd name="connsiteX7" fmla="*/ 289575 w 392855"/>
                <a:gd name="connsiteY7" fmla="*/ 0 h 2152650"/>
                <a:gd name="connsiteX8" fmla="*/ 132798 w 392855"/>
                <a:gd name="connsiteY8" fmla="*/ 11240 h 2152650"/>
                <a:gd name="connsiteX0" fmla="*/ 115464 w 392855"/>
                <a:gd name="connsiteY0" fmla="*/ 0 h 2158745"/>
                <a:gd name="connsiteX1" fmla="*/ 148416 w 392855"/>
                <a:gd name="connsiteY1" fmla="*/ 653795 h 2158745"/>
                <a:gd name="connsiteX2" fmla="*/ 13350 w 392855"/>
                <a:gd name="connsiteY2" fmla="*/ 1463420 h 2158745"/>
                <a:gd name="connsiteX3" fmla="*/ 194325 w 392855"/>
                <a:gd name="connsiteY3" fmla="*/ 2158745 h 2158745"/>
                <a:gd name="connsiteX4" fmla="*/ 363202 w 392855"/>
                <a:gd name="connsiteY4" fmla="*/ 2138024 h 2158745"/>
                <a:gd name="connsiteX5" fmla="*/ 175275 w 392855"/>
                <a:gd name="connsiteY5" fmla="*/ 1425320 h 2158745"/>
                <a:gd name="connsiteX6" fmla="*/ 317292 w 392855"/>
                <a:gd name="connsiteY6" fmla="*/ 660747 h 2158745"/>
                <a:gd name="connsiteX7" fmla="*/ 289575 w 392855"/>
                <a:gd name="connsiteY7" fmla="*/ 6095 h 2158745"/>
                <a:gd name="connsiteX8" fmla="*/ 115464 w 392855"/>
                <a:gd name="connsiteY8" fmla="*/ 0 h 2158745"/>
                <a:gd name="connsiteX0" fmla="*/ 115464 w 392855"/>
                <a:gd name="connsiteY0" fmla="*/ 0 h 2158745"/>
                <a:gd name="connsiteX1" fmla="*/ 148416 w 392855"/>
                <a:gd name="connsiteY1" fmla="*/ 653795 h 2158745"/>
                <a:gd name="connsiteX2" fmla="*/ 13350 w 392855"/>
                <a:gd name="connsiteY2" fmla="*/ 1463420 h 2158745"/>
                <a:gd name="connsiteX3" fmla="*/ 194325 w 392855"/>
                <a:gd name="connsiteY3" fmla="*/ 2158745 h 2158745"/>
                <a:gd name="connsiteX4" fmla="*/ 363202 w 392855"/>
                <a:gd name="connsiteY4" fmla="*/ 2138024 h 2158745"/>
                <a:gd name="connsiteX5" fmla="*/ 175275 w 392855"/>
                <a:gd name="connsiteY5" fmla="*/ 1425320 h 2158745"/>
                <a:gd name="connsiteX6" fmla="*/ 317292 w 392855"/>
                <a:gd name="connsiteY6" fmla="*/ 660747 h 2158745"/>
                <a:gd name="connsiteX7" fmla="*/ 289575 w 392855"/>
                <a:gd name="connsiteY7" fmla="*/ 6095 h 2158745"/>
                <a:gd name="connsiteX8" fmla="*/ 115464 w 392855"/>
                <a:gd name="connsiteY8" fmla="*/ 0 h 2158745"/>
                <a:gd name="connsiteX0" fmla="*/ 115464 w 387669"/>
                <a:gd name="connsiteY0" fmla="*/ 0 h 2158745"/>
                <a:gd name="connsiteX1" fmla="*/ 148416 w 387669"/>
                <a:gd name="connsiteY1" fmla="*/ 653795 h 2158745"/>
                <a:gd name="connsiteX2" fmla="*/ 13350 w 387669"/>
                <a:gd name="connsiteY2" fmla="*/ 1463420 h 2158745"/>
                <a:gd name="connsiteX3" fmla="*/ 194325 w 387669"/>
                <a:gd name="connsiteY3" fmla="*/ 2158745 h 2158745"/>
                <a:gd name="connsiteX4" fmla="*/ 363202 w 387669"/>
                <a:gd name="connsiteY4" fmla="*/ 2138024 h 2158745"/>
                <a:gd name="connsiteX5" fmla="*/ 175275 w 387669"/>
                <a:gd name="connsiteY5" fmla="*/ 1425320 h 2158745"/>
                <a:gd name="connsiteX6" fmla="*/ 317292 w 387669"/>
                <a:gd name="connsiteY6" fmla="*/ 660747 h 2158745"/>
                <a:gd name="connsiteX7" fmla="*/ 289575 w 387669"/>
                <a:gd name="connsiteY7" fmla="*/ 6095 h 2158745"/>
                <a:gd name="connsiteX8" fmla="*/ 115464 w 387669"/>
                <a:gd name="connsiteY8" fmla="*/ 0 h 2158745"/>
                <a:gd name="connsiteX0" fmla="*/ 115464 w 387669"/>
                <a:gd name="connsiteY0" fmla="*/ 0 h 2158745"/>
                <a:gd name="connsiteX1" fmla="*/ 148416 w 387669"/>
                <a:gd name="connsiteY1" fmla="*/ 653795 h 2158745"/>
                <a:gd name="connsiteX2" fmla="*/ 13350 w 387669"/>
                <a:gd name="connsiteY2" fmla="*/ 1463420 h 2158745"/>
                <a:gd name="connsiteX3" fmla="*/ 194325 w 387669"/>
                <a:gd name="connsiteY3" fmla="*/ 2158745 h 2158745"/>
                <a:gd name="connsiteX4" fmla="*/ 363202 w 387669"/>
                <a:gd name="connsiteY4" fmla="*/ 2138024 h 2158745"/>
                <a:gd name="connsiteX5" fmla="*/ 175275 w 387669"/>
                <a:gd name="connsiteY5" fmla="*/ 1425320 h 2158745"/>
                <a:gd name="connsiteX6" fmla="*/ 317292 w 387669"/>
                <a:gd name="connsiteY6" fmla="*/ 660747 h 2158745"/>
                <a:gd name="connsiteX7" fmla="*/ 289575 w 387669"/>
                <a:gd name="connsiteY7" fmla="*/ 6095 h 2158745"/>
                <a:gd name="connsiteX8" fmla="*/ 115464 w 387669"/>
                <a:gd name="connsiteY8" fmla="*/ 0 h 2158745"/>
                <a:gd name="connsiteX0" fmla="*/ 115464 w 387669"/>
                <a:gd name="connsiteY0" fmla="*/ 0 h 2158745"/>
                <a:gd name="connsiteX1" fmla="*/ 148416 w 387669"/>
                <a:gd name="connsiteY1" fmla="*/ 653795 h 2158745"/>
                <a:gd name="connsiteX2" fmla="*/ 13350 w 387669"/>
                <a:gd name="connsiteY2" fmla="*/ 1463420 h 2158745"/>
                <a:gd name="connsiteX3" fmla="*/ 194325 w 387669"/>
                <a:gd name="connsiteY3" fmla="*/ 2158745 h 2158745"/>
                <a:gd name="connsiteX4" fmla="*/ 363202 w 387669"/>
                <a:gd name="connsiteY4" fmla="*/ 2138024 h 2158745"/>
                <a:gd name="connsiteX5" fmla="*/ 175275 w 387669"/>
                <a:gd name="connsiteY5" fmla="*/ 1425320 h 2158745"/>
                <a:gd name="connsiteX6" fmla="*/ 317292 w 387669"/>
                <a:gd name="connsiteY6" fmla="*/ 660747 h 2158745"/>
                <a:gd name="connsiteX7" fmla="*/ 289575 w 387669"/>
                <a:gd name="connsiteY7" fmla="*/ 6095 h 2158745"/>
                <a:gd name="connsiteX8" fmla="*/ 115464 w 387669"/>
                <a:gd name="connsiteY8" fmla="*/ 0 h 2158745"/>
                <a:gd name="connsiteX0" fmla="*/ 127719 w 399924"/>
                <a:gd name="connsiteY0" fmla="*/ 0 h 2158745"/>
                <a:gd name="connsiteX1" fmla="*/ 160671 w 399924"/>
                <a:gd name="connsiteY1" fmla="*/ 653795 h 2158745"/>
                <a:gd name="connsiteX2" fmla="*/ 25605 w 399924"/>
                <a:gd name="connsiteY2" fmla="*/ 1463420 h 2158745"/>
                <a:gd name="connsiteX3" fmla="*/ 206580 w 399924"/>
                <a:gd name="connsiteY3" fmla="*/ 2158745 h 2158745"/>
                <a:gd name="connsiteX4" fmla="*/ 375457 w 399924"/>
                <a:gd name="connsiteY4" fmla="*/ 2138024 h 2158745"/>
                <a:gd name="connsiteX5" fmla="*/ 187530 w 399924"/>
                <a:gd name="connsiteY5" fmla="*/ 1425320 h 2158745"/>
                <a:gd name="connsiteX6" fmla="*/ 329547 w 399924"/>
                <a:gd name="connsiteY6" fmla="*/ 660747 h 2158745"/>
                <a:gd name="connsiteX7" fmla="*/ 301830 w 399924"/>
                <a:gd name="connsiteY7" fmla="*/ 6095 h 2158745"/>
                <a:gd name="connsiteX8" fmla="*/ 127719 w 399924"/>
                <a:gd name="connsiteY8" fmla="*/ 0 h 2158745"/>
                <a:gd name="connsiteX0" fmla="*/ 127719 w 399924"/>
                <a:gd name="connsiteY0" fmla="*/ 0 h 2158745"/>
                <a:gd name="connsiteX1" fmla="*/ 160671 w 399924"/>
                <a:gd name="connsiteY1" fmla="*/ 653795 h 2158745"/>
                <a:gd name="connsiteX2" fmla="*/ 25605 w 399924"/>
                <a:gd name="connsiteY2" fmla="*/ 1463420 h 2158745"/>
                <a:gd name="connsiteX3" fmla="*/ 206580 w 399924"/>
                <a:gd name="connsiteY3" fmla="*/ 2158745 h 2158745"/>
                <a:gd name="connsiteX4" fmla="*/ 375457 w 399924"/>
                <a:gd name="connsiteY4" fmla="*/ 2138024 h 2158745"/>
                <a:gd name="connsiteX5" fmla="*/ 187530 w 399924"/>
                <a:gd name="connsiteY5" fmla="*/ 1425320 h 2158745"/>
                <a:gd name="connsiteX6" fmla="*/ 329547 w 399924"/>
                <a:gd name="connsiteY6" fmla="*/ 660747 h 2158745"/>
                <a:gd name="connsiteX7" fmla="*/ 301830 w 399924"/>
                <a:gd name="connsiteY7" fmla="*/ 6095 h 2158745"/>
                <a:gd name="connsiteX8" fmla="*/ 127719 w 399924"/>
                <a:gd name="connsiteY8" fmla="*/ 0 h 2158745"/>
                <a:gd name="connsiteX0" fmla="*/ 127719 w 399924"/>
                <a:gd name="connsiteY0" fmla="*/ 0 h 2158745"/>
                <a:gd name="connsiteX1" fmla="*/ 160671 w 399924"/>
                <a:gd name="connsiteY1" fmla="*/ 653795 h 2158745"/>
                <a:gd name="connsiteX2" fmla="*/ 25605 w 399924"/>
                <a:gd name="connsiteY2" fmla="*/ 1463420 h 2158745"/>
                <a:gd name="connsiteX3" fmla="*/ 206580 w 399924"/>
                <a:gd name="connsiteY3" fmla="*/ 2158745 h 2158745"/>
                <a:gd name="connsiteX4" fmla="*/ 375457 w 399924"/>
                <a:gd name="connsiteY4" fmla="*/ 2138024 h 2158745"/>
                <a:gd name="connsiteX5" fmla="*/ 187530 w 399924"/>
                <a:gd name="connsiteY5" fmla="*/ 1425320 h 2158745"/>
                <a:gd name="connsiteX6" fmla="*/ 329547 w 399924"/>
                <a:gd name="connsiteY6" fmla="*/ 660747 h 2158745"/>
                <a:gd name="connsiteX7" fmla="*/ 301830 w 399924"/>
                <a:gd name="connsiteY7" fmla="*/ 6095 h 2158745"/>
                <a:gd name="connsiteX8" fmla="*/ 127719 w 399924"/>
                <a:gd name="connsiteY8" fmla="*/ 0 h 2158745"/>
                <a:gd name="connsiteX0" fmla="*/ 146589 w 418794"/>
                <a:gd name="connsiteY0" fmla="*/ 0 h 2158745"/>
                <a:gd name="connsiteX1" fmla="*/ 179541 w 418794"/>
                <a:gd name="connsiteY1" fmla="*/ 653795 h 2158745"/>
                <a:gd name="connsiteX2" fmla="*/ 22807 w 418794"/>
                <a:gd name="connsiteY2" fmla="*/ 1463420 h 2158745"/>
                <a:gd name="connsiteX3" fmla="*/ 225450 w 418794"/>
                <a:gd name="connsiteY3" fmla="*/ 2158745 h 2158745"/>
                <a:gd name="connsiteX4" fmla="*/ 394327 w 418794"/>
                <a:gd name="connsiteY4" fmla="*/ 2138024 h 2158745"/>
                <a:gd name="connsiteX5" fmla="*/ 206400 w 418794"/>
                <a:gd name="connsiteY5" fmla="*/ 1425320 h 2158745"/>
                <a:gd name="connsiteX6" fmla="*/ 348417 w 418794"/>
                <a:gd name="connsiteY6" fmla="*/ 660747 h 2158745"/>
                <a:gd name="connsiteX7" fmla="*/ 320700 w 418794"/>
                <a:gd name="connsiteY7" fmla="*/ 6095 h 2158745"/>
                <a:gd name="connsiteX8" fmla="*/ 146589 w 418794"/>
                <a:gd name="connsiteY8" fmla="*/ 0 h 2158745"/>
                <a:gd name="connsiteX0" fmla="*/ 136662 w 408867"/>
                <a:gd name="connsiteY0" fmla="*/ 0 h 2158745"/>
                <a:gd name="connsiteX1" fmla="*/ 169614 w 408867"/>
                <a:gd name="connsiteY1" fmla="*/ 653795 h 2158745"/>
                <a:gd name="connsiteX2" fmla="*/ 12880 w 408867"/>
                <a:gd name="connsiteY2" fmla="*/ 1463420 h 2158745"/>
                <a:gd name="connsiteX3" fmla="*/ 215523 w 408867"/>
                <a:gd name="connsiteY3" fmla="*/ 2158745 h 2158745"/>
                <a:gd name="connsiteX4" fmla="*/ 384400 w 408867"/>
                <a:gd name="connsiteY4" fmla="*/ 2138024 h 2158745"/>
                <a:gd name="connsiteX5" fmla="*/ 196473 w 408867"/>
                <a:gd name="connsiteY5" fmla="*/ 1425320 h 2158745"/>
                <a:gd name="connsiteX6" fmla="*/ 338490 w 408867"/>
                <a:gd name="connsiteY6" fmla="*/ 660747 h 2158745"/>
                <a:gd name="connsiteX7" fmla="*/ 310773 w 408867"/>
                <a:gd name="connsiteY7" fmla="*/ 6095 h 2158745"/>
                <a:gd name="connsiteX8" fmla="*/ 136662 w 408867"/>
                <a:gd name="connsiteY8" fmla="*/ 0 h 2158745"/>
                <a:gd name="connsiteX0" fmla="*/ 136662 w 408867"/>
                <a:gd name="connsiteY0" fmla="*/ 0 h 2158745"/>
                <a:gd name="connsiteX1" fmla="*/ 169614 w 408867"/>
                <a:gd name="connsiteY1" fmla="*/ 653795 h 2158745"/>
                <a:gd name="connsiteX2" fmla="*/ 12880 w 408867"/>
                <a:gd name="connsiteY2" fmla="*/ 1463420 h 2158745"/>
                <a:gd name="connsiteX3" fmla="*/ 215523 w 408867"/>
                <a:gd name="connsiteY3" fmla="*/ 2158745 h 2158745"/>
                <a:gd name="connsiteX4" fmla="*/ 384400 w 408867"/>
                <a:gd name="connsiteY4" fmla="*/ 2138024 h 2158745"/>
                <a:gd name="connsiteX5" fmla="*/ 196473 w 408867"/>
                <a:gd name="connsiteY5" fmla="*/ 1425320 h 2158745"/>
                <a:gd name="connsiteX6" fmla="*/ 338490 w 408867"/>
                <a:gd name="connsiteY6" fmla="*/ 660747 h 2158745"/>
                <a:gd name="connsiteX7" fmla="*/ 310773 w 408867"/>
                <a:gd name="connsiteY7" fmla="*/ 6095 h 2158745"/>
                <a:gd name="connsiteX8" fmla="*/ 136662 w 408867"/>
                <a:gd name="connsiteY8" fmla="*/ 0 h 2158745"/>
                <a:gd name="connsiteX0" fmla="*/ 136662 w 408867"/>
                <a:gd name="connsiteY0" fmla="*/ 0 h 2158745"/>
                <a:gd name="connsiteX1" fmla="*/ 169614 w 408867"/>
                <a:gd name="connsiteY1" fmla="*/ 653795 h 2158745"/>
                <a:gd name="connsiteX2" fmla="*/ 12880 w 408867"/>
                <a:gd name="connsiteY2" fmla="*/ 1463420 h 2158745"/>
                <a:gd name="connsiteX3" fmla="*/ 215523 w 408867"/>
                <a:gd name="connsiteY3" fmla="*/ 2158745 h 2158745"/>
                <a:gd name="connsiteX4" fmla="*/ 384400 w 408867"/>
                <a:gd name="connsiteY4" fmla="*/ 2138024 h 2158745"/>
                <a:gd name="connsiteX5" fmla="*/ 196473 w 408867"/>
                <a:gd name="connsiteY5" fmla="*/ 1425320 h 2158745"/>
                <a:gd name="connsiteX6" fmla="*/ 338490 w 408867"/>
                <a:gd name="connsiteY6" fmla="*/ 660747 h 2158745"/>
                <a:gd name="connsiteX7" fmla="*/ 310773 w 408867"/>
                <a:gd name="connsiteY7" fmla="*/ 6095 h 2158745"/>
                <a:gd name="connsiteX8" fmla="*/ 136662 w 408867"/>
                <a:gd name="connsiteY8" fmla="*/ 0 h 2158745"/>
                <a:gd name="connsiteX0" fmla="*/ 136662 w 408867"/>
                <a:gd name="connsiteY0" fmla="*/ 0 h 2158745"/>
                <a:gd name="connsiteX1" fmla="*/ 169614 w 408867"/>
                <a:gd name="connsiteY1" fmla="*/ 653795 h 2158745"/>
                <a:gd name="connsiteX2" fmla="*/ 12880 w 408867"/>
                <a:gd name="connsiteY2" fmla="*/ 1463420 h 2158745"/>
                <a:gd name="connsiteX3" fmla="*/ 215523 w 408867"/>
                <a:gd name="connsiteY3" fmla="*/ 2158745 h 2158745"/>
                <a:gd name="connsiteX4" fmla="*/ 384400 w 408867"/>
                <a:gd name="connsiteY4" fmla="*/ 2138024 h 2158745"/>
                <a:gd name="connsiteX5" fmla="*/ 192139 w 408867"/>
                <a:gd name="connsiteY5" fmla="*/ 1442655 h 2158745"/>
                <a:gd name="connsiteX6" fmla="*/ 338490 w 408867"/>
                <a:gd name="connsiteY6" fmla="*/ 660747 h 2158745"/>
                <a:gd name="connsiteX7" fmla="*/ 310773 w 408867"/>
                <a:gd name="connsiteY7" fmla="*/ 6095 h 2158745"/>
                <a:gd name="connsiteX8" fmla="*/ 136662 w 408867"/>
                <a:gd name="connsiteY8" fmla="*/ 0 h 2158745"/>
                <a:gd name="connsiteX0" fmla="*/ 136662 w 408867"/>
                <a:gd name="connsiteY0" fmla="*/ 0 h 2158745"/>
                <a:gd name="connsiteX1" fmla="*/ 169614 w 408867"/>
                <a:gd name="connsiteY1" fmla="*/ 653795 h 2158745"/>
                <a:gd name="connsiteX2" fmla="*/ 12880 w 408867"/>
                <a:gd name="connsiteY2" fmla="*/ 1463420 h 2158745"/>
                <a:gd name="connsiteX3" fmla="*/ 215523 w 408867"/>
                <a:gd name="connsiteY3" fmla="*/ 2158745 h 2158745"/>
                <a:gd name="connsiteX4" fmla="*/ 384400 w 408867"/>
                <a:gd name="connsiteY4" fmla="*/ 2138024 h 2158745"/>
                <a:gd name="connsiteX5" fmla="*/ 183472 w 408867"/>
                <a:gd name="connsiteY5" fmla="*/ 1464323 h 2158745"/>
                <a:gd name="connsiteX6" fmla="*/ 338490 w 408867"/>
                <a:gd name="connsiteY6" fmla="*/ 660747 h 2158745"/>
                <a:gd name="connsiteX7" fmla="*/ 310773 w 408867"/>
                <a:gd name="connsiteY7" fmla="*/ 6095 h 2158745"/>
                <a:gd name="connsiteX8" fmla="*/ 136662 w 408867"/>
                <a:gd name="connsiteY8" fmla="*/ 0 h 2158745"/>
                <a:gd name="connsiteX0" fmla="*/ 136662 w 408867"/>
                <a:gd name="connsiteY0" fmla="*/ 0 h 2158745"/>
                <a:gd name="connsiteX1" fmla="*/ 169614 w 408867"/>
                <a:gd name="connsiteY1" fmla="*/ 653795 h 2158745"/>
                <a:gd name="connsiteX2" fmla="*/ 12880 w 408867"/>
                <a:gd name="connsiteY2" fmla="*/ 1463420 h 2158745"/>
                <a:gd name="connsiteX3" fmla="*/ 215523 w 408867"/>
                <a:gd name="connsiteY3" fmla="*/ 2158745 h 2158745"/>
                <a:gd name="connsiteX4" fmla="*/ 384400 w 408867"/>
                <a:gd name="connsiteY4" fmla="*/ 2138024 h 2158745"/>
                <a:gd name="connsiteX5" fmla="*/ 183472 w 408867"/>
                <a:gd name="connsiteY5" fmla="*/ 1464323 h 2158745"/>
                <a:gd name="connsiteX6" fmla="*/ 338490 w 408867"/>
                <a:gd name="connsiteY6" fmla="*/ 660747 h 2158745"/>
                <a:gd name="connsiteX7" fmla="*/ 310773 w 408867"/>
                <a:gd name="connsiteY7" fmla="*/ 6095 h 2158745"/>
                <a:gd name="connsiteX8" fmla="*/ 136662 w 408867"/>
                <a:gd name="connsiteY8" fmla="*/ 0 h 2158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8867" h="2158745">
                  <a:moveTo>
                    <a:pt x="136662" y="0"/>
                  </a:moveTo>
                  <a:cubicBezTo>
                    <a:pt x="357106" y="423057"/>
                    <a:pt x="226524" y="447420"/>
                    <a:pt x="169614" y="653795"/>
                  </a:cubicBezTo>
                  <a:cubicBezTo>
                    <a:pt x="62476" y="928004"/>
                    <a:pt x="-35995" y="1228214"/>
                    <a:pt x="12880" y="1463420"/>
                  </a:cubicBezTo>
                  <a:cubicBezTo>
                    <a:pt x="90539" y="1695195"/>
                    <a:pt x="124862" y="1909635"/>
                    <a:pt x="215523" y="2158745"/>
                  </a:cubicBezTo>
                  <a:lnTo>
                    <a:pt x="384400" y="2138024"/>
                  </a:lnTo>
                  <a:cubicBezTo>
                    <a:pt x="291422" y="1891788"/>
                    <a:pt x="246114" y="1701891"/>
                    <a:pt x="183472" y="1464323"/>
                  </a:cubicBezTo>
                  <a:cubicBezTo>
                    <a:pt x="123916" y="1200798"/>
                    <a:pt x="220367" y="928605"/>
                    <a:pt x="338490" y="660747"/>
                  </a:cubicBezTo>
                  <a:cubicBezTo>
                    <a:pt x="409544" y="458878"/>
                    <a:pt x="463586" y="335791"/>
                    <a:pt x="310773" y="6095"/>
                  </a:cubicBezTo>
                  <a:lnTo>
                    <a:pt x="136662" y="0"/>
                  </a:lnTo>
                  <a:close/>
                </a:path>
              </a:pathLst>
            </a:custGeom>
            <a:solidFill>
              <a:srgbClr val="CE8D3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79424794-8631-A12A-56AA-F348263D4629}"/>
                </a:ext>
              </a:extLst>
            </p:cNvPr>
            <p:cNvGrpSpPr/>
            <p:nvPr/>
          </p:nvGrpSpPr>
          <p:grpSpPr>
            <a:xfrm rot="15300000">
              <a:off x="8824481" y="3920674"/>
              <a:ext cx="840355" cy="1211053"/>
              <a:chOff x="967240" y="3289369"/>
              <a:chExt cx="1100200" cy="1585520"/>
            </a:xfrm>
          </p:grpSpPr>
          <p:sp>
            <p:nvSpPr>
              <p:cNvPr id="75" name="Freeform 3">
                <a:extLst>
                  <a:ext uri="{FF2B5EF4-FFF2-40B4-BE49-F238E27FC236}">
                    <a16:creationId xmlns:a16="http://schemas.microsoft.com/office/drawing/2014/main" id="{9B125DA7-3F89-CFB5-EBA7-7F62BD44B008}"/>
                  </a:ext>
                </a:extLst>
              </p:cNvPr>
              <p:cNvSpPr/>
              <p:nvPr/>
            </p:nvSpPr>
            <p:spPr>
              <a:xfrm>
                <a:off x="967240" y="3289369"/>
                <a:ext cx="552481" cy="1585520"/>
              </a:xfrm>
              <a:custGeom>
                <a:avLst/>
                <a:gdLst/>
                <a:ahLst/>
                <a:cxnLst/>
                <a:rect l="l" t="t" r="r" b="b"/>
                <a:pathLst>
                  <a:path w="552481" h="1585520">
                    <a:moveTo>
                      <a:pt x="550099" y="0"/>
                    </a:moveTo>
                    <a:lnTo>
                      <a:pt x="550454" y="236086"/>
                    </a:lnTo>
                    <a:lnTo>
                      <a:pt x="488816" y="193543"/>
                    </a:lnTo>
                    <a:lnTo>
                      <a:pt x="550466" y="244157"/>
                    </a:lnTo>
                    <a:lnTo>
                      <a:pt x="550735" y="423083"/>
                    </a:lnTo>
                    <a:lnTo>
                      <a:pt x="440807" y="347209"/>
                    </a:lnTo>
                    <a:lnTo>
                      <a:pt x="550756" y="437477"/>
                    </a:lnTo>
                    <a:lnTo>
                      <a:pt x="551026" y="616991"/>
                    </a:lnTo>
                    <a:lnTo>
                      <a:pt x="372197" y="491984"/>
                    </a:lnTo>
                    <a:lnTo>
                      <a:pt x="551056" y="637056"/>
                    </a:lnTo>
                    <a:lnTo>
                      <a:pt x="551331" y="819782"/>
                    </a:lnTo>
                    <a:lnTo>
                      <a:pt x="270832" y="619203"/>
                    </a:lnTo>
                    <a:lnTo>
                      <a:pt x="551364" y="841805"/>
                    </a:lnTo>
                    <a:lnTo>
                      <a:pt x="551613" y="1007603"/>
                    </a:lnTo>
                    <a:lnTo>
                      <a:pt x="184579" y="741931"/>
                    </a:lnTo>
                    <a:lnTo>
                      <a:pt x="551646" y="1029766"/>
                    </a:lnTo>
                    <a:lnTo>
                      <a:pt x="551910" y="1205103"/>
                    </a:lnTo>
                    <a:lnTo>
                      <a:pt x="119129" y="889458"/>
                    </a:lnTo>
                    <a:lnTo>
                      <a:pt x="551942" y="1226335"/>
                    </a:lnTo>
                    <a:lnTo>
                      <a:pt x="552201" y="1398749"/>
                    </a:lnTo>
                    <a:lnTo>
                      <a:pt x="184579" y="1132651"/>
                    </a:lnTo>
                    <a:lnTo>
                      <a:pt x="552234" y="1420947"/>
                    </a:lnTo>
                    <a:lnTo>
                      <a:pt x="552481" y="1585328"/>
                    </a:lnTo>
                    <a:cubicBezTo>
                      <a:pt x="331520" y="1590267"/>
                      <a:pt x="189138" y="1499959"/>
                      <a:pt x="103908" y="1357263"/>
                    </a:cubicBezTo>
                    <a:cubicBezTo>
                      <a:pt x="-144138" y="933499"/>
                      <a:pt x="70524" y="593019"/>
                      <a:pt x="550099" y="0"/>
                    </a:cubicBezTo>
                    <a:close/>
                  </a:path>
                </a:pathLst>
              </a:custGeom>
              <a:solidFill>
                <a:srgbClr val="CE8D3E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Arial Unicode MS"/>
                  <a:cs typeface="+mn-cs"/>
                </a:endParaRPr>
              </a:p>
            </p:txBody>
          </p:sp>
          <p:sp>
            <p:nvSpPr>
              <p:cNvPr id="76" name="Freeform 4">
                <a:extLst>
                  <a:ext uri="{FF2B5EF4-FFF2-40B4-BE49-F238E27FC236}">
                    <a16:creationId xmlns:a16="http://schemas.microsoft.com/office/drawing/2014/main" id="{7B03339F-E206-BDB7-100D-EFB4F63CA4E3}"/>
                  </a:ext>
                </a:extLst>
              </p:cNvPr>
              <p:cNvSpPr/>
              <p:nvPr/>
            </p:nvSpPr>
            <p:spPr>
              <a:xfrm flipH="1">
                <a:off x="1514959" y="3289369"/>
                <a:ext cx="552481" cy="1585520"/>
              </a:xfrm>
              <a:custGeom>
                <a:avLst/>
                <a:gdLst/>
                <a:ahLst/>
                <a:cxnLst/>
                <a:rect l="l" t="t" r="r" b="b"/>
                <a:pathLst>
                  <a:path w="552481" h="1585520">
                    <a:moveTo>
                      <a:pt x="550099" y="0"/>
                    </a:moveTo>
                    <a:lnTo>
                      <a:pt x="550454" y="236086"/>
                    </a:lnTo>
                    <a:lnTo>
                      <a:pt x="488816" y="193543"/>
                    </a:lnTo>
                    <a:lnTo>
                      <a:pt x="550466" y="244157"/>
                    </a:lnTo>
                    <a:lnTo>
                      <a:pt x="550735" y="423083"/>
                    </a:lnTo>
                    <a:lnTo>
                      <a:pt x="440807" y="347209"/>
                    </a:lnTo>
                    <a:lnTo>
                      <a:pt x="550756" y="437477"/>
                    </a:lnTo>
                    <a:lnTo>
                      <a:pt x="551026" y="616991"/>
                    </a:lnTo>
                    <a:lnTo>
                      <a:pt x="372197" y="491984"/>
                    </a:lnTo>
                    <a:lnTo>
                      <a:pt x="551056" y="637056"/>
                    </a:lnTo>
                    <a:lnTo>
                      <a:pt x="551331" y="819782"/>
                    </a:lnTo>
                    <a:lnTo>
                      <a:pt x="270832" y="619203"/>
                    </a:lnTo>
                    <a:lnTo>
                      <a:pt x="551364" y="841805"/>
                    </a:lnTo>
                    <a:lnTo>
                      <a:pt x="551613" y="1007603"/>
                    </a:lnTo>
                    <a:lnTo>
                      <a:pt x="184579" y="741931"/>
                    </a:lnTo>
                    <a:lnTo>
                      <a:pt x="551646" y="1029766"/>
                    </a:lnTo>
                    <a:lnTo>
                      <a:pt x="551910" y="1205103"/>
                    </a:lnTo>
                    <a:lnTo>
                      <a:pt x="119129" y="889458"/>
                    </a:lnTo>
                    <a:lnTo>
                      <a:pt x="551942" y="1226335"/>
                    </a:lnTo>
                    <a:lnTo>
                      <a:pt x="552201" y="1398749"/>
                    </a:lnTo>
                    <a:lnTo>
                      <a:pt x="184579" y="1132651"/>
                    </a:lnTo>
                    <a:lnTo>
                      <a:pt x="552234" y="1420947"/>
                    </a:lnTo>
                    <a:lnTo>
                      <a:pt x="552481" y="1585328"/>
                    </a:lnTo>
                    <a:cubicBezTo>
                      <a:pt x="331520" y="1590267"/>
                      <a:pt x="189138" y="1499959"/>
                      <a:pt x="103908" y="1357263"/>
                    </a:cubicBezTo>
                    <a:cubicBezTo>
                      <a:pt x="-144138" y="933499"/>
                      <a:pt x="70524" y="593019"/>
                      <a:pt x="550099" y="0"/>
                    </a:cubicBezTo>
                    <a:close/>
                  </a:path>
                </a:pathLst>
              </a:custGeom>
              <a:solidFill>
                <a:srgbClr val="CE8D3E">
                  <a:lumMod val="7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Arial Unicode MS"/>
                  <a:cs typeface="+mn-cs"/>
                </a:endParaRPr>
              </a:p>
            </p:txBody>
          </p:sp>
        </p:grpSp>
        <p:sp>
          <p:nvSpPr>
            <p:cNvPr id="66" name="Freeform 13">
              <a:extLst>
                <a:ext uri="{FF2B5EF4-FFF2-40B4-BE49-F238E27FC236}">
                  <a16:creationId xmlns:a16="http://schemas.microsoft.com/office/drawing/2014/main" id="{760B78B2-2307-F8E1-80D0-FF972F68027C}"/>
                </a:ext>
              </a:extLst>
            </p:cNvPr>
            <p:cNvSpPr/>
            <p:nvPr/>
          </p:nvSpPr>
          <p:spPr>
            <a:xfrm rot="4407011">
              <a:off x="10407640" y="2828708"/>
              <a:ext cx="312622" cy="880439"/>
            </a:xfrm>
            <a:custGeom>
              <a:avLst/>
              <a:gdLst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52201 w 552481"/>
                <a:gd name="connsiteY19" fmla="*/ 1398749 h 1585520"/>
                <a:gd name="connsiteX20" fmla="*/ 184579 w 552481"/>
                <a:gd name="connsiteY20" fmla="*/ 1132651 h 1585520"/>
                <a:gd name="connsiteX21" fmla="*/ 552234 w 552481"/>
                <a:gd name="connsiteY21" fmla="*/ 1420947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52201 w 552481"/>
                <a:gd name="connsiteY19" fmla="*/ 1398749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28440 w 552481"/>
                <a:gd name="connsiteY4" fmla="*/ 395095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32877 w 552481"/>
                <a:gd name="connsiteY3" fmla="*/ 241409 h 1585520"/>
                <a:gd name="connsiteX4" fmla="*/ 528440 w 552481"/>
                <a:gd name="connsiteY4" fmla="*/ 395095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534221 w 580141"/>
                <a:gd name="connsiteY14" fmla="*/ 1044490 h 1640259"/>
                <a:gd name="connsiteX15" fmla="*/ 184579 w 580141"/>
                <a:gd name="connsiteY15" fmla="*/ 796670 h 1640259"/>
                <a:gd name="connsiteX16" fmla="*/ 521700 w 580141"/>
                <a:gd name="connsiteY16" fmla="*/ 1063971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521700 w 580141"/>
                <a:gd name="connsiteY16" fmla="*/ 1063971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7405 w 580141"/>
                <a:gd name="connsiteY20" fmla="*/ 1402284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69294 w 580141"/>
                <a:gd name="connsiteY14" fmla="*/ 1003356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11048 w 580141"/>
                <a:gd name="connsiteY5" fmla="*/ 431982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69294 w 580141"/>
                <a:gd name="connsiteY14" fmla="*/ 1003356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2162"/>
                <a:gd name="connsiteY0" fmla="*/ 54028 h 1639548"/>
                <a:gd name="connsiteX1" fmla="*/ 536842 w 582162"/>
                <a:gd name="connsiteY1" fmla="*/ 262190 h 1639548"/>
                <a:gd name="connsiteX2" fmla="*/ 488816 w 582162"/>
                <a:gd name="connsiteY2" fmla="*/ 247571 h 1639548"/>
                <a:gd name="connsiteX3" fmla="*/ 532877 w 582162"/>
                <a:gd name="connsiteY3" fmla="*/ 295437 h 1639548"/>
                <a:gd name="connsiteX4" fmla="*/ 511048 w 582162"/>
                <a:gd name="connsiteY4" fmla="*/ 431271 h 1639548"/>
                <a:gd name="connsiteX5" fmla="*/ 440807 w 582162"/>
                <a:gd name="connsiteY5" fmla="*/ 401237 h 1639548"/>
                <a:gd name="connsiteX6" fmla="*/ 518260 w 582162"/>
                <a:gd name="connsiteY6" fmla="*/ 473456 h 1639548"/>
                <a:gd name="connsiteX7" fmla="*/ 498587 w 582162"/>
                <a:gd name="connsiteY7" fmla="*/ 637602 h 1639548"/>
                <a:gd name="connsiteX8" fmla="*/ 372197 w 582162"/>
                <a:gd name="connsiteY8" fmla="*/ 546012 h 1639548"/>
                <a:gd name="connsiteX9" fmla="*/ 498617 w 582162"/>
                <a:gd name="connsiteY9" fmla="*/ 657667 h 1639548"/>
                <a:gd name="connsiteX10" fmla="*/ 484050 w 582162"/>
                <a:gd name="connsiteY10" fmla="*/ 820057 h 1639548"/>
                <a:gd name="connsiteX11" fmla="*/ 270832 w 582162"/>
                <a:gd name="connsiteY11" fmla="*/ 673231 h 1639548"/>
                <a:gd name="connsiteX12" fmla="*/ 478917 w 582162"/>
                <a:gd name="connsiteY12" fmla="*/ 852083 h 1639548"/>
                <a:gd name="connsiteX13" fmla="*/ 469294 w 582162"/>
                <a:gd name="connsiteY13" fmla="*/ 1002645 h 1639548"/>
                <a:gd name="connsiteX14" fmla="*/ 184579 w 582162"/>
                <a:gd name="connsiteY14" fmla="*/ 795959 h 1639548"/>
                <a:gd name="connsiteX15" fmla="*/ 466579 w 582162"/>
                <a:gd name="connsiteY15" fmla="*/ 1042397 h 1639548"/>
                <a:gd name="connsiteX16" fmla="*/ 459783 w 582162"/>
                <a:gd name="connsiteY16" fmla="*/ 1179874 h 1639548"/>
                <a:gd name="connsiteX17" fmla="*/ 119129 w 582162"/>
                <a:gd name="connsiteY17" fmla="*/ 943486 h 1639548"/>
                <a:gd name="connsiteX18" fmla="*/ 467006 w 582162"/>
                <a:gd name="connsiteY18" fmla="*/ 1228896 h 1639548"/>
                <a:gd name="connsiteX19" fmla="*/ 480083 w 582162"/>
                <a:gd name="connsiteY19" fmla="*/ 1383852 h 1639548"/>
                <a:gd name="connsiteX20" fmla="*/ 184579 w 582162"/>
                <a:gd name="connsiteY20" fmla="*/ 1186679 h 1639548"/>
                <a:gd name="connsiteX21" fmla="*/ 480050 w 582162"/>
                <a:gd name="connsiteY21" fmla="*/ 1411085 h 1639548"/>
                <a:gd name="connsiteX22" fmla="*/ 552481 w 582162"/>
                <a:gd name="connsiteY22" fmla="*/ 1639356 h 1639548"/>
                <a:gd name="connsiteX23" fmla="*/ 103908 w 582162"/>
                <a:gd name="connsiteY23" fmla="*/ 1411291 h 1639548"/>
                <a:gd name="connsiteX24" fmla="*/ 550099 w 582162"/>
                <a:gd name="connsiteY24" fmla="*/ 54028 h 1639548"/>
                <a:gd name="connsiteX0" fmla="*/ 550099 w 582162"/>
                <a:gd name="connsiteY0" fmla="*/ 54028 h 1639548"/>
                <a:gd name="connsiteX1" fmla="*/ 536842 w 582162"/>
                <a:gd name="connsiteY1" fmla="*/ 262190 h 1639548"/>
                <a:gd name="connsiteX2" fmla="*/ 488816 w 582162"/>
                <a:gd name="connsiteY2" fmla="*/ 247571 h 1639548"/>
                <a:gd name="connsiteX3" fmla="*/ 532877 w 582162"/>
                <a:gd name="connsiteY3" fmla="*/ 295437 h 1639548"/>
                <a:gd name="connsiteX4" fmla="*/ 526021 w 582162"/>
                <a:gd name="connsiteY4" fmla="*/ 441538 h 1639548"/>
                <a:gd name="connsiteX5" fmla="*/ 440807 w 582162"/>
                <a:gd name="connsiteY5" fmla="*/ 401237 h 1639548"/>
                <a:gd name="connsiteX6" fmla="*/ 518260 w 582162"/>
                <a:gd name="connsiteY6" fmla="*/ 473456 h 1639548"/>
                <a:gd name="connsiteX7" fmla="*/ 498587 w 582162"/>
                <a:gd name="connsiteY7" fmla="*/ 637602 h 1639548"/>
                <a:gd name="connsiteX8" fmla="*/ 372197 w 582162"/>
                <a:gd name="connsiteY8" fmla="*/ 546012 h 1639548"/>
                <a:gd name="connsiteX9" fmla="*/ 498617 w 582162"/>
                <a:gd name="connsiteY9" fmla="*/ 657667 h 1639548"/>
                <a:gd name="connsiteX10" fmla="*/ 484050 w 582162"/>
                <a:gd name="connsiteY10" fmla="*/ 820057 h 1639548"/>
                <a:gd name="connsiteX11" fmla="*/ 270832 w 582162"/>
                <a:gd name="connsiteY11" fmla="*/ 673231 h 1639548"/>
                <a:gd name="connsiteX12" fmla="*/ 478917 w 582162"/>
                <a:gd name="connsiteY12" fmla="*/ 852083 h 1639548"/>
                <a:gd name="connsiteX13" fmla="*/ 469294 w 582162"/>
                <a:gd name="connsiteY13" fmla="*/ 1002645 h 1639548"/>
                <a:gd name="connsiteX14" fmla="*/ 184579 w 582162"/>
                <a:gd name="connsiteY14" fmla="*/ 795959 h 1639548"/>
                <a:gd name="connsiteX15" fmla="*/ 466579 w 582162"/>
                <a:gd name="connsiteY15" fmla="*/ 1042397 h 1639548"/>
                <a:gd name="connsiteX16" fmla="*/ 459783 w 582162"/>
                <a:gd name="connsiteY16" fmla="*/ 1179874 h 1639548"/>
                <a:gd name="connsiteX17" fmla="*/ 119129 w 582162"/>
                <a:gd name="connsiteY17" fmla="*/ 943486 h 1639548"/>
                <a:gd name="connsiteX18" fmla="*/ 467006 w 582162"/>
                <a:gd name="connsiteY18" fmla="*/ 1228896 h 1639548"/>
                <a:gd name="connsiteX19" fmla="*/ 480083 w 582162"/>
                <a:gd name="connsiteY19" fmla="*/ 1383852 h 1639548"/>
                <a:gd name="connsiteX20" fmla="*/ 184579 w 582162"/>
                <a:gd name="connsiteY20" fmla="*/ 1186679 h 1639548"/>
                <a:gd name="connsiteX21" fmla="*/ 480050 w 582162"/>
                <a:gd name="connsiteY21" fmla="*/ 1411085 h 1639548"/>
                <a:gd name="connsiteX22" fmla="*/ 552481 w 582162"/>
                <a:gd name="connsiteY22" fmla="*/ 1639356 h 1639548"/>
                <a:gd name="connsiteX23" fmla="*/ 103908 w 582162"/>
                <a:gd name="connsiteY23" fmla="*/ 1411291 h 1639548"/>
                <a:gd name="connsiteX24" fmla="*/ 550099 w 582162"/>
                <a:gd name="connsiteY24" fmla="*/ 54028 h 163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82162" h="1639548">
                  <a:moveTo>
                    <a:pt x="550099" y="54028"/>
                  </a:moveTo>
                  <a:cubicBezTo>
                    <a:pt x="624739" y="-134938"/>
                    <a:pt x="547056" y="229933"/>
                    <a:pt x="536842" y="262190"/>
                  </a:cubicBezTo>
                  <a:cubicBezTo>
                    <a:pt x="526628" y="294447"/>
                    <a:pt x="489477" y="242030"/>
                    <a:pt x="488816" y="247571"/>
                  </a:cubicBezTo>
                  <a:lnTo>
                    <a:pt x="532877" y="295437"/>
                  </a:lnTo>
                  <a:cubicBezTo>
                    <a:pt x="532967" y="355079"/>
                    <a:pt x="525931" y="381896"/>
                    <a:pt x="526021" y="441538"/>
                  </a:cubicBezTo>
                  <a:lnTo>
                    <a:pt x="440807" y="401237"/>
                  </a:lnTo>
                  <a:lnTo>
                    <a:pt x="518260" y="473456"/>
                  </a:lnTo>
                  <a:lnTo>
                    <a:pt x="498587" y="637602"/>
                  </a:lnTo>
                  <a:lnTo>
                    <a:pt x="372197" y="546012"/>
                  </a:lnTo>
                  <a:lnTo>
                    <a:pt x="498617" y="657667"/>
                  </a:lnTo>
                  <a:cubicBezTo>
                    <a:pt x="498709" y="718576"/>
                    <a:pt x="483958" y="759148"/>
                    <a:pt x="484050" y="820057"/>
                  </a:cubicBezTo>
                  <a:lnTo>
                    <a:pt x="270832" y="673231"/>
                  </a:lnTo>
                  <a:lnTo>
                    <a:pt x="478917" y="852083"/>
                  </a:lnTo>
                  <a:lnTo>
                    <a:pt x="469294" y="1002645"/>
                  </a:lnTo>
                  <a:lnTo>
                    <a:pt x="184579" y="795959"/>
                  </a:lnTo>
                  <a:lnTo>
                    <a:pt x="466579" y="1042397"/>
                  </a:lnTo>
                  <a:lnTo>
                    <a:pt x="459783" y="1179874"/>
                  </a:lnTo>
                  <a:lnTo>
                    <a:pt x="119129" y="943486"/>
                  </a:lnTo>
                  <a:lnTo>
                    <a:pt x="467006" y="1228896"/>
                  </a:lnTo>
                  <a:cubicBezTo>
                    <a:pt x="467092" y="1286367"/>
                    <a:pt x="479997" y="1326381"/>
                    <a:pt x="480083" y="1383852"/>
                  </a:cubicBezTo>
                  <a:lnTo>
                    <a:pt x="184579" y="1186679"/>
                  </a:lnTo>
                  <a:lnTo>
                    <a:pt x="480050" y="1411085"/>
                  </a:lnTo>
                  <a:cubicBezTo>
                    <a:pt x="480132" y="1465879"/>
                    <a:pt x="497607" y="1538525"/>
                    <a:pt x="552481" y="1639356"/>
                  </a:cubicBezTo>
                  <a:cubicBezTo>
                    <a:pt x="331520" y="1644295"/>
                    <a:pt x="189138" y="1553987"/>
                    <a:pt x="103908" y="1411291"/>
                  </a:cubicBezTo>
                  <a:cubicBezTo>
                    <a:pt x="-144138" y="987527"/>
                    <a:pt x="70524" y="647047"/>
                    <a:pt x="550099" y="54028"/>
                  </a:cubicBezTo>
                  <a:close/>
                </a:path>
              </a:pathLst>
            </a:custGeom>
            <a:solidFill>
              <a:srgbClr val="CE8D3E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77D3A328-E4CE-4A46-245F-C481B32F1B4F}"/>
                </a:ext>
              </a:extLst>
            </p:cNvPr>
            <p:cNvGrpSpPr/>
            <p:nvPr/>
          </p:nvGrpSpPr>
          <p:grpSpPr>
            <a:xfrm rot="5400000">
              <a:off x="10163425" y="3352604"/>
              <a:ext cx="830970" cy="1197527"/>
              <a:chOff x="967240" y="3289369"/>
              <a:chExt cx="1100200" cy="1585520"/>
            </a:xfrm>
          </p:grpSpPr>
          <p:sp>
            <p:nvSpPr>
              <p:cNvPr id="73" name="Freeform 16">
                <a:extLst>
                  <a:ext uri="{FF2B5EF4-FFF2-40B4-BE49-F238E27FC236}">
                    <a16:creationId xmlns:a16="http://schemas.microsoft.com/office/drawing/2014/main" id="{A269F17D-AAE3-9CE0-252C-54C5148B461A}"/>
                  </a:ext>
                </a:extLst>
              </p:cNvPr>
              <p:cNvSpPr/>
              <p:nvPr/>
            </p:nvSpPr>
            <p:spPr>
              <a:xfrm>
                <a:off x="967240" y="3289369"/>
                <a:ext cx="552481" cy="1585520"/>
              </a:xfrm>
              <a:custGeom>
                <a:avLst/>
                <a:gdLst/>
                <a:ahLst/>
                <a:cxnLst/>
                <a:rect l="l" t="t" r="r" b="b"/>
                <a:pathLst>
                  <a:path w="552481" h="1585520">
                    <a:moveTo>
                      <a:pt x="550099" y="0"/>
                    </a:moveTo>
                    <a:lnTo>
                      <a:pt x="550454" y="236086"/>
                    </a:lnTo>
                    <a:lnTo>
                      <a:pt x="488816" y="193543"/>
                    </a:lnTo>
                    <a:lnTo>
                      <a:pt x="550466" y="244157"/>
                    </a:lnTo>
                    <a:lnTo>
                      <a:pt x="550735" y="423083"/>
                    </a:lnTo>
                    <a:lnTo>
                      <a:pt x="440807" y="347209"/>
                    </a:lnTo>
                    <a:lnTo>
                      <a:pt x="550756" y="437477"/>
                    </a:lnTo>
                    <a:lnTo>
                      <a:pt x="551026" y="616991"/>
                    </a:lnTo>
                    <a:lnTo>
                      <a:pt x="372197" y="491984"/>
                    </a:lnTo>
                    <a:lnTo>
                      <a:pt x="551056" y="637056"/>
                    </a:lnTo>
                    <a:lnTo>
                      <a:pt x="551331" y="819782"/>
                    </a:lnTo>
                    <a:lnTo>
                      <a:pt x="270832" y="619203"/>
                    </a:lnTo>
                    <a:lnTo>
                      <a:pt x="551364" y="841805"/>
                    </a:lnTo>
                    <a:lnTo>
                      <a:pt x="551613" y="1007603"/>
                    </a:lnTo>
                    <a:lnTo>
                      <a:pt x="184579" y="741931"/>
                    </a:lnTo>
                    <a:lnTo>
                      <a:pt x="551646" y="1029766"/>
                    </a:lnTo>
                    <a:lnTo>
                      <a:pt x="551910" y="1205103"/>
                    </a:lnTo>
                    <a:lnTo>
                      <a:pt x="119129" y="889458"/>
                    </a:lnTo>
                    <a:lnTo>
                      <a:pt x="551942" y="1226335"/>
                    </a:lnTo>
                    <a:lnTo>
                      <a:pt x="552201" y="1398749"/>
                    </a:lnTo>
                    <a:lnTo>
                      <a:pt x="184579" y="1132651"/>
                    </a:lnTo>
                    <a:lnTo>
                      <a:pt x="552234" y="1420947"/>
                    </a:lnTo>
                    <a:lnTo>
                      <a:pt x="552481" y="1585328"/>
                    </a:lnTo>
                    <a:cubicBezTo>
                      <a:pt x="331520" y="1590267"/>
                      <a:pt x="189138" y="1499959"/>
                      <a:pt x="103908" y="1357263"/>
                    </a:cubicBezTo>
                    <a:cubicBezTo>
                      <a:pt x="-144138" y="933499"/>
                      <a:pt x="70524" y="593019"/>
                      <a:pt x="550099" y="0"/>
                    </a:cubicBezTo>
                    <a:close/>
                  </a:path>
                </a:pathLst>
              </a:custGeom>
              <a:solidFill>
                <a:srgbClr val="F8931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Arial Unicode MS"/>
                  <a:cs typeface="+mn-cs"/>
                </a:endParaRPr>
              </a:p>
            </p:txBody>
          </p:sp>
          <p:sp>
            <p:nvSpPr>
              <p:cNvPr id="74" name="Freeform 17">
                <a:extLst>
                  <a:ext uri="{FF2B5EF4-FFF2-40B4-BE49-F238E27FC236}">
                    <a16:creationId xmlns:a16="http://schemas.microsoft.com/office/drawing/2014/main" id="{3DE0591D-7325-C54D-99C8-D763D01E42E3}"/>
                  </a:ext>
                </a:extLst>
              </p:cNvPr>
              <p:cNvSpPr/>
              <p:nvPr/>
            </p:nvSpPr>
            <p:spPr>
              <a:xfrm flipH="1">
                <a:off x="1514959" y="3289369"/>
                <a:ext cx="552481" cy="1585520"/>
              </a:xfrm>
              <a:custGeom>
                <a:avLst/>
                <a:gdLst/>
                <a:ahLst/>
                <a:cxnLst/>
                <a:rect l="l" t="t" r="r" b="b"/>
                <a:pathLst>
                  <a:path w="552481" h="1585520">
                    <a:moveTo>
                      <a:pt x="550099" y="0"/>
                    </a:moveTo>
                    <a:lnTo>
                      <a:pt x="550454" y="236086"/>
                    </a:lnTo>
                    <a:lnTo>
                      <a:pt x="488816" y="193543"/>
                    </a:lnTo>
                    <a:lnTo>
                      <a:pt x="550466" y="244157"/>
                    </a:lnTo>
                    <a:lnTo>
                      <a:pt x="550735" y="423083"/>
                    </a:lnTo>
                    <a:lnTo>
                      <a:pt x="440807" y="347209"/>
                    </a:lnTo>
                    <a:lnTo>
                      <a:pt x="550756" y="437477"/>
                    </a:lnTo>
                    <a:lnTo>
                      <a:pt x="551026" y="616991"/>
                    </a:lnTo>
                    <a:lnTo>
                      <a:pt x="372197" y="491984"/>
                    </a:lnTo>
                    <a:lnTo>
                      <a:pt x="551056" y="637056"/>
                    </a:lnTo>
                    <a:lnTo>
                      <a:pt x="551331" y="819782"/>
                    </a:lnTo>
                    <a:lnTo>
                      <a:pt x="270832" y="619203"/>
                    </a:lnTo>
                    <a:lnTo>
                      <a:pt x="551364" y="841805"/>
                    </a:lnTo>
                    <a:lnTo>
                      <a:pt x="551613" y="1007603"/>
                    </a:lnTo>
                    <a:lnTo>
                      <a:pt x="184579" y="741931"/>
                    </a:lnTo>
                    <a:lnTo>
                      <a:pt x="551646" y="1029766"/>
                    </a:lnTo>
                    <a:lnTo>
                      <a:pt x="551910" y="1205103"/>
                    </a:lnTo>
                    <a:lnTo>
                      <a:pt x="119129" y="889458"/>
                    </a:lnTo>
                    <a:lnTo>
                      <a:pt x="551942" y="1226335"/>
                    </a:lnTo>
                    <a:lnTo>
                      <a:pt x="552201" y="1398749"/>
                    </a:lnTo>
                    <a:lnTo>
                      <a:pt x="184579" y="1132651"/>
                    </a:lnTo>
                    <a:lnTo>
                      <a:pt x="552234" y="1420947"/>
                    </a:lnTo>
                    <a:lnTo>
                      <a:pt x="552481" y="1585328"/>
                    </a:lnTo>
                    <a:cubicBezTo>
                      <a:pt x="331520" y="1590267"/>
                      <a:pt x="189138" y="1499959"/>
                      <a:pt x="103908" y="1357263"/>
                    </a:cubicBezTo>
                    <a:cubicBezTo>
                      <a:pt x="-144138" y="933499"/>
                      <a:pt x="70524" y="593019"/>
                      <a:pt x="550099" y="0"/>
                    </a:cubicBezTo>
                    <a:close/>
                  </a:path>
                </a:pathLst>
              </a:custGeom>
              <a:solidFill>
                <a:srgbClr val="F8931D">
                  <a:lumMod val="7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Arial Unicode MS"/>
                  <a:cs typeface="+mn-cs"/>
                </a:endParaRPr>
              </a:p>
            </p:txBody>
          </p:sp>
        </p:grp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8286A6D0-6938-7231-29F2-AA733B596A19}"/>
                </a:ext>
              </a:extLst>
            </p:cNvPr>
            <p:cNvSpPr/>
            <p:nvPr/>
          </p:nvSpPr>
          <p:spPr>
            <a:xfrm rot="7156190" flipV="1">
              <a:off x="9396128" y="2784216"/>
              <a:ext cx="368290" cy="1037214"/>
            </a:xfrm>
            <a:custGeom>
              <a:avLst/>
              <a:gdLst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52201 w 552481"/>
                <a:gd name="connsiteY19" fmla="*/ 1398749 h 1585520"/>
                <a:gd name="connsiteX20" fmla="*/ 184579 w 552481"/>
                <a:gd name="connsiteY20" fmla="*/ 1132651 h 1585520"/>
                <a:gd name="connsiteX21" fmla="*/ 552234 w 552481"/>
                <a:gd name="connsiteY21" fmla="*/ 1420947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52201 w 552481"/>
                <a:gd name="connsiteY19" fmla="*/ 1398749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28440 w 552481"/>
                <a:gd name="connsiteY4" fmla="*/ 395095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32877 w 552481"/>
                <a:gd name="connsiteY3" fmla="*/ 241409 h 1585520"/>
                <a:gd name="connsiteX4" fmla="*/ 528440 w 552481"/>
                <a:gd name="connsiteY4" fmla="*/ 395095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534221 w 580141"/>
                <a:gd name="connsiteY14" fmla="*/ 1044490 h 1640259"/>
                <a:gd name="connsiteX15" fmla="*/ 184579 w 580141"/>
                <a:gd name="connsiteY15" fmla="*/ 796670 h 1640259"/>
                <a:gd name="connsiteX16" fmla="*/ 521700 w 580141"/>
                <a:gd name="connsiteY16" fmla="*/ 1063971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521700 w 580141"/>
                <a:gd name="connsiteY16" fmla="*/ 1063971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7405 w 580141"/>
                <a:gd name="connsiteY20" fmla="*/ 1402284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69294 w 580141"/>
                <a:gd name="connsiteY14" fmla="*/ 1003356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11048 w 580141"/>
                <a:gd name="connsiteY5" fmla="*/ 431982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69294 w 580141"/>
                <a:gd name="connsiteY14" fmla="*/ 1003356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2162"/>
                <a:gd name="connsiteY0" fmla="*/ 54028 h 1639548"/>
                <a:gd name="connsiteX1" fmla="*/ 536842 w 582162"/>
                <a:gd name="connsiteY1" fmla="*/ 262190 h 1639548"/>
                <a:gd name="connsiteX2" fmla="*/ 488816 w 582162"/>
                <a:gd name="connsiteY2" fmla="*/ 247571 h 1639548"/>
                <a:gd name="connsiteX3" fmla="*/ 532877 w 582162"/>
                <a:gd name="connsiteY3" fmla="*/ 295437 h 1639548"/>
                <a:gd name="connsiteX4" fmla="*/ 511048 w 582162"/>
                <a:gd name="connsiteY4" fmla="*/ 431271 h 1639548"/>
                <a:gd name="connsiteX5" fmla="*/ 440807 w 582162"/>
                <a:gd name="connsiteY5" fmla="*/ 401237 h 1639548"/>
                <a:gd name="connsiteX6" fmla="*/ 518260 w 582162"/>
                <a:gd name="connsiteY6" fmla="*/ 473456 h 1639548"/>
                <a:gd name="connsiteX7" fmla="*/ 498587 w 582162"/>
                <a:gd name="connsiteY7" fmla="*/ 637602 h 1639548"/>
                <a:gd name="connsiteX8" fmla="*/ 372197 w 582162"/>
                <a:gd name="connsiteY8" fmla="*/ 546012 h 1639548"/>
                <a:gd name="connsiteX9" fmla="*/ 498617 w 582162"/>
                <a:gd name="connsiteY9" fmla="*/ 657667 h 1639548"/>
                <a:gd name="connsiteX10" fmla="*/ 484050 w 582162"/>
                <a:gd name="connsiteY10" fmla="*/ 820057 h 1639548"/>
                <a:gd name="connsiteX11" fmla="*/ 270832 w 582162"/>
                <a:gd name="connsiteY11" fmla="*/ 673231 h 1639548"/>
                <a:gd name="connsiteX12" fmla="*/ 478917 w 582162"/>
                <a:gd name="connsiteY12" fmla="*/ 852083 h 1639548"/>
                <a:gd name="connsiteX13" fmla="*/ 469294 w 582162"/>
                <a:gd name="connsiteY13" fmla="*/ 1002645 h 1639548"/>
                <a:gd name="connsiteX14" fmla="*/ 184579 w 582162"/>
                <a:gd name="connsiteY14" fmla="*/ 795959 h 1639548"/>
                <a:gd name="connsiteX15" fmla="*/ 466579 w 582162"/>
                <a:gd name="connsiteY15" fmla="*/ 1042397 h 1639548"/>
                <a:gd name="connsiteX16" fmla="*/ 459783 w 582162"/>
                <a:gd name="connsiteY16" fmla="*/ 1179874 h 1639548"/>
                <a:gd name="connsiteX17" fmla="*/ 119129 w 582162"/>
                <a:gd name="connsiteY17" fmla="*/ 943486 h 1639548"/>
                <a:gd name="connsiteX18" fmla="*/ 467006 w 582162"/>
                <a:gd name="connsiteY18" fmla="*/ 1228896 h 1639548"/>
                <a:gd name="connsiteX19" fmla="*/ 480083 w 582162"/>
                <a:gd name="connsiteY19" fmla="*/ 1383852 h 1639548"/>
                <a:gd name="connsiteX20" fmla="*/ 184579 w 582162"/>
                <a:gd name="connsiteY20" fmla="*/ 1186679 h 1639548"/>
                <a:gd name="connsiteX21" fmla="*/ 480050 w 582162"/>
                <a:gd name="connsiteY21" fmla="*/ 1411085 h 1639548"/>
                <a:gd name="connsiteX22" fmla="*/ 552481 w 582162"/>
                <a:gd name="connsiteY22" fmla="*/ 1639356 h 1639548"/>
                <a:gd name="connsiteX23" fmla="*/ 103908 w 582162"/>
                <a:gd name="connsiteY23" fmla="*/ 1411291 h 1639548"/>
                <a:gd name="connsiteX24" fmla="*/ 550099 w 582162"/>
                <a:gd name="connsiteY24" fmla="*/ 54028 h 1639548"/>
                <a:gd name="connsiteX0" fmla="*/ 550099 w 582162"/>
                <a:gd name="connsiteY0" fmla="*/ 54028 h 1639548"/>
                <a:gd name="connsiteX1" fmla="*/ 536842 w 582162"/>
                <a:gd name="connsiteY1" fmla="*/ 262190 h 1639548"/>
                <a:gd name="connsiteX2" fmla="*/ 488816 w 582162"/>
                <a:gd name="connsiteY2" fmla="*/ 247571 h 1639548"/>
                <a:gd name="connsiteX3" fmla="*/ 532877 w 582162"/>
                <a:gd name="connsiteY3" fmla="*/ 295437 h 1639548"/>
                <a:gd name="connsiteX4" fmla="*/ 526021 w 582162"/>
                <a:gd name="connsiteY4" fmla="*/ 441538 h 1639548"/>
                <a:gd name="connsiteX5" fmla="*/ 440807 w 582162"/>
                <a:gd name="connsiteY5" fmla="*/ 401237 h 1639548"/>
                <a:gd name="connsiteX6" fmla="*/ 518260 w 582162"/>
                <a:gd name="connsiteY6" fmla="*/ 473456 h 1639548"/>
                <a:gd name="connsiteX7" fmla="*/ 498587 w 582162"/>
                <a:gd name="connsiteY7" fmla="*/ 637602 h 1639548"/>
                <a:gd name="connsiteX8" fmla="*/ 372197 w 582162"/>
                <a:gd name="connsiteY8" fmla="*/ 546012 h 1639548"/>
                <a:gd name="connsiteX9" fmla="*/ 498617 w 582162"/>
                <a:gd name="connsiteY9" fmla="*/ 657667 h 1639548"/>
                <a:gd name="connsiteX10" fmla="*/ 484050 w 582162"/>
                <a:gd name="connsiteY10" fmla="*/ 820057 h 1639548"/>
                <a:gd name="connsiteX11" fmla="*/ 270832 w 582162"/>
                <a:gd name="connsiteY11" fmla="*/ 673231 h 1639548"/>
                <a:gd name="connsiteX12" fmla="*/ 478917 w 582162"/>
                <a:gd name="connsiteY12" fmla="*/ 852083 h 1639548"/>
                <a:gd name="connsiteX13" fmla="*/ 469294 w 582162"/>
                <a:gd name="connsiteY13" fmla="*/ 1002645 h 1639548"/>
                <a:gd name="connsiteX14" fmla="*/ 184579 w 582162"/>
                <a:gd name="connsiteY14" fmla="*/ 795959 h 1639548"/>
                <a:gd name="connsiteX15" fmla="*/ 466579 w 582162"/>
                <a:gd name="connsiteY15" fmla="*/ 1042397 h 1639548"/>
                <a:gd name="connsiteX16" fmla="*/ 459783 w 582162"/>
                <a:gd name="connsiteY16" fmla="*/ 1179874 h 1639548"/>
                <a:gd name="connsiteX17" fmla="*/ 119129 w 582162"/>
                <a:gd name="connsiteY17" fmla="*/ 943486 h 1639548"/>
                <a:gd name="connsiteX18" fmla="*/ 467006 w 582162"/>
                <a:gd name="connsiteY18" fmla="*/ 1228896 h 1639548"/>
                <a:gd name="connsiteX19" fmla="*/ 480083 w 582162"/>
                <a:gd name="connsiteY19" fmla="*/ 1383852 h 1639548"/>
                <a:gd name="connsiteX20" fmla="*/ 184579 w 582162"/>
                <a:gd name="connsiteY20" fmla="*/ 1186679 h 1639548"/>
                <a:gd name="connsiteX21" fmla="*/ 480050 w 582162"/>
                <a:gd name="connsiteY21" fmla="*/ 1411085 h 1639548"/>
                <a:gd name="connsiteX22" fmla="*/ 552481 w 582162"/>
                <a:gd name="connsiteY22" fmla="*/ 1639356 h 1639548"/>
                <a:gd name="connsiteX23" fmla="*/ 103908 w 582162"/>
                <a:gd name="connsiteY23" fmla="*/ 1411291 h 1639548"/>
                <a:gd name="connsiteX24" fmla="*/ 550099 w 582162"/>
                <a:gd name="connsiteY24" fmla="*/ 54028 h 163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82162" h="1639548">
                  <a:moveTo>
                    <a:pt x="550099" y="54028"/>
                  </a:moveTo>
                  <a:cubicBezTo>
                    <a:pt x="624739" y="-134938"/>
                    <a:pt x="547056" y="229933"/>
                    <a:pt x="536842" y="262190"/>
                  </a:cubicBezTo>
                  <a:cubicBezTo>
                    <a:pt x="526628" y="294447"/>
                    <a:pt x="489477" y="242030"/>
                    <a:pt x="488816" y="247571"/>
                  </a:cubicBezTo>
                  <a:lnTo>
                    <a:pt x="532877" y="295437"/>
                  </a:lnTo>
                  <a:cubicBezTo>
                    <a:pt x="532967" y="355079"/>
                    <a:pt x="525931" y="381896"/>
                    <a:pt x="526021" y="441538"/>
                  </a:cubicBezTo>
                  <a:lnTo>
                    <a:pt x="440807" y="401237"/>
                  </a:lnTo>
                  <a:lnTo>
                    <a:pt x="518260" y="473456"/>
                  </a:lnTo>
                  <a:lnTo>
                    <a:pt x="498587" y="637602"/>
                  </a:lnTo>
                  <a:lnTo>
                    <a:pt x="372197" y="546012"/>
                  </a:lnTo>
                  <a:lnTo>
                    <a:pt x="498617" y="657667"/>
                  </a:lnTo>
                  <a:cubicBezTo>
                    <a:pt x="498709" y="718576"/>
                    <a:pt x="483958" y="759148"/>
                    <a:pt x="484050" y="820057"/>
                  </a:cubicBezTo>
                  <a:lnTo>
                    <a:pt x="270832" y="673231"/>
                  </a:lnTo>
                  <a:lnTo>
                    <a:pt x="478917" y="852083"/>
                  </a:lnTo>
                  <a:lnTo>
                    <a:pt x="469294" y="1002645"/>
                  </a:lnTo>
                  <a:lnTo>
                    <a:pt x="184579" y="795959"/>
                  </a:lnTo>
                  <a:lnTo>
                    <a:pt x="466579" y="1042397"/>
                  </a:lnTo>
                  <a:lnTo>
                    <a:pt x="459783" y="1179874"/>
                  </a:lnTo>
                  <a:lnTo>
                    <a:pt x="119129" y="943486"/>
                  </a:lnTo>
                  <a:lnTo>
                    <a:pt x="467006" y="1228896"/>
                  </a:lnTo>
                  <a:cubicBezTo>
                    <a:pt x="467092" y="1286367"/>
                    <a:pt x="479997" y="1326381"/>
                    <a:pt x="480083" y="1383852"/>
                  </a:cubicBezTo>
                  <a:lnTo>
                    <a:pt x="184579" y="1186679"/>
                  </a:lnTo>
                  <a:lnTo>
                    <a:pt x="480050" y="1411085"/>
                  </a:lnTo>
                  <a:cubicBezTo>
                    <a:pt x="480132" y="1465879"/>
                    <a:pt x="497607" y="1538525"/>
                    <a:pt x="552481" y="1639356"/>
                  </a:cubicBezTo>
                  <a:cubicBezTo>
                    <a:pt x="331520" y="1644295"/>
                    <a:pt x="189138" y="1553987"/>
                    <a:pt x="103908" y="1411291"/>
                  </a:cubicBezTo>
                  <a:cubicBezTo>
                    <a:pt x="-144138" y="987527"/>
                    <a:pt x="70524" y="647047"/>
                    <a:pt x="550099" y="54028"/>
                  </a:cubicBezTo>
                  <a:close/>
                </a:path>
              </a:pathLst>
            </a:custGeom>
            <a:solidFill>
              <a:srgbClr val="F8931D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D8E4319C-22D5-F28B-A739-4F5BB1F30E62}"/>
                </a:ext>
              </a:extLst>
            </p:cNvPr>
            <p:cNvSpPr/>
            <p:nvPr/>
          </p:nvSpPr>
          <p:spPr>
            <a:xfrm rot="3762166">
              <a:off x="10320199" y="4082006"/>
              <a:ext cx="352120" cy="991677"/>
            </a:xfrm>
            <a:custGeom>
              <a:avLst/>
              <a:gdLst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52201 w 552481"/>
                <a:gd name="connsiteY19" fmla="*/ 1398749 h 1585520"/>
                <a:gd name="connsiteX20" fmla="*/ 184579 w 552481"/>
                <a:gd name="connsiteY20" fmla="*/ 1132651 h 1585520"/>
                <a:gd name="connsiteX21" fmla="*/ 552234 w 552481"/>
                <a:gd name="connsiteY21" fmla="*/ 1420947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52201 w 552481"/>
                <a:gd name="connsiteY19" fmla="*/ 1398749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28440 w 552481"/>
                <a:gd name="connsiteY4" fmla="*/ 395095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32877 w 552481"/>
                <a:gd name="connsiteY3" fmla="*/ 241409 h 1585520"/>
                <a:gd name="connsiteX4" fmla="*/ 528440 w 552481"/>
                <a:gd name="connsiteY4" fmla="*/ 395095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534221 w 580141"/>
                <a:gd name="connsiteY14" fmla="*/ 1044490 h 1640259"/>
                <a:gd name="connsiteX15" fmla="*/ 184579 w 580141"/>
                <a:gd name="connsiteY15" fmla="*/ 796670 h 1640259"/>
                <a:gd name="connsiteX16" fmla="*/ 521700 w 580141"/>
                <a:gd name="connsiteY16" fmla="*/ 1063971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521700 w 580141"/>
                <a:gd name="connsiteY16" fmla="*/ 1063971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7405 w 580141"/>
                <a:gd name="connsiteY20" fmla="*/ 1402284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69294 w 580141"/>
                <a:gd name="connsiteY14" fmla="*/ 1003356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11048 w 580141"/>
                <a:gd name="connsiteY5" fmla="*/ 431982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69294 w 580141"/>
                <a:gd name="connsiteY14" fmla="*/ 1003356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2162"/>
                <a:gd name="connsiteY0" fmla="*/ 54028 h 1639548"/>
                <a:gd name="connsiteX1" fmla="*/ 536842 w 582162"/>
                <a:gd name="connsiteY1" fmla="*/ 262190 h 1639548"/>
                <a:gd name="connsiteX2" fmla="*/ 488816 w 582162"/>
                <a:gd name="connsiteY2" fmla="*/ 247571 h 1639548"/>
                <a:gd name="connsiteX3" fmla="*/ 532877 w 582162"/>
                <a:gd name="connsiteY3" fmla="*/ 295437 h 1639548"/>
                <a:gd name="connsiteX4" fmla="*/ 511048 w 582162"/>
                <a:gd name="connsiteY4" fmla="*/ 431271 h 1639548"/>
                <a:gd name="connsiteX5" fmla="*/ 440807 w 582162"/>
                <a:gd name="connsiteY5" fmla="*/ 401237 h 1639548"/>
                <a:gd name="connsiteX6" fmla="*/ 518260 w 582162"/>
                <a:gd name="connsiteY6" fmla="*/ 473456 h 1639548"/>
                <a:gd name="connsiteX7" fmla="*/ 498587 w 582162"/>
                <a:gd name="connsiteY7" fmla="*/ 637602 h 1639548"/>
                <a:gd name="connsiteX8" fmla="*/ 372197 w 582162"/>
                <a:gd name="connsiteY8" fmla="*/ 546012 h 1639548"/>
                <a:gd name="connsiteX9" fmla="*/ 498617 w 582162"/>
                <a:gd name="connsiteY9" fmla="*/ 657667 h 1639548"/>
                <a:gd name="connsiteX10" fmla="*/ 484050 w 582162"/>
                <a:gd name="connsiteY10" fmla="*/ 820057 h 1639548"/>
                <a:gd name="connsiteX11" fmla="*/ 270832 w 582162"/>
                <a:gd name="connsiteY11" fmla="*/ 673231 h 1639548"/>
                <a:gd name="connsiteX12" fmla="*/ 478917 w 582162"/>
                <a:gd name="connsiteY12" fmla="*/ 852083 h 1639548"/>
                <a:gd name="connsiteX13" fmla="*/ 469294 w 582162"/>
                <a:gd name="connsiteY13" fmla="*/ 1002645 h 1639548"/>
                <a:gd name="connsiteX14" fmla="*/ 184579 w 582162"/>
                <a:gd name="connsiteY14" fmla="*/ 795959 h 1639548"/>
                <a:gd name="connsiteX15" fmla="*/ 466579 w 582162"/>
                <a:gd name="connsiteY15" fmla="*/ 1042397 h 1639548"/>
                <a:gd name="connsiteX16" fmla="*/ 459783 w 582162"/>
                <a:gd name="connsiteY16" fmla="*/ 1179874 h 1639548"/>
                <a:gd name="connsiteX17" fmla="*/ 119129 w 582162"/>
                <a:gd name="connsiteY17" fmla="*/ 943486 h 1639548"/>
                <a:gd name="connsiteX18" fmla="*/ 467006 w 582162"/>
                <a:gd name="connsiteY18" fmla="*/ 1228896 h 1639548"/>
                <a:gd name="connsiteX19" fmla="*/ 480083 w 582162"/>
                <a:gd name="connsiteY19" fmla="*/ 1383852 h 1639548"/>
                <a:gd name="connsiteX20" fmla="*/ 184579 w 582162"/>
                <a:gd name="connsiteY20" fmla="*/ 1186679 h 1639548"/>
                <a:gd name="connsiteX21" fmla="*/ 480050 w 582162"/>
                <a:gd name="connsiteY21" fmla="*/ 1411085 h 1639548"/>
                <a:gd name="connsiteX22" fmla="*/ 552481 w 582162"/>
                <a:gd name="connsiteY22" fmla="*/ 1639356 h 1639548"/>
                <a:gd name="connsiteX23" fmla="*/ 103908 w 582162"/>
                <a:gd name="connsiteY23" fmla="*/ 1411291 h 1639548"/>
                <a:gd name="connsiteX24" fmla="*/ 550099 w 582162"/>
                <a:gd name="connsiteY24" fmla="*/ 54028 h 1639548"/>
                <a:gd name="connsiteX0" fmla="*/ 550099 w 582162"/>
                <a:gd name="connsiteY0" fmla="*/ 54028 h 1639548"/>
                <a:gd name="connsiteX1" fmla="*/ 536842 w 582162"/>
                <a:gd name="connsiteY1" fmla="*/ 262190 h 1639548"/>
                <a:gd name="connsiteX2" fmla="*/ 488816 w 582162"/>
                <a:gd name="connsiteY2" fmla="*/ 247571 h 1639548"/>
                <a:gd name="connsiteX3" fmla="*/ 532877 w 582162"/>
                <a:gd name="connsiteY3" fmla="*/ 295437 h 1639548"/>
                <a:gd name="connsiteX4" fmla="*/ 526021 w 582162"/>
                <a:gd name="connsiteY4" fmla="*/ 441538 h 1639548"/>
                <a:gd name="connsiteX5" fmla="*/ 440807 w 582162"/>
                <a:gd name="connsiteY5" fmla="*/ 401237 h 1639548"/>
                <a:gd name="connsiteX6" fmla="*/ 518260 w 582162"/>
                <a:gd name="connsiteY6" fmla="*/ 473456 h 1639548"/>
                <a:gd name="connsiteX7" fmla="*/ 498587 w 582162"/>
                <a:gd name="connsiteY7" fmla="*/ 637602 h 1639548"/>
                <a:gd name="connsiteX8" fmla="*/ 372197 w 582162"/>
                <a:gd name="connsiteY8" fmla="*/ 546012 h 1639548"/>
                <a:gd name="connsiteX9" fmla="*/ 498617 w 582162"/>
                <a:gd name="connsiteY9" fmla="*/ 657667 h 1639548"/>
                <a:gd name="connsiteX10" fmla="*/ 484050 w 582162"/>
                <a:gd name="connsiteY10" fmla="*/ 820057 h 1639548"/>
                <a:gd name="connsiteX11" fmla="*/ 270832 w 582162"/>
                <a:gd name="connsiteY11" fmla="*/ 673231 h 1639548"/>
                <a:gd name="connsiteX12" fmla="*/ 478917 w 582162"/>
                <a:gd name="connsiteY12" fmla="*/ 852083 h 1639548"/>
                <a:gd name="connsiteX13" fmla="*/ 469294 w 582162"/>
                <a:gd name="connsiteY13" fmla="*/ 1002645 h 1639548"/>
                <a:gd name="connsiteX14" fmla="*/ 184579 w 582162"/>
                <a:gd name="connsiteY14" fmla="*/ 795959 h 1639548"/>
                <a:gd name="connsiteX15" fmla="*/ 466579 w 582162"/>
                <a:gd name="connsiteY15" fmla="*/ 1042397 h 1639548"/>
                <a:gd name="connsiteX16" fmla="*/ 459783 w 582162"/>
                <a:gd name="connsiteY16" fmla="*/ 1179874 h 1639548"/>
                <a:gd name="connsiteX17" fmla="*/ 119129 w 582162"/>
                <a:gd name="connsiteY17" fmla="*/ 943486 h 1639548"/>
                <a:gd name="connsiteX18" fmla="*/ 467006 w 582162"/>
                <a:gd name="connsiteY18" fmla="*/ 1228896 h 1639548"/>
                <a:gd name="connsiteX19" fmla="*/ 480083 w 582162"/>
                <a:gd name="connsiteY19" fmla="*/ 1383852 h 1639548"/>
                <a:gd name="connsiteX20" fmla="*/ 184579 w 582162"/>
                <a:gd name="connsiteY20" fmla="*/ 1186679 h 1639548"/>
                <a:gd name="connsiteX21" fmla="*/ 480050 w 582162"/>
                <a:gd name="connsiteY21" fmla="*/ 1411085 h 1639548"/>
                <a:gd name="connsiteX22" fmla="*/ 552481 w 582162"/>
                <a:gd name="connsiteY22" fmla="*/ 1639356 h 1639548"/>
                <a:gd name="connsiteX23" fmla="*/ 103908 w 582162"/>
                <a:gd name="connsiteY23" fmla="*/ 1411291 h 1639548"/>
                <a:gd name="connsiteX24" fmla="*/ 550099 w 582162"/>
                <a:gd name="connsiteY24" fmla="*/ 54028 h 163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82162" h="1639548">
                  <a:moveTo>
                    <a:pt x="550099" y="54028"/>
                  </a:moveTo>
                  <a:cubicBezTo>
                    <a:pt x="624739" y="-134938"/>
                    <a:pt x="547056" y="229933"/>
                    <a:pt x="536842" y="262190"/>
                  </a:cubicBezTo>
                  <a:cubicBezTo>
                    <a:pt x="526628" y="294447"/>
                    <a:pt x="489477" y="242030"/>
                    <a:pt x="488816" y="247571"/>
                  </a:cubicBezTo>
                  <a:lnTo>
                    <a:pt x="532877" y="295437"/>
                  </a:lnTo>
                  <a:cubicBezTo>
                    <a:pt x="532967" y="355079"/>
                    <a:pt x="525931" y="381896"/>
                    <a:pt x="526021" y="441538"/>
                  </a:cubicBezTo>
                  <a:lnTo>
                    <a:pt x="440807" y="401237"/>
                  </a:lnTo>
                  <a:lnTo>
                    <a:pt x="518260" y="473456"/>
                  </a:lnTo>
                  <a:lnTo>
                    <a:pt x="498587" y="637602"/>
                  </a:lnTo>
                  <a:lnTo>
                    <a:pt x="372197" y="546012"/>
                  </a:lnTo>
                  <a:lnTo>
                    <a:pt x="498617" y="657667"/>
                  </a:lnTo>
                  <a:cubicBezTo>
                    <a:pt x="498709" y="718576"/>
                    <a:pt x="483958" y="759148"/>
                    <a:pt x="484050" y="820057"/>
                  </a:cubicBezTo>
                  <a:lnTo>
                    <a:pt x="270832" y="673231"/>
                  </a:lnTo>
                  <a:lnTo>
                    <a:pt x="478917" y="852083"/>
                  </a:lnTo>
                  <a:lnTo>
                    <a:pt x="469294" y="1002645"/>
                  </a:lnTo>
                  <a:lnTo>
                    <a:pt x="184579" y="795959"/>
                  </a:lnTo>
                  <a:lnTo>
                    <a:pt x="466579" y="1042397"/>
                  </a:lnTo>
                  <a:lnTo>
                    <a:pt x="459783" y="1179874"/>
                  </a:lnTo>
                  <a:lnTo>
                    <a:pt x="119129" y="943486"/>
                  </a:lnTo>
                  <a:lnTo>
                    <a:pt x="467006" y="1228896"/>
                  </a:lnTo>
                  <a:cubicBezTo>
                    <a:pt x="467092" y="1286367"/>
                    <a:pt x="479997" y="1326381"/>
                    <a:pt x="480083" y="1383852"/>
                  </a:cubicBezTo>
                  <a:lnTo>
                    <a:pt x="184579" y="1186679"/>
                  </a:lnTo>
                  <a:lnTo>
                    <a:pt x="480050" y="1411085"/>
                  </a:lnTo>
                  <a:cubicBezTo>
                    <a:pt x="480132" y="1465879"/>
                    <a:pt x="497607" y="1538525"/>
                    <a:pt x="552481" y="1639356"/>
                  </a:cubicBezTo>
                  <a:cubicBezTo>
                    <a:pt x="331520" y="1644295"/>
                    <a:pt x="189138" y="1553987"/>
                    <a:pt x="103908" y="1411291"/>
                  </a:cubicBezTo>
                  <a:cubicBezTo>
                    <a:pt x="-144138" y="987527"/>
                    <a:pt x="70524" y="647047"/>
                    <a:pt x="550099" y="54028"/>
                  </a:cubicBezTo>
                  <a:close/>
                </a:path>
              </a:pathLst>
            </a:custGeom>
            <a:solidFill>
              <a:srgbClr val="F8931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7177D65E-16BD-AF24-050D-6CF2DA24995D}"/>
                </a:ext>
              </a:extLst>
            </p:cNvPr>
            <p:cNvSpPr/>
            <p:nvPr/>
          </p:nvSpPr>
          <p:spPr>
            <a:xfrm rot="6040617" flipV="1">
              <a:off x="9104381" y="3162082"/>
              <a:ext cx="430914" cy="1213583"/>
            </a:xfrm>
            <a:custGeom>
              <a:avLst/>
              <a:gdLst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52201 w 552481"/>
                <a:gd name="connsiteY19" fmla="*/ 1398749 h 1585520"/>
                <a:gd name="connsiteX20" fmla="*/ 184579 w 552481"/>
                <a:gd name="connsiteY20" fmla="*/ 1132651 h 1585520"/>
                <a:gd name="connsiteX21" fmla="*/ 552234 w 552481"/>
                <a:gd name="connsiteY21" fmla="*/ 1420947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52201 w 552481"/>
                <a:gd name="connsiteY19" fmla="*/ 1398749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28440 w 552481"/>
                <a:gd name="connsiteY4" fmla="*/ 395095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32877 w 552481"/>
                <a:gd name="connsiteY3" fmla="*/ 241409 h 1585520"/>
                <a:gd name="connsiteX4" fmla="*/ 528440 w 552481"/>
                <a:gd name="connsiteY4" fmla="*/ 395095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534221 w 580141"/>
                <a:gd name="connsiteY14" fmla="*/ 1044490 h 1640259"/>
                <a:gd name="connsiteX15" fmla="*/ 184579 w 580141"/>
                <a:gd name="connsiteY15" fmla="*/ 796670 h 1640259"/>
                <a:gd name="connsiteX16" fmla="*/ 521700 w 580141"/>
                <a:gd name="connsiteY16" fmla="*/ 1063971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521700 w 580141"/>
                <a:gd name="connsiteY16" fmla="*/ 1063971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7405 w 580141"/>
                <a:gd name="connsiteY20" fmla="*/ 1402284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69294 w 580141"/>
                <a:gd name="connsiteY14" fmla="*/ 1003356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11048 w 580141"/>
                <a:gd name="connsiteY5" fmla="*/ 431982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69294 w 580141"/>
                <a:gd name="connsiteY14" fmla="*/ 1003356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2162"/>
                <a:gd name="connsiteY0" fmla="*/ 54028 h 1639548"/>
                <a:gd name="connsiteX1" fmla="*/ 536842 w 582162"/>
                <a:gd name="connsiteY1" fmla="*/ 262190 h 1639548"/>
                <a:gd name="connsiteX2" fmla="*/ 488816 w 582162"/>
                <a:gd name="connsiteY2" fmla="*/ 247571 h 1639548"/>
                <a:gd name="connsiteX3" fmla="*/ 532877 w 582162"/>
                <a:gd name="connsiteY3" fmla="*/ 295437 h 1639548"/>
                <a:gd name="connsiteX4" fmla="*/ 511048 w 582162"/>
                <a:gd name="connsiteY4" fmla="*/ 431271 h 1639548"/>
                <a:gd name="connsiteX5" fmla="*/ 440807 w 582162"/>
                <a:gd name="connsiteY5" fmla="*/ 401237 h 1639548"/>
                <a:gd name="connsiteX6" fmla="*/ 518260 w 582162"/>
                <a:gd name="connsiteY6" fmla="*/ 473456 h 1639548"/>
                <a:gd name="connsiteX7" fmla="*/ 498587 w 582162"/>
                <a:gd name="connsiteY7" fmla="*/ 637602 h 1639548"/>
                <a:gd name="connsiteX8" fmla="*/ 372197 w 582162"/>
                <a:gd name="connsiteY8" fmla="*/ 546012 h 1639548"/>
                <a:gd name="connsiteX9" fmla="*/ 498617 w 582162"/>
                <a:gd name="connsiteY9" fmla="*/ 657667 h 1639548"/>
                <a:gd name="connsiteX10" fmla="*/ 484050 w 582162"/>
                <a:gd name="connsiteY10" fmla="*/ 820057 h 1639548"/>
                <a:gd name="connsiteX11" fmla="*/ 270832 w 582162"/>
                <a:gd name="connsiteY11" fmla="*/ 673231 h 1639548"/>
                <a:gd name="connsiteX12" fmla="*/ 478917 w 582162"/>
                <a:gd name="connsiteY12" fmla="*/ 852083 h 1639548"/>
                <a:gd name="connsiteX13" fmla="*/ 469294 w 582162"/>
                <a:gd name="connsiteY13" fmla="*/ 1002645 h 1639548"/>
                <a:gd name="connsiteX14" fmla="*/ 184579 w 582162"/>
                <a:gd name="connsiteY14" fmla="*/ 795959 h 1639548"/>
                <a:gd name="connsiteX15" fmla="*/ 466579 w 582162"/>
                <a:gd name="connsiteY15" fmla="*/ 1042397 h 1639548"/>
                <a:gd name="connsiteX16" fmla="*/ 459783 w 582162"/>
                <a:gd name="connsiteY16" fmla="*/ 1179874 h 1639548"/>
                <a:gd name="connsiteX17" fmla="*/ 119129 w 582162"/>
                <a:gd name="connsiteY17" fmla="*/ 943486 h 1639548"/>
                <a:gd name="connsiteX18" fmla="*/ 467006 w 582162"/>
                <a:gd name="connsiteY18" fmla="*/ 1228896 h 1639548"/>
                <a:gd name="connsiteX19" fmla="*/ 480083 w 582162"/>
                <a:gd name="connsiteY19" fmla="*/ 1383852 h 1639548"/>
                <a:gd name="connsiteX20" fmla="*/ 184579 w 582162"/>
                <a:gd name="connsiteY20" fmla="*/ 1186679 h 1639548"/>
                <a:gd name="connsiteX21" fmla="*/ 480050 w 582162"/>
                <a:gd name="connsiteY21" fmla="*/ 1411085 h 1639548"/>
                <a:gd name="connsiteX22" fmla="*/ 552481 w 582162"/>
                <a:gd name="connsiteY22" fmla="*/ 1639356 h 1639548"/>
                <a:gd name="connsiteX23" fmla="*/ 103908 w 582162"/>
                <a:gd name="connsiteY23" fmla="*/ 1411291 h 1639548"/>
                <a:gd name="connsiteX24" fmla="*/ 550099 w 582162"/>
                <a:gd name="connsiteY24" fmla="*/ 54028 h 1639548"/>
                <a:gd name="connsiteX0" fmla="*/ 550099 w 582162"/>
                <a:gd name="connsiteY0" fmla="*/ 54028 h 1639548"/>
                <a:gd name="connsiteX1" fmla="*/ 536842 w 582162"/>
                <a:gd name="connsiteY1" fmla="*/ 262190 h 1639548"/>
                <a:gd name="connsiteX2" fmla="*/ 488816 w 582162"/>
                <a:gd name="connsiteY2" fmla="*/ 247571 h 1639548"/>
                <a:gd name="connsiteX3" fmla="*/ 532877 w 582162"/>
                <a:gd name="connsiteY3" fmla="*/ 295437 h 1639548"/>
                <a:gd name="connsiteX4" fmla="*/ 526021 w 582162"/>
                <a:gd name="connsiteY4" fmla="*/ 441538 h 1639548"/>
                <a:gd name="connsiteX5" fmla="*/ 440807 w 582162"/>
                <a:gd name="connsiteY5" fmla="*/ 401237 h 1639548"/>
                <a:gd name="connsiteX6" fmla="*/ 518260 w 582162"/>
                <a:gd name="connsiteY6" fmla="*/ 473456 h 1639548"/>
                <a:gd name="connsiteX7" fmla="*/ 498587 w 582162"/>
                <a:gd name="connsiteY7" fmla="*/ 637602 h 1639548"/>
                <a:gd name="connsiteX8" fmla="*/ 372197 w 582162"/>
                <a:gd name="connsiteY8" fmla="*/ 546012 h 1639548"/>
                <a:gd name="connsiteX9" fmla="*/ 498617 w 582162"/>
                <a:gd name="connsiteY9" fmla="*/ 657667 h 1639548"/>
                <a:gd name="connsiteX10" fmla="*/ 484050 w 582162"/>
                <a:gd name="connsiteY10" fmla="*/ 820057 h 1639548"/>
                <a:gd name="connsiteX11" fmla="*/ 270832 w 582162"/>
                <a:gd name="connsiteY11" fmla="*/ 673231 h 1639548"/>
                <a:gd name="connsiteX12" fmla="*/ 478917 w 582162"/>
                <a:gd name="connsiteY12" fmla="*/ 852083 h 1639548"/>
                <a:gd name="connsiteX13" fmla="*/ 469294 w 582162"/>
                <a:gd name="connsiteY13" fmla="*/ 1002645 h 1639548"/>
                <a:gd name="connsiteX14" fmla="*/ 184579 w 582162"/>
                <a:gd name="connsiteY14" fmla="*/ 795959 h 1639548"/>
                <a:gd name="connsiteX15" fmla="*/ 466579 w 582162"/>
                <a:gd name="connsiteY15" fmla="*/ 1042397 h 1639548"/>
                <a:gd name="connsiteX16" fmla="*/ 459783 w 582162"/>
                <a:gd name="connsiteY16" fmla="*/ 1179874 h 1639548"/>
                <a:gd name="connsiteX17" fmla="*/ 119129 w 582162"/>
                <a:gd name="connsiteY17" fmla="*/ 943486 h 1639548"/>
                <a:gd name="connsiteX18" fmla="*/ 467006 w 582162"/>
                <a:gd name="connsiteY18" fmla="*/ 1228896 h 1639548"/>
                <a:gd name="connsiteX19" fmla="*/ 480083 w 582162"/>
                <a:gd name="connsiteY19" fmla="*/ 1383852 h 1639548"/>
                <a:gd name="connsiteX20" fmla="*/ 184579 w 582162"/>
                <a:gd name="connsiteY20" fmla="*/ 1186679 h 1639548"/>
                <a:gd name="connsiteX21" fmla="*/ 480050 w 582162"/>
                <a:gd name="connsiteY21" fmla="*/ 1411085 h 1639548"/>
                <a:gd name="connsiteX22" fmla="*/ 552481 w 582162"/>
                <a:gd name="connsiteY22" fmla="*/ 1639356 h 1639548"/>
                <a:gd name="connsiteX23" fmla="*/ 103908 w 582162"/>
                <a:gd name="connsiteY23" fmla="*/ 1411291 h 1639548"/>
                <a:gd name="connsiteX24" fmla="*/ 550099 w 582162"/>
                <a:gd name="connsiteY24" fmla="*/ 54028 h 163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82162" h="1639548">
                  <a:moveTo>
                    <a:pt x="550099" y="54028"/>
                  </a:moveTo>
                  <a:cubicBezTo>
                    <a:pt x="624739" y="-134938"/>
                    <a:pt x="547056" y="229933"/>
                    <a:pt x="536842" y="262190"/>
                  </a:cubicBezTo>
                  <a:cubicBezTo>
                    <a:pt x="526628" y="294447"/>
                    <a:pt x="489477" y="242030"/>
                    <a:pt x="488816" y="247571"/>
                  </a:cubicBezTo>
                  <a:lnTo>
                    <a:pt x="532877" y="295437"/>
                  </a:lnTo>
                  <a:cubicBezTo>
                    <a:pt x="532967" y="355079"/>
                    <a:pt x="525931" y="381896"/>
                    <a:pt x="526021" y="441538"/>
                  </a:cubicBezTo>
                  <a:lnTo>
                    <a:pt x="440807" y="401237"/>
                  </a:lnTo>
                  <a:lnTo>
                    <a:pt x="518260" y="473456"/>
                  </a:lnTo>
                  <a:lnTo>
                    <a:pt x="498587" y="637602"/>
                  </a:lnTo>
                  <a:lnTo>
                    <a:pt x="372197" y="546012"/>
                  </a:lnTo>
                  <a:lnTo>
                    <a:pt x="498617" y="657667"/>
                  </a:lnTo>
                  <a:cubicBezTo>
                    <a:pt x="498709" y="718576"/>
                    <a:pt x="483958" y="759148"/>
                    <a:pt x="484050" y="820057"/>
                  </a:cubicBezTo>
                  <a:lnTo>
                    <a:pt x="270832" y="673231"/>
                  </a:lnTo>
                  <a:lnTo>
                    <a:pt x="478917" y="852083"/>
                  </a:lnTo>
                  <a:lnTo>
                    <a:pt x="469294" y="1002645"/>
                  </a:lnTo>
                  <a:lnTo>
                    <a:pt x="184579" y="795959"/>
                  </a:lnTo>
                  <a:lnTo>
                    <a:pt x="466579" y="1042397"/>
                  </a:lnTo>
                  <a:lnTo>
                    <a:pt x="459783" y="1179874"/>
                  </a:lnTo>
                  <a:lnTo>
                    <a:pt x="119129" y="943486"/>
                  </a:lnTo>
                  <a:lnTo>
                    <a:pt x="467006" y="1228896"/>
                  </a:lnTo>
                  <a:cubicBezTo>
                    <a:pt x="467092" y="1286367"/>
                    <a:pt x="479997" y="1326381"/>
                    <a:pt x="480083" y="1383852"/>
                  </a:cubicBezTo>
                  <a:lnTo>
                    <a:pt x="184579" y="1186679"/>
                  </a:lnTo>
                  <a:lnTo>
                    <a:pt x="480050" y="1411085"/>
                  </a:lnTo>
                  <a:cubicBezTo>
                    <a:pt x="480132" y="1465879"/>
                    <a:pt x="497607" y="1538525"/>
                    <a:pt x="552481" y="1639356"/>
                  </a:cubicBezTo>
                  <a:cubicBezTo>
                    <a:pt x="331520" y="1644295"/>
                    <a:pt x="189138" y="1553987"/>
                    <a:pt x="103908" y="1411291"/>
                  </a:cubicBezTo>
                  <a:cubicBezTo>
                    <a:pt x="-144138" y="987527"/>
                    <a:pt x="70524" y="647047"/>
                    <a:pt x="550099" y="54028"/>
                  </a:cubicBezTo>
                  <a:close/>
                </a:path>
              </a:pathLst>
            </a:custGeom>
            <a:solidFill>
              <a:srgbClr val="CE8D3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  <p:sp>
          <p:nvSpPr>
            <p:cNvPr id="71" name="Oval 1">
              <a:extLst>
                <a:ext uri="{FF2B5EF4-FFF2-40B4-BE49-F238E27FC236}">
                  <a16:creationId xmlns:a16="http://schemas.microsoft.com/office/drawing/2014/main" id="{FAF433E3-EA95-0BCF-B2D2-487FBA2FEB0A}"/>
                </a:ext>
              </a:extLst>
            </p:cNvPr>
            <p:cNvSpPr/>
            <p:nvPr/>
          </p:nvSpPr>
          <p:spPr>
            <a:xfrm>
              <a:off x="9777559" y="2609739"/>
              <a:ext cx="511534" cy="482610"/>
            </a:xfrm>
            <a:custGeom>
              <a:avLst/>
              <a:gdLst/>
              <a:ahLst/>
              <a:cxnLst/>
              <a:rect l="l" t="t" r="r" b="b"/>
              <a:pathLst>
                <a:path w="543969" h="513210">
                  <a:moveTo>
                    <a:pt x="72529" y="368152"/>
                  </a:moveTo>
                  <a:lnTo>
                    <a:pt x="471440" y="368152"/>
                  </a:lnTo>
                  <a:lnTo>
                    <a:pt x="471440" y="440681"/>
                  </a:lnTo>
                  <a:cubicBezTo>
                    <a:pt x="471440" y="480738"/>
                    <a:pt x="382141" y="513210"/>
                    <a:pt x="271985" y="513210"/>
                  </a:cubicBezTo>
                  <a:cubicBezTo>
                    <a:pt x="161829" y="513210"/>
                    <a:pt x="72529" y="480738"/>
                    <a:pt x="72529" y="440681"/>
                  </a:cubicBezTo>
                  <a:close/>
                  <a:moveTo>
                    <a:pt x="73404" y="245435"/>
                  </a:moveTo>
                  <a:lnTo>
                    <a:pt x="470566" y="245435"/>
                  </a:lnTo>
                  <a:cubicBezTo>
                    <a:pt x="491077" y="245435"/>
                    <a:pt x="507705" y="262062"/>
                    <a:pt x="507705" y="282574"/>
                  </a:cubicBezTo>
                  <a:lnTo>
                    <a:pt x="507705" y="298967"/>
                  </a:lnTo>
                  <a:cubicBezTo>
                    <a:pt x="507705" y="319478"/>
                    <a:pt x="491077" y="336106"/>
                    <a:pt x="470566" y="336106"/>
                  </a:cubicBezTo>
                  <a:lnTo>
                    <a:pt x="73404" y="336106"/>
                  </a:lnTo>
                  <a:cubicBezTo>
                    <a:pt x="52893" y="336106"/>
                    <a:pt x="36265" y="319478"/>
                    <a:pt x="36265" y="298967"/>
                  </a:cubicBezTo>
                  <a:lnTo>
                    <a:pt x="36265" y="282574"/>
                  </a:lnTo>
                  <a:cubicBezTo>
                    <a:pt x="36265" y="262062"/>
                    <a:pt x="52893" y="245435"/>
                    <a:pt x="73404" y="245435"/>
                  </a:cubicBezTo>
                  <a:close/>
                  <a:moveTo>
                    <a:pt x="55271" y="122718"/>
                  </a:moveTo>
                  <a:lnTo>
                    <a:pt x="488697" y="122718"/>
                  </a:lnTo>
                  <a:cubicBezTo>
                    <a:pt x="509209" y="122718"/>
                    <a:pt x="525837" y="139345"/>
                    <a:pt x="525837" y="159856"/>
                  </a:cubicBezTo>
                  <a:lnTo>
                    <a:pt x="525837" y="176250"/>
                  </a:lnTo>
                  <a:cubicBezTo>
                    <a:pt x="525837" y="196761"/>
                    <a:pt x="509209" y="213389"/>
                    <a:pt x="488697" y="213389"/>
                  </a:cubicBezTo>
                  <a:lnTo>
                    <a:pt x="55271" y="213389"/>
                  </a:lnTo>
                  <a:cubicBezTo>
                    <a:pt x="34760" y="213389"/>
                    <a:pt x="18132" y="196761"/>
                    <a:pt x="18132" y="176250"/>
                  </a:cubicBezTo>
                  <a:lnTo>
                    <a:pt x="18132" y="159856"/>
                  </a:lnTo>
                  <a:cubicBezTo>
                    <a:pt x="18132" y="139345"/>
                    <a:pt x="34760" y="122718"/>
                    <a:pt x="55271" y="122718"/>
                  </a:cubicBezTo>
                  <a:close/>
                  <a:moveTo>
                    <a:pt x="37139" y="0"/>
                  </a:moveTo>
                  <a:lnTo>
                    <a:pt x="506830" y="0"/>
                  </a:lnTo>
                  <a:cubicBezTo>
                    <a:pt x="527341" y="0"/>
                    <a:pt x="543969" y="16628"/>
                    <a:pt x="543969" y="37139"/>
                  </a:cubicBezTo>
                  <a:lnTo>
                    <a:pt x="543969" y="53533"/>
                  </a:lnTo>
                  <a:cubicBezTo>
                    <a:pt x="543969" y="74043"/>
                    <a:pt x="527341" y="90672"/>
                    <a:pt x="506830" y="90672"/>
                  </a:cubicBezTo>
                  <a:lnTo>
                    <a:pt x="37139" y="90672"/>
                  </a:lnTo>
                  <a:cubicBezTo>
                    <a:pt x="16628" y="90672"/>
                    <a:pt x="0" y="74043"/>
                    <a:pt x="0" y="53533"/>
                  </a:cubicBezTo>
                  <a:lnTo>
                    <a:pt x="0" y="37139"/>
                  </a:lnTo>
                  <a:cubicBezTo>
                    <a:pt x="0" y="16628"/>
                    <a:pt x="16628" y="0"/>
                    <a:pt x="37139" y="0"/>
                  </a:cubicBezTo>
                  <a:close/>
                </a:path>
              </a:pathLst>
            </a:custGeom>
            <a:solidFill>
              <a:srgbClr val="CE8D3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  <p:sp>
          <p:nvSpPr>
            <p:cNvPr id="72" name="Chord 23">
              <a:extLst>
                <a:ext uri="{FF2B5EF4-FFF2-40B4-BE49-F238E27FC236}">
                  <a16:creationId xmlns:a16="http://schemas.microsoft.com/office/drawing/2014/main" id="{748513EF-E43F-D91F-301F-F477AF3CC177}"/>
                </a:ext>
              </a:extLst>
            </p:cNvPr>
            <p:cNvSpPr/>
            <p:nvPr/>
          </p:nvSpPr>
          <p:spPr>
            <a:xfrm>
              <a:off x="9695350" y="4926932"/>
              <a:ext cx="722992" cy="177384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rgbClr val="9C6A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D2ACA9F-17A8-16F0-A9AD-E6270D273FAD}"/>
              </a:ext>
            </a:extLst>
          </p:cNvPr>
          <p:cNvGrpSpPr/>
          <p:nvPr/>
        </p:nvGrpSpPr>
        <p:grpSpPr>
          <a:xfrm>
            <a:off x="2035762" y="1483564"/>
            <a:ext cx="2832407" cy="1048024"/>
            <a:chOff x="803640" y="3362835"/>
            <a:chExt cx="2059657" cy="1048024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0A45856F-E9DD-9CE9-CBB8-FB5FB8E250D1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  <a:endPara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FCC260F-5CEC-7946-122E-164D4EED5EC0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89A3DE3-4E12-F9CD-26A2-49913EB16259}"/>
              </a:ext>
            </a:extLst>
          </p:cNvPr>
          <p:cNvGrpSpPr/>
          <p:nvPr/>
        </p:nvGrpSpPr>
        <p:grpSpPr>
          <a:xfrm>
            <a:off x="2035762" y="3112388"/>
            <a:ext cx="2832407" cy="1048024"/>
            <a:chOff x="803640" y="3362835"/>
            <a:chExt cx="2059657" cy="1048024"/>
          </a:xfrm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4BBE3702-4B4E-6052-E6C1-ECDB889D1288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  <a:endPara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377C9B2-C4EC-8101-0AC9-852EEBE0C37E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9EC8D8C-699A-8E5C-10DA-5FC95152BDA6}"/>
              </a:ext>
            </a:extLst>
          </p:cNvPr>
          <p:cNvGrpSpPr/>
          <p:nvPr/>
        </p:nvGrpSpPr>
        <p:grpSpPr>
          <a:xfrm>
            <a:off x="5911722" y="1483564"/>
            <a:ext cx="2849197" cy="1048024"/>
            <a:chOff x="803640" y="3362835"/>
            <a:chExt cx="2059657" cy="1048024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BB5461E8-E1EA-1F69-EFE7-28B6C678C151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  <a:endPara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7B9035B-1112-9E1A-3AA2-6A0671A6557A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FC8E6E69-88E1-AEEC-FF4E-3FB338A566BF}"/>
              </a:ext>
            </a:extLst>
          </p:cNvPr>
          <p:cNvGrpSpPr/>
          <p:nvPr/>
        </p:nvGrpSpPr>
        <p:grpSpPr>
          <a:xfrm>
            <a:off x="5911722" y="3112388"/>
            <a:ext cx="2849197" cy="1048024"/>
            <a:chOff x="803640" y="3362835"/>
            <a:chExt cx="2059657" cy="1048024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B39AA220-ACB3-06BD-A769-911740CDB163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  <a:endPara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28477E5B-1665-A3A0-3924-F1AD0CCB770D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sp>
        <p:nvSpPr>
          <p:cNvPr id="92" name="Oval 91">
            <a:extLst>
              <a:ext uri="{FF2B5EF4-FFF2-40B4-BE49-F238E27FC236}">
                <a16:creationId xmlns:a16="http://schemas.microsoft.com/office/drawing/2014/main" id="{AE4EF018-F512-2631-1FA9-553F0DEDE896}"/>
              </a:ext>
            </a:extLst>
          </p:cNvPr>
          <p:cNvSpPr/>
          <p:nvPr/>
        </p:nvSpPr>
        <p:spPr>
          <a:xfrm>
            <a:off x="5260900" y="1721741"/>
            <a:ext cx="571672" cy="571672"/>
          </a:xfrm>
          <a:prstGeom prst="ellipse">
            <a:avLst/>
          </a:prstGeom>
          <a:solidFill>
            <a:srgbClr val="EC701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C4FF3B07-AC12-C94C-CE7D-136856409FBB}"/>
              </a:ext>
            </a:extLst>
          </p:cNvPr>
          <p:cNvSpPr/>
          <p:nvPr/>
        </p:nvSpPr>
        <p:spPr>
          <a:xfrm>
            <a:off x="5260900" y="3350567"/>
            <a:ext cx="571672" cy="571672"/>
          </a:xfrm>
          <a:prstGeom prst="ellipse">
            <a:avLst/>
          </a:prstGeom>
          <a:solidFill>
            <a:srgbClr val="E6482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402C630-1598-CDF3-C65E-FE740E666107}"/>
              </a:ext>
            </a:extLst>
          </p:cNvPr>
          <p:cNvSpPr/>
          <p:nvPr/>
        </p:nvSpPr>
        <p:spPr>
          <a:xfrm>
            <a:off x="1374254" y="1721741"/>
            <a:ext cx="571672" cy="571672"/>
          </a:xfrm>
          <a:prstGeom prst="ellipse">
            <a:avLst/>
          </a:prstGeom>
          <a:solidFill>
            <a:srgbClr val="FFCA0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16E5A10F-DADC-6A7E-0845-A2A0F3CFF19A}"/>
              </a:ext>
            </a:extLst>
          </p:cNvPr>
          <p:cNvSpPr/>
          <p:nvPr/>
        </p:nvSpPr>
        <p:spPr>
          <a:xfrm>
            <a:off x="1374254" y="3350567"/>
            <a:ext cx="571672" cy="571672"/>
          </a:xfrm>
          <a:prstGeom prst="ellipse">
            <a:avLst/>
          </a:prstGeom>
          <a:solidFill>
            <a:srgbClr val="F8931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B227111F-043C-3B08-F7F3-FBE386604861}"/>
              </a:ext>
            </a:extLst>
          </p:cNvPr>
          <p:cNvGrpSpPr/>
          <p:nvPr/>
        </p:nvGrpSpPr>
        <p:grpSpPr>
          <a:xfrm>
            <a:off x="2036158" y="4482363"/>
            <a:ext cx="2832407" cy="1048024"/>
            <a:chOff x="803640" y="3362835"/>
            <a:chExt cx="2059657" cy="1048024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3675CB1-9768-7B7B-E01E-4972A1DF575F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  <a:endPara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81F46FF9-B8C2-CD8D-7C3D-476C2FC76B54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D085B44B-6136-E2F9-B3A2-35B2D418D87F}"/>
              </a:ext>
            </a:extLst>
          </p:cNvPr>
          <p:cNvGrpSpPr/>
          <p:nvPr/>
        </p:nvGrpSpPr>
        <p:grpSpPr>
          <a:xfrm>
            <a:off x="5912118" y="4482363"/>
            <a:ext cx="2849197" cy="1048024"/>
            <a:chOff x="803640" y="3362835"/>
            <a:chExt cx="2059657" cy="1048024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D2FDE48E-DC09-0DE8-1D0B-B83EEB1F890A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  <a:endPara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2FC5BF18-1185-CAC8-E4F0-1A10557CF7F2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sp>
        <p:nvSpPr>
          <p:cNvPr id="102" name="Oval 101">
            <a:extLst>
              <a:ext uri="{FF2B5EF4-FFF2-40B4-BE49-F238E27FC236}">
                <a16:creationId xmlns:a16="http://schemas.microsoft.com/office/drawing/2014/main" id="{169C327B-CC60-2541-8DDA-11C9806D6A2B}"/>
              </a:ext>
            </a:extLst>
          </p:cNvPr>
          <p:cNvSpPr/>
          <p:nvPr/>
        </p:nvSpPr>
        <p:spPr>
          <a:xfrm>
            <a:off x="5261296" y="4720541"/>
            <a:ext cx="571672" cy="571672"/>
          </a:xfrm>
          <a:prstGeom prst="ellipse">
            <a:avLst/>
          </a:prstGeom>
          <a:solidFill>
            <a:srgbClr val="9C6A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B4D2EA0F-EE01-86EB-3ACF-3A96CDCAE84C}"/>
              </a:ext>
            </a:extLst>
          </p:cNvPr>
          <p:cNvSpPr/>
          <p:nvPr/>
        </p:nvSpPr>
        <p:spPr>
          <a:xfrm>
            <a:off x="1374650" y="4720541"/>
            <a:ext cx="571672" cy="571672"/>
          </a:xfrm>
          <a:prstGeom prst="ellipse">
            <a:avLst/>
          </a:prstGeom>
          <a:solidFill>
            <a:srgbClr val="CE8D3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04" name="Oval 21">
            <a:extLst>
              <a:ext uri="{FF2B5EF4-FFF2-40B4-BE49-F238E27FC236}">
                <a16:creationId xmlns:a16="http://schemas.microsoft.com/office/drawing/2014/main" id="{A69FCF47-4627-BEF6-F88C-1882DB9BCD01}"/>
              </a:ext>
            </a:extLst>
          </p:cNvPr>
          <p:cNvSpPr/>
          <p:nvPr/>
        </p:nvSpPr>
        <p:spPr>
          <a:xfrm rot="20700000">
            <a:off x="5369011" y="3469691"/>
            <a:ext cx="355455" cy="311531"/>
          </a:xfrm>
          <a:custGeom>
            <a:avLst/>
            <a:gdLst/>
            <a:ahLst/>
            <a:cxnLst/>
            <a:rect l="l" t="t" r="r" b="b"/>
            <a:pathLst>
              <a:path w="4088377" h="3321003">
                <a:moveTo>
                  <a:pt x="1365628" y="1622218"/>
                </a:moveTo>
                <a:cubicBezTo>
                  <a:pt x="1121373" y="1556771"/>
                  <a:pt x="870309" y="1701722"/>
                  <a:pt x="804861" y="1945977"/>
                </a:cubicBezTo>
                <a:cubicBezTo>
                  <a:pt x="739413" y="2190232"/>
                  <a:pt x="884365" y="2441296"/>
                  <a:pt x="1128620" y="2506744"/>
                </a:cubicBezTo>
                <a:cubicBezTo>
                  <a:pt x="1372875" y="2572191"/>
                  <a:pt x="1623939" y="2427240"/>
                  <a:pt x="1689387" y="2182985"/>
                </a:cubicBezTo>
                <a:cubicBezTo>
                  <a:pt x="1754835" y="1938730"/>
                  <a:pt x="1609883" y="1687666"/>
                  <a:pt x="1365628" y="1622218"/>
                </a:cubicBezTo>
                <a:close/>
                <a:moveTo>
                  <a:pt x="1447099" y="1318163"/>
                </a:moveTo>
                <a:cubicBezTo>
                  <a:pt x="1859279" y="1428606"/>
                  <a:pt x="2103885" y="1852277"/>
                  <a:pt x="1993442" y="2264456"/>
                </a:cubicBezTo>
                <a:cubicBezTo>
                  <a:pt x="1882999" y="2676636"/>
                  <a:pt x="1459328" y="2921242"/>
                  <a:pt x="1047149" y="2810799"/>
                </a:cubicBezTo>
                <a:cubicBezTo>
                  <a:pt x="634969" y="2700356"/>
                  <a:pt x="390363" y="2276685"/>
                  <a:pt x="500806" y="1864505"/>
                </a:cubicBezTo>
                <a:cubicBezTo>
                  <a:pt x="611249" y="1452326"/>
                  <a:pt x="1034920" y="1207720"/>
                  <a:pt x="1447099" y="1318163"/>
                </a:cubicBezTo>
                <a:close/>
                <a:moveTo>
                  <a:pt x="1476725" y="1207597"/>
                </a:moveTo>
                <a:cubicBezTo>
                  <a:pt x="1003481" y="1080792"/>
                  <a:pt x="517045" y="1361635"/>
                  <a:pt x="390240" y="1834879"/>
                </a:cubicBezTo>
                <a:cubicBezTo>
                  <a:pt x="263435" y="2308124"/>
                  <a:pt x="544279" y="2794559"/>
                  <a:pt x="1017523" y="2921365"/>
                </a:cubicBezTo>
                <a:cubicBezTo>
                  <a:pt x="1490767" y="3048170"/>
                  <a:pt x="1977202" y="2767326"/>
                  <a:pt x="2104008" y="2294082"/>
                </a:cubicBezTo>
                <a:cubicBezTo>
                  <a:pt x="2230813" y="1820838"/>
                  <a:pt x="1949969" y="1334403"/>
                  <a:pt x="1476725" y="1207597"/>
                </a:cubicBezTo>
                <a:close/>
                <a:moveTo>
                  <a:pt x="3290290" y="1590224"/>
                </a:moveTo>
                <a:cubicBezTo>
                  <a:pt x="3269727" y="1586016"/>
                  <a:pt x="3248437" y="1583806"/>
                  <a:pt x="3226630" y="1583806"/>
                </a:cubicBezTo>
                <a:cubicBezTo>
                  <a:pt x="3052179" y="1583806"/>
                  <a:pt x="2910758" y="1725227"/>
                  <a:pt x="2910758" y="1899678"/>
                </a:cubicBezTo>
                <a:cubicBezTo>
                  <a:pt x="2910758" y="2074130"/>
                  <a:pt x="3052179" y="2215551"/>
                  <a:pt x="3226630" y="2215550"/>
                </a:cubicBezTo>
                <a:cubicBezTo>
                  <a:pt x="3401082" y="2215551"/>
                  <a:pt x="3542503" y="2074130"/>
                  <a:pt x="3542502" y="1899678"/>
                </a:cubicBezTo>
                <a:cubicBezTo>
                  <a:pt x="3542503" y="1747033"/>
                  <a:pt x="3434228" y="1619677"/>
                  <a:pt x="3290290" y="1590224"/>
                </a:cubicBezTo>
                <a:close/>
                <a:moveTo>
                  <a:pt x="3334055" y="1377473"/>
                </a:moveTo>
                <a:cubicBezTo>
                  <a:pt x="3576950" y="1427177"/>
                  <a:pt x="3759665" y="1642090"/>
                  <a:pt x="3759665" y="1899678"/>
                </a:cubicBezTo>
                <a:cubicBezTo>
                  <a:pt x="3759665" y="2194064"/>
                  <a:pt x="3521017" y="2432713"/>
                  <a:pt x="3226630" y="2432713"/>
                </a:cubicBezTo>
                <a:cubicBezTo>
                  <a:pt x="2932244" y="2432712"/>
                  <a:pt x="2693596" y="2194065"/>
                  <a:pt x="2693596" y="1899678"/>
                </a:cubicBezTo>
                <a:cubicBezTo>
                  <a:pt x="2693596" y="1605292"/>
                  <a:pt x="2932244" y="1366644"/>
                  <a:pt x="3226630" y="1366644"/>
                </a:cubicBezTo>
                <a:cubicBezTo>
                  <a:pt x="3263429" y="1366644"/>
                  <a:pt x="3299356" y="1370373"/>
                  <a:pt x="3334055" y="1377473"/>
                </a:cubicBezTo>
                <a:close/>
                <a:moveTo>
                  <a:pt x="1391137" y="789478"/>
                </a:moveTo>
                <a:lnTo>
                  <a:pt x="1759910" y="888290"/>
                </a:lnTo>
                <a:lnTo>
                  <a:pt x="1754625" y="1202375"/>
                </a:lnTo>
                <a:lnTo>
                  <a:pt x="1744979" y="1199790"/>
                </a:lnTo>
                <a:cubicBezTo>
                  <a:pt x="1823578" y="1244024"/>
                  <a:pt x="1894617" y="1298265"/>
                  <a:pt x="1954704" y="1362586"/>
                </a:cubicBezTo>
                <a:lnTo>
                  <a:pt x="2234317" y="1293059"/>
                </a:lnTo>
                <a:lnTo>
                  <a:pt x="2413554" y="1630152"/>
                </a:lnTo>
                <a:lnTo>
                  <a:pt x="2214321" y="1809770"/>
                </a:lnTo>
                <a:cubicBezTo>
                  <a:pt x="2239296" y="1900740"/>
                  <a:pt x="2251067" y="1995997"/>
                  <a:pt x="2246841" y="2092825"/>
                </a:cubicBezTo>
                <a:lnTo>
                  <a:pt x="2495698" y="2230974"/>
                </a:lnTo>
                <a:lnTo>
                  <a:pt x="2396885" y="2599747"/>
                </a:lnTo>
                <a:lnTo>
                  <a:pt x="2094912" y="2594668"/>
                </a:lnTo>
                <a:cubicBezTo>
                  <a:pt x="2056732" y="2658461"/>
                  <a:pt x="2010475" y="2715996"/>
                  <a:pt x="1958644" y="2767359"/>
                </a:cubicBezTo>
                <a:lnTo>
                  <a:pt x="2057814" y="3026193"/>
                </a:lnTo>
                <a:lnTo>
                  <a:pt x="1745078" y="3245174"/>
                </a:lnTo>
                <a:lnTo>
                  <a:pt x="1507869" y="3039237"/>
                </a:lnTo>
                <a:lnTo>
                  <a:pt x="1536736" y="3019025"/>
                </a:lnTo>
                <a:cubicBezTo>
                  <a:pt x="1445878" y="3048429"/>
                  <a:pt x="1349798" y="3062567"/>
                  <a:pt x="1251837" y="3062021"/>
                </a:cubicBezTo>
                <a:lnTo>
                  <a:pt x="1108065" y="3321003"/>
                </a:lnTo>
                <a:lnTo>
                  <a:pt x="739291" y="3222191"/>
                </a:lnTo>
                <a:lnTo>
                  <a:pt x="744274" y="2926021"/>
                </a:lnTo>
                <a:cubicBezTo>
                  <a:pt x="666128" y="2881484"/>
                  <a:pt x="595548" y="2827017"/>
                  <a:pt x="535891" y="2762576"/>
                </a:cubicBezTo>
                <a:lnTo>
                  <a:pt x="540671" y="2772825"/>
                </a:lnTo>
                <a:lnTo>
                  <a:pt x="232276" y="2832568"/>
                </a:lnTo>
                <a:lnTo>
                  <a:pt x="70927" y="2486556"/>
                </a:lnTo>
                <a:lnTo>
                  <a:pt x="279495" y="2317444"/>
                </a:lnTo>
                <a:cubicBezTo>
                  <a:pt x="257233" y="2235849"/>
                  <a:pt x="245603" y="2150814"/>
                  <a:pt x="245586" y="2064274"/>
                </a:cubicBezTo>
                <a:lnTo>
                  <a:pt x="0" y="1927940"/>
                </a:lnTo>
                <a:lnTo>
                  <a:pt x="98812" y="1559167"/>
                </a:lnTo>
                <a:lnTo>
                  <a:pt x="380240" y="1563901"/>
                </a:lnTo>
                <a:cubicBezTo>
                  <a:pt x="418421" y="1496524"/>
                  <a:pt x="464524" y="1435092"/>
                  <a:pt x="516679" y="1380105"/>
                </a:cubicBezTo>
                <a:lnTo>
                  <a:pt x="422419" y="1089378"/>
                </a:lnTo>
                <a:lnTo>
                  <a:pt x="746189" y="887063"/>
                </a:lnTo>
                <a:lnTo>
                  <a:pt x="972292" y="1105134"/>
                </a:lnTo>
                <a:lnTo>
                  <a:pt x="970019" y="1106554"/>
                </a:lnTo>
                <a:cubicBezTo>
                  <a:pt x="1058903" y="1078586"/>
                  <a:pt x="1152743" y="1065659"/>
                  <a:pt x="1248316" y="1066709"/>
                </a:cubicBezTo>
                <a:lnTo>
                  <a:pt x="1238669" y="1064125"/>
                </a:lnTo>
                <a:close/>
                <a:moveTo>
                  <a:pt x="3349970" y="1300109"/>
                </a:moveTo>
                <a:cubicBezTo>
                  <a:pt x="3310130" y="1291957"/>
                  <a:pt x="3268880" y="1287676"/>
                  <a:pt x="3226630" y="1287676"/>
                </a:cubicBezTo>
                <a:cubicBezTo>
                  <a:pt x="2888631" y="1287676"/>
                  <a:pt x="2614628" y="1561679"/>
                  <a:pt x="2614628" y="1899678"/>
                </a:cubicBezTo>
                <a:cubicBezTo>
                  <a:pt x="2614628" y="2237678"/>
                  <a:pt x="2888630" y="2511680"/>
                  <a:pt x="3226630" y="2511681"/>
                </a:cubicBezTo>
                <a:cubicBezTo>
                  <a:pt x="3564630" y="2511681"/>
                  <a:pt x="3838633" y="2237678"/>
                  <a:pt x="3838633" y="1899678"/>
                </a:cubicBezTo>
                <a:cubicBezTo>
                  <a:pt x="3838632" y="1603928"/>
                  <a:pt x="3628849" y="1357176"/>
                  <a:pt x="3349970" y="1300109"/>
                </a:cubicBezTo>
                <a:close/>
                <a:moveTo>
                  <a:pt x="3358324" y="1024334"/>
                </a:moveTo>
                <a:lnTo>
                  <a:pt x="3410883" y="1234575"/>
                </a:lnTo>
                <a:lnTo>
                  <a:pt x="3403994" y="1234575"/>
                </a:lnTo>
                <a:cubicBezTo>
                  <a:pt x="3464268" y="1250018"/>
                  <a:pt x="3521292" y="1273478"/>
                  <a:pt x="3572818" y="1305612"/>
                </a:cubicBezTo>
                <a:lnTo>
                  <a:pt x="3746730" y="1209354"/>
                </a:lnTo>
                <a:lnTo>
                  <a:pt x="3926358" y="1401981"/>
                </a:lnTo>
                <a:lnTo>
                  <a:pt x="3825667" y="1557247"/>
                </a:lnTo>
                <a:cubicBezTo>
                  <a:pt x="3858552" y="1613408"/>
                  <a:pt x="3883404" y="1674784"/>
                  <a:pt x="3897877" y="1740062"/>
                </a:cubicBezTo>
                <a:lnTo>
                  <a:pt x="4088377" y="1787686"/>
                </a:lnTo>
                <a:lnTo>
                  <a:pt x="4088377" y="2051071"/>
                </a:lnTo>
                <a:lnTo>
                  <a:pt x="3886243" y="2101605"/>
                </a:lnTo>
                <a:cubicBezTo>
                  <a:pt x="3872191" y="2150933"/>
                  <a:pt x="3851639" y="2197531"/>
                  <a:pt x="3826272" y="2241013"/>
                </a:cubicBezTo>
                <a:lnTo>
                  <a:pt x="3938572" y="2395786"/>
                </a:lnTo>
                <a:lnTo>
                  <a:pt x="3769272" y="2597551"/>
                </a:lnTo>
                <a:lnTo>
                  <a:pt x="3574432" y="2502674"/>
                </a:lnTo>
                <a:lnTo>
                  <a:pt x="3590059" y="2484050"/>
                </a:lnTo>
                <a:cubicBezTo>
                  <a:pt x="3534764" y="2519868"/>
                  <a:pt x="3473263" y="2546445"/>
                  <a:pt x="3407886" y="2563572"/>
                </a:cubicBezTo>
                <a:lnTo>
                  <a:pt x="3358323" y="2761823"/>
                </a:lnTo>
                <a:lnTo>
                  <a:pt x="3094938" y="2761823"/>
                </a:lnTo>
                <a:lnTo>
                  <a:pt x="3045375" y="2563574"/>
                </a:lnTo>
                <a:cubicBezTo>
                  <a:pt x="2985349" y="2547848"/>
                  <a:pt x="2928591" y="2524155"/>
                  <a:pt x="2877330" y="2491865"/>
                </a:cubicBezTo>
                <a:lnTo>
                  <a:pt x="2882346" y="2497841"/>
                </a:lnTo>
                <a:lnTo>
                  <a:pt x="2687507" y="2592718"/>
                </a:lnTo>
                <a:lnTo>
                  <a:pt x="2518206" y="2390954"/>
                </a:lnTo>
                <a:lnTo>
                  <a:pt x="2626994" y="2241021"/>
                </a:lnTo>
                <a:cubicBezTo>
                  <a:pt x="2597591" y="2190623"/>
                  <a:pt x="2574657" y="2136035"/>
                  <a:pt x="2559194" y="2078370"/>
                </a:cubicBezTo>
                <a:lnTo>
                  <a:pt x="2371198" y="2031371"/>
                </a:lnTo>
                <a:lnTo>
                  <a:pt x="2371198" y="1767986"/>
                </a:lnTo>
                <a:lnTo>
                  <a:pt x="2559579" y="1720890"/>
                </a:lnTo>
                <a:cubicBezTo>
                  <a:pt x="2572992" y="1669175"/>
                  <a:pt x="2592745" y="1620006"/>
                  <a:pt x="2617681" y="1574051"/>
                </a:cubicBezTo>
                <a:lnTo>
                  <a:pt x="2502958" y="1397149"/>
                </a:lnTo>
                <a:lnTo>
                  <a:pt x="2682587" y="1204520"/>
                </a:lnTo>
                <a:lnTo>
                  <a:pt x="2872193" y="1309466"/>
                </a:lnTo>
                <a:lnTo>
                  <a:pt x="2870932" y="1310818"/>
                </a:lnTo>
                <a:cubicBezTo>
                  <a:pt x="2925169" y="1276310"/>
                  <a:pt x="2985393" y="1250941"/>
                  <a:pt x="3049268" y="1234575"/>
                </a:cubicBezTo>
                <a:lnTo>
                  <a:pt x="3042378" y="1234576"/>
                </a:lnTo>
                <a:lnTo>
                  <a:pt x="3094939" y="1024334"/>
                </a:lnTo>
                <a:close/>
                <a:moveTo>
                  <a:pt x="2786480" y="402820"/>
                </a:moveTo>
                <a:cubicBezTo>
                  <a:pt x="2745900" y="389943"/>
                  <a:pt x="2701172" y="388627"/>
                  <a:pt x="2657264" y="401580"/>
                </a:cubicBezTo>
                <a:cubicBezTo>
                  <a:pt x="2540176" y="436121"/>
                  <a:pt x="2473258" y="559041"/>
                  <a:pt x="2507800" y="676128"/>
                </a:cubicBezTo>
                <a:cubicBezTo>
                  <a:pt x="2542340" y="793216"/>
                  <a:pt x="2665260" y="860133"/>
                  <a:pt x="2782348" y="825592"/>
                </a:cubicBezTo>
                <a:cubicBezTo>
                  <a:pt x="2899435" y="791051"/>
                  <a:pt x="2966353" y="668132"/>
                  <a:pt x="2931812" y="551045"/>
                </a:cubicBezTo>
                <a:cubicBezTo>
                  <a:pt x="2910223" y="477864"/>
                  <a:pt x="2854113" y="424282"/>
                  <a:pt x="2786480" y="402820"/>
                </a:cubicBezTo>
                <a:close/>
                <a:moveTo>
                  <a:pt x="2932202" y="47278"/>
                </a:moveTo>
                <a:lnTo>
                  <a:pt x="3090904" y="140999"/>
                </a:lnTo>
                <a:lnTo>
                  <a:pt x="3054065" y="265147"/>
                </a:lnTo>
                <a:cubicBezTo>
                  <a:pt x="3087256" y="296329"/>
                  <a:pt x="3116089" y="332603"/>
                  <a:pt x="3138727" y="373550"/>
                </a:cubicBezTo>
                <a:lnTo>
                  <a:pt x="3276016" y="367796"/>
                </a:lnTo>
                <a:lnTo>
                  <a:pt x="3328165" y="544574"/>
                </a:lnTo>
                <a:lnTo>
                  <a:pt x="3202503" y="618514"/>
                </a:lnTo>
                <a:cubicBezTo>
                  <a:pt x="3202838" y="654403"/>
                  <a:pt x="3198271" y="689748"/>
                  <a:pt x="3189855" y="723955"/>
                </a:cubicBezTo>
                <a:lnTo>
                  <a:pt x="3295873" y="805599"/>
                </a:lnTo>
                <a:lnTo>
                  <a:pt x="3222192" y="974540"/>
                </a:lnTo>
                <a:lnTo>
                  <a:pt x="3072634" y="949439"/>
                </a:lnTo>
                <a:lnTo>
                  <a:pt x="3079435" y="933845"/>
                </a:lnTo>
                <a:cubicBezTo>
                  <a:pt x="3049413" y="968833"/>
                  <a:pt x="3013398" y="998848"/>
                  <a:pt x="2972910" y="1023288"/>
                </a:cubicBezTo>
                <a:lnTo>
                  <a:pt x="2978897" y="1166163"/>
                </a:lnTo>
                <a:lnTo>
                  <a:pt x="2802119" y="1218312"/>
                </a:lnTo>
                <a:lnTo>
                  <a:pt x="2729602" y="1095065"/>
                </a:lnTo>
                <a:cubicBezTo>
                  <a:pt x="2686199" y="1096396"/>
                  <a:pt x="2643414" y="1091732"/>
                  <a:pt x="2602615" y="1080209"/>
                </a:cubicBezTo>
                <a:lnTo>
                  <a:pt x="2607165" y="1083226"/>
                </a:lnTo>
                <a:lnTo>
                  <a:pt x="2495179" y="1185484"/>
                </a:lnTo>
                <a:lnTo>
                  <a:pt x="2341599" y="1083585"/>
                </a:lnTo>
                <a:lnTo>
                  <a:pt x="2384929" y="961414"/>
                </a:lnTo>
                <a:cubicBezTo>
                  <a:pt x="2355215" y="933409"/>
                  <a:pt x="2329015" y="901312"/>
                  <a:pt x="2307218" y="865670"/>
                </a:cubicBezTo>
                <a:lnTo>
                  <a:pt x="2171734" y="871348"/>
                </a:lnTo>
                <a:lnTo>
                  <a:pt x="2119584" y="694571"/>
                </a:lnTo>
                <a:lnTo>
                  <a:pt x="2236697" y="625662"/>
                </a:lnTo>
                <a:cubicBezTo>
                  <a:pt x="2235459" y="588297"/>
                  <a:pt x="2238982" y="551385"/>
                  <a:pt x="2246620" y="515603"/>
                </a:cubicBezTo>
                <a:lnTo>
                  <a:pt x="2134594" y="419585"/>
                </a:lnTo>
                <a:lnTo>
                  <a:pt x="2217016" y="254732"/>
                </a:lnTo>
                <a:lnTo>
                  <a:pt x="2365055" y="287627"/>
                </a:lnTo>
                <a:lnTo>
                  <a:pt x="2364476" y="288784"/>
                </a:lnTo>
                <a:cubicBezTo>
                  <a:pt x="2394046" y="254885"/>
                  <a:pt x="2429444" y="225933"/>
                  <a:pt x="2469075" y="202302"/>
                </a:cubicBezTo>
                <a:lnTo>
                  <a:pt x="2464452" y="203666"/>
                </a:lnTo>
                <a:lnTo>
                  <a:pt x="2458102" y="52150"/>
                </a:lnTo>
                <a:lnTo>
                  <a:pt x="2634880" y="0"/>
                </a:lnTo>
                <a:lnTo>
                  <a:pt x="2711784" y="130703"/>
                </a:lnTo>
                <a:lnTo>
                  <a:pt x="2707159" y="132067"/>
                </a:lnTo>
                <a:cubicBezTo>
                  <a:pt x="2750672" y="130497"/>
                  <a:pt x="2793590" y="134953"/>
                  <a:pt x="2834535" y="146319"/>
                </a:cubicBez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05" name="Trapezoid 3">
            <a:extLst>
              <a:ext uri="{FF2B5EF4-FFF2-40B4-BE49-F238E27FC236}">
                <a16:creationId xmlns:a16="http://schemas.microsoft.com/office/drawing/2014/main" id="{BC13FEC9-996C-C9E7-326B-D85F80C0B7FB}"/>
              </a:ext>
            </a:extLst>
          </p:cNvPr>
          <p:cNvSpPr/>
          <p:nvPr/>
        </p:nvSpPr>
        <p:spPr>
          <a:xfrm>
            <a:off x="5401165" y="4809392"/>
            <a:ext cx="316346" cy="322413"/>
          </a:xfrm>
          <a:custGeom>
            <a:avLst/>
            <a:gdLst/>
            <a:ahLst/>
            <a:cxnLst/>
            <a:rect l="l" t="t" r="r" b="b"/>
            <a:pathLst>
              <a:path w="3890855" h="3965475">
                <a:moveTo>
                  <a:pt x="513635" y="2426125"/>
                </a:moveTo>
                <a:lnTo>
                  <a:pt x="1518439" y="2426125"/>
                </a:lnTo>
                <a:cubicBezTo>
                  <a:pt x="1550976" y="2510415"/>
                  <a:pt x="1581900" y="2596962"/>
                  <a:pt x="1610725" y="2683637"/>
                </a:cubicBezTo>
                <a:lnTo>
                  <a:pt x="901668" y="2683637"/>
                </a:lnTo>
                <a:lnTo>
                  <a:pt x="559881" y="3707964"/>
                </a:lnTo>
                <a:lnTo>
                  <a:pt x="1917114" y="3707964"/>
                </a:lnTo>
                <a:cubicBezTo>
                  <a:pt x="1925031" y="3729959"/>
                  <a:pt x="1931702" y="3744180"/>
                  <a:pt x="1936944" y="3749452"/>
                </a:cubicBezTo>
                <a:cubicBezTo>
                  <a:pt x="1940579" y="3743065"/>
                  <a:pt x="1945876" y="3728913"/>
                  <a:pt x="1952632" y="3707964"/>
                </a:cubicBezTo>
                <a:lnTo>
                  <a:pt x="3330974" y="3707964"/>
                </a:lnTo>
                <a:lnTo>
                  <a:pt x="2989187" y="2683637"/>
                </a:lnTo>
                <a:lnTo>
                  <a:pt x="2271337" y="2683637"/>
                </a:lnTo>
                <a:cubicBezTo>
                  <a:pt x="2301469" y="2597098"/>
                  <a:pt x="2333531" y="2510572"/>
                  <a:pt x="2366939" y="2426125"/>
                </a:cubicBezTo>
                <a:lnTo>
                  <a:pt x="3377220" y="2426125"/>
                </a:lnTo>
                <a:lnTo>
                  <a:pt x="3890855" y="3965475"/>
                </a:lnTo>
                <a:lnTo>
                  <a:pt x="0" y="3965475"/>
                </a:lnTo>
                <a:close/>
                <a:moveTo>
                  <a:pt x="1936944" y="620869"/>
                </a:moveTo>
                <a:cubicBezTo>
                  <a:pt x="1782578" y="620869"/>
                  <a:pt x="1657440" y="746006"/>
                  <a:pt x="1657440" y="900372"/>
                </a:cubicBezTo>
                <a:cubicBezTo>
                  <a:pt x="1657440" y="1054738"/>
                  <a:pt x="1782578" y="1179876"/>
                  <a:pt x="1936944" y="1179876"/>
                </a:cubicBezTo>
                <a:cubicBezTo>
                  <a:pt x="2091310" y="1179876"/>
                  <a:pt x="2216447" y="1054738"/>
                  <a:pt x="2216447" y="900372"/>
                </a:cubicBezTo>
                <a:cubicBezTo>
                  <a:pt x="2216447" y="746006"/>
                  <a:pt x="2091310" y="620869"/>
                  <a:pt x="1936944" y="620869"/>
                </a:cubicBezTo>
                <a:close/>
                <a:moveTo>
                  <a:pt x="1936944" y="0"/>
                </a:moveTo>
                <a:cubicBezTo>
                  <a:pt x="2169175" y="0"/>
                  <a:pt x="2401406" y="88593"/>
                  <a:pt x="2578592" y="265779"/>
                </a:cubicBezTo>
                <a:lnTo>
                  <a:pt x="2578592" y="265780"/>
                </a:lnTo>
                <a:cubicBezTo>
                  <a:pt x="2932964" y="620153"/>
                  <a:pt x="2888999" y="1155622"/>
                  <a:pt x="2578592" y="1549077"/>
                </a:cubicBezTo>
                <a:cubicBezTo>
                  <a:pt x="2248849" y="1967039"/>
                  <a:pt x="1976153" y="3125749"/>
                  <a:pt x="1936944" y="3194660"/>
                </a:cubicBezTo>
                <a:cubicBezTo>
                  <a:pt x="1883033" y="3140450"/>
                  <a:pt x="1647095" y="1944983"/>
                  <a:pt x="1295295" y="1549076"/>
                </a:cubicBezTo>
                <a:cubicBezTo>
                  <a:pt x="962406" y="1174450"/>
                  <a:pt x="940923" y="620152"/>
                  <a:pt x="1295295" y="265779"/>
                </a:cubicBezTo>
                <a:cubicBezTo>
                  <a:pt x="1472481" y="88593"/>
                  <a:pt x="1704713" y="0"/>
                  <a:pt x="1936944" y="0"/>
                </a:cubicBez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1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06" name="Down Arrow 1">
            <a:extLst>
              <a:ext uri="{FF2B5EF4-FFF2-40B4-BE49-F238E27FC236}">
                <a16:creationId xmlns:a16="http://schemas.microsoft.com/office/drawing/2014/main" id="{4434999F-C9B2-A37F-D9EA-02B536A156E6}"/>
              </a:ext>
            </a:extLst>
          </p:cNvPr>
          <p:cNvSpPr/>
          <p:nvPr/>
        </p:nvSpPr>
        <p:spPr>
          <a:xfrm rot="10800000" flipH="1">
            <a:off x="1493567" y="4856731"/>
            <a:ext cx="296600" cy="333082"/>
          </a:xfrm>
          <a:custGeom>
            <a:avLst/>
            <a:gdLst/>
            <a:ahLst/>
            <a:cxnLst/>
            <a:rect l="l" t="t" r="r" b="b"/>
            <a:pathLst>
              <a:path w="3496146" h="3926159">
                <a:moveTo>
                  <a:pt x="1476067" y="1782198"/>
                </a:moveTo>
                <a:lnTo>
                  <a:pt x="2085005" y="1782198"/>
                </a:lnTo>
                <a:lnTo>
                  <a:pt x="2085005" y="560436"/>
                </a:lnTo>
                <a:lnTo>
                  <a:pt x="2389473" y="560436"/>
                </a:lnTo>
                <a:lnTo>
                  <a:pt x="1780536" y="0"/>
                </a:lnTo>
                <a:lnTo>
                  <a:pt x="1171598" y="560436"/>
                </a:lnTo>
                <a:lnTo>
                  <a:pt x="1476067" y="560436"/>
                </a:lnTo>
                <a:close/>
                <a:moveTo>
                  <a:pt x="2794909" y="2376264"/>
                </a:moveTo>
                <a:lnTo>
                  <a:pt x="3403846" y="1815828"/>
                </a:lnTo>
                <a:lnTo>
                  <a:pt x="3099377" y="1815828"/>
                </a:lnTo>
                <a:lnTo>
                  <a:pt x="3099377" y="594066"/>
                </a:lnTo>
                <a:lnTo>
                  <a:pt x="2490440" y="594066"/>
                </a:lnTo>
                <a:lnTo>
                  <a:pt x="2490440" y="1815828"/>
                </a:lnTo>
                <a:lnTo>
                  <a:pt x="2185971" y="1815828"/>
                </a:lnTo>
                <a:close/>
                <a:moveTo>
                  <a:pt x="1738539" y="2704452"/>
                </a:moveTo>
                <a:cubicBezTo>
                  <a:pt x="2025742" y="2708651"/>
                  <a:pt x="2249289" y="2617027"/>
                  <a:pt x="2474392" y="2519294"/>
                </a:cubicBezTo>
                <a:cubicBezTo>
                  <a:pt x="2631335" y="2431624"/>
                  <a:pt x="2641220" y="2356014"/>
                  <a:pt x="2614641" y="2282563"/>
                </a:cubicBezTo>
                <a:cubicBezTo>
                  <a:pt x="2582745" y="2203226"/>
                  <a:pt x="2511446" y="2141129"/>
                  <a:pt x="2374721" y="2203680"/>
                </a:cubicBezTo>
                <a:cubicBezTo>
                  <a:pt x="2195292" y="2350932"/>
                  <a:pt x="1621166" y="2470817"/>
                  <a:pt x="1266317" y="2262320"/>
                </a:cubicBezTo>
                <a:cubicBezTo>
                  <a:pt x="1169173" y="2191011"/>
                  <a:pt x="970584" y="2135007"/>
                  <a:pt x="918755" y="2260582"/>
                </a:cubicBezTo>
                <a:cubicBezTo>
                  <a:pt x="905798" y="2301917"/>
                  <a:pt x="901034" y="2336556"/>
                  <a:pt x="904186" y="2366667"/>
                </a:cubicBezTo>
                <a:cubicBezTo>
                  <a:pt x="913642" y="2457000"/>
                  <a:pt x="994333" y="2506589"/>
                  <a:pt x="1138739" y="2574025"/>
                </a:cubicBezTo>
                <a:cubicBezTo>
                  <a:pt x="1370979" y="2664916"/>
                  <a:pt x="1566218" y="2701932"/>
                  <a:pt x="1738539" y="2704452"/>
                </a:cubicBezTo>
                <a:close/>
                <a:moveTo>
                  <a:pt x="1709810" y="3318171"/>
                </a:moveTo>
                <a:cubicBezTo>
                  <a:pt x="2287461" y="3321186"/>
                  <a:pt x="2747532" y="3089987"/>
                  <a:pt x="2907033" y="2982480"/>
                </a:cubicBezTo>
                <a:cubicBezTo>
                  <a:pt x="3019837" y="2919930"/>
                  <a:pt x="3127019" y="2830470"/>
                  <a:pt x="3047283" y="2692494"/>
                </a:cubicBezTo>
                <a:cubicBezTo>
                  <a:pt x="2931427" y="2583612"/>
                  <a:pt x="2859428" y="2623285"/>
                  <a:pt x="2747560" y="2705958"/>
                </a:cubicBezTo>
                <a:cubicBezTo>
                  <a:pt x="2476410" y="2811508"/>
                  <a:pt x="1878339" y="3347087"/>
                  <a:pt x="714142" y="2686413"/>
                </a:cubicBezTo>
                <a:cubicBezTo>
                  <a:pt x="581403" y="2592588"/>
                  <a:pt x="478211" y="2639047"/>
                  <a:pt x="434354" y="2730111"/>
                </a:cubicBezTo>
                <a:cubicBezTo>
                  <a:pt x="423118" y="2754726"/>
                  <a:pt x="419107" y="2778362"/>
                  <a:pt x="421326" y="2801084"/>
                </a:cubicBezTo>
                <a:cubicBezTo>
                  <a:pt x="427982" y="2869247"/>
                  <a:pt x="490703" y="2929162"/>
                  <a:pt x="582577" y="2982481"/>
                </a:cubicBezTo>
                <a:cubicBezTo>
                  <a:pt x="974299" y="3230234"/>
                  <a:pt x="1363219" y="3316361"/>
                  <a:pt x="1709810" y="3318171"/>
                </a:cubicBezTo>
                <a:close/>
                <a:moveTo>
                  <a:pt x="1650124" y="3925606"/>
                </a:moveTo>
                <a:cubicBezTo>
                  <a:pt x="2273556" y="3938577"/>
                  <a:pt x="2858828" y="3722251"/>
                  <a:pt x="3329308" y="3414392"/>
                </a:cubicBezTo>
                <a:cubicBezTo>
                  <a:pt x="3434138" y="3367480"/>
                  <a:pt x="3549293" y="3215474"/>
                  <a:pt x="3469556" y="3100952"/>
                </a:cubicBezTo>
                <a:cubicBezTo>
                  <a:pt x="3361675" y="3005103"/>
                  <a:pt x="3225886" y="3077348"/>
                  <a:pt x="3149901" y="3145689"/>
                </a:cubicBezTo>
                <a:cubicBezTo>
                  <a:pt x="2987266" y="3247333"/>
                  <a:pt x="1796029" y="4146474"/>
                  <a:pt x="297808" y="3098777"/>
                </a:cubicBezTo>
                <a:cubicBezTo>
                  <a:pt x="177029" y="2997135"/>
                  <a:pt x="65861" y="3063139"/>
                  <a:pt x="18020" y="3134657"/>
                </a:cubicBezTo>
                <a:cubicBezTo>
                  <a:pt x="4124" y="3161552"/>
                  <a:pt x="-1298" y="3188690"/>
                  <a:pt x="257" y="3215218"/>
                </a:cubicBezTo>
                <a:cubicBezTo>
                  <a:pt x="4919" y="3294803"/>
                  <a:pt x="72375" y="3368892"/>
                  <a:pt x="162256" y="3414392"/>
                </a:cubicBezTo>
                <a:cubicBezTo>
                  <a:pt x="657258" y="3766720"/>
                  <a:pt x="1165233" y="3915518"/>
                  <a:pt x="1650124" y="3925606"/>
                </a:cubicBez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1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07" name="Rectangle 15">
            <a:extLst>
              <a:ext uri="{FF2B5EF4-FFF2-40B4-BE49-F238E27FC236}">
                <a16:creationId xmlns:a16="http://schemas.microsoft.com/office/drawing/2014/main" id="{EA2C33CB-B109-97CE-3FE6-3546AA9DD64E}"/>
              </a:ext>
            </a:extLst>
          </p:cNvPr>
          <p:cNvSpPr/>
          <p:nvPr/>
        </p:nvSpPr>
        <p:spPr>
          <a:xfrm rot="14270044">
            <a:off x="1502010" y="3463584"/>
            <a:ext cx="316158" cy="329338"/>
          </a:xfrm>
          <a:custGeom>
            <a:avLst/>
            <a:gdLst/>
            <a:ahLst/>
            <a:cxnLst/>
            <a:rect l="l" t="t" r="r" b="b"/>
            <a:pathLst>
              <a:path w="4088964" h="4259405">
                <a:moveTo>
                  <a:pt x="1480605" y="2231940"/>
                </a:moveTo>
                <a:lnTo>
                  <a:pt x="1199818" y="2044620"/>
                </a:lnTo>
                <a:lnTo>
                  <a:pt x="761621" y="2687221"/>
                </a:lnTo>
                <a:cubicBezTo>
                  <a:pt x="501536" y="2652619"/>
                  <a:pt x="265323" y="2467912"/>
                  <a:pt x="39127" y="2272940"/>
                </a:cubicBezTo>
                <a:cubicBezTo>
                  <a:pt x="-80639" y="2070133"/>
                  <a:pt x="269496" y="1743507"/>
                  <a:pt x="374515" y="1494038"/>
                </a:cubicBezTo>
                <a:lnTo>
                  <a:pt x="93728" y="1306717"/>
                </a:lnTo>
                <a:lnTo>
                  <a:pt x="1091841" y="1312633"/>
                </a:lnTo>
                <a:close/>
                <a:moveTo>
                  <a:pt x="2759566" y="226796"/>
                </a:moveTo>
                <a:cubicBezTo>
                  <a:pt x="2331051" y="377379"/>
                  <a:pt x="2150002" y="492309"/>
                  <a:pt x="1991062" y="643648"/>
                </a:cubicBezTo>
                <a:lnTo>
                  <a:pt x="1463599" y="1446568"/>
                </a:lnTo>
                <a:lnTo>
                  <a:pt x="610317" y="909936"/>
                </a:lnTo>
                <a:cubicBezTo>
                  <a:pt x="810411" y="627556"/>
                  <a:pt x="1020899" y="239191"/>
                  <a:pt x="1244930" y="61882"/>
                </a:cubicBezTo>
                <a:cubicBezTo>
                  <a:pt x="1491876" y="-75367"/>
                  <a:pt x="1697752" y="31605"/>
                  <a:pt x="2759566" y="226796"/>
                </a:cubicBezTo>
                <a:close/>
                <a:moveTo>
                  <a:pt x="1722488" y="3820535"/>
                </a:moveTo>
                <a:cubicBezTo>
                  <a:pt x="1376925" y="3801485"/>
                  <a:pt x="936112" y="3830060"/>
                  <a:pt x="666750" y="3734810"/>
                </a:cubicBezTo>
                <a:cubicBezTo>
                  <a:pt x="419100" y="3598835"/>
                  <a:pt x="400050" y="3367610"/>
                  <a:pt x="0" y="2364860"/>
                </a:cubicBezTo>
                <a:cubicBezTo>
                  <a:pt x="355600" y="2647435"/>
                  <a:pt x="549276" y="2739510"/>
                  <a:pt x="762000" y="2793485"/>
                </a:cubicBezTo>
                <a:lnTo>
                  <a:pt x="1722487" y="2812535"/>
                </a:lnTo>
                <a:close/>
                <a:moveTo>
                  <a:pt x="3605396" y="869465"/>
                </a:moveTo>
                <a:lnTo>
                  <a:pt x="3069019" y="1711228"/>
                </a:lnTo>
                <a:lnTo>
                  <a:pt x="2083849" y="1550906"/>
                </a:lnTo>
                <a:lnTo>
                  <a:pt x="2391902" y="1412941"/>
                </a:lnTo>
                <a:lnTo>
                  <a:pt x="2081217" y="699900"/>
                </a:lnTo>
                <a:cubicBezTo>
                  <a:pt x="2248971" y="498156"/>
                  <a:pt x="2531081" y="396532"/>
                  <a:pt x="2816547" y="308854"/>
                </a:cubicBezTo>
                <a:cubicBezTo>
                  <a:pt x="3051986" y="315439"/>
                  <a:pt x="3142075" y="785719"/>
                  <a:pt x="3297344" y="1007430"/>
                </a:cubicBezTo>
                <a:close/>
                <a:moveTo>
                  <a:pt x="3222215" y="3788662"/>
                </a:moveTo>
                <a:cubicBezTo>
                  <a:pt x="3089072" y="3954283"/>
                  <a:pt x="2662122" y="3869088"/>
                  <a:pt x="2413930" y="3921936"/>
                </a:cubicBezTo>
                <a:lnTo>
                  <a:pt x="2420658" y="4259405"/>
                </a:lnTo>
                <a:lnTo>
                  <a:pt x="1855155" y="3436926"/>
                </a:lnTo>
                <a:lnTo>
                  <a:pt x="2387428" y="2592563"/>
                </a:lnTo>
                <a:lnTo>
                  <a:pt x="2394156" y="2930032"/>
                </a:lnTo>
                <a:lnTo>
                  <a:pt x="3171906" y="2922431"/>
                </a:lnTo>
                <a:cubicBezTo>
                  <a:pt x="3292132" y="3155642"/>
                  <a:pt x="3275533" y="3455038"/>
                  <a:pt x="3244786" y="3752078"/>
                </a:cubicBezTo>
                <a:cubicBezTo>
                  <a:pt x="3238662" y="3765464"/>
                  <a:pt x="3231091" y="3777620"/>
                  <a:pt x="3222215" y="3788662"/>
                </a:cubicBezTo>
                <a:close/>
                <a:moveTo>
                  <a:pt x="3948285" y="2834020"/>
                </a:moveTo>
                <a:cubicBezTo>
                  <a:pt x="3833022" y="3018741"/>
                  <a:pt x="3639730" y="3281008"/>
                  <a:pt x="3342579" y="3731662"/>
                </a:cubicBezTo>
                <a:cubicBezTo>
                  <a:pt x="3371271" y="3278367"/>
                  <a:pt x="3336159" y="3066813"/>
                  <a:pt x="3258895" y="2861397"/>
                </a:cubicBezTo>
                <a:lnTo>
                  <a:pt x="2725671" y="2062291"/>
                </a:lnTo>
                <a:lnTo>
                  <a:pt x="3552883" y="1486284"/>
                </a:lnTo>
                <a:cubicBezTo>
                  <a:pt x="3734716" y="1780754"/>
                  <a:pt x="4010062" y="2126176"/>
                  <a:pt x="4085819" y="2401657"/>
                </a:cubicBezTo>
                <a:cubicBezTo>
                  <a:pt x="4100783" y="2542124"/>
                  <a:pt x="4063549" y="2649298"/>
                  <a:pt x="3948285" y="2834020"/>
                </a:cubicBez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08" name="Frame 1">
            <a:extLst>
              <a:ext uri="{FF2B5EF4-FFF2-40B4-BE49-F238E27FC236}">
                <a16:creationId xmlns:a16="http://schemas.microsoft.com/office/drawing/2014/main" id="{DC8DC926-A040-B72E-7FED-B0A831A3458D}"/>
              </a:ext>
            </a:extLst>
          </p:cNvPr>
          <p:cNvSpPr/>
          <p:nvPr/>
        </p:nvSpPr>
        <p:spPr>
          <a:xfrm>
            <a:off x="5410289" y="1848845"/>
            <a:ext cx="301343" cy="301343"/>
          </a:xfrm>
          <a:custGeom>
            <a:avLst/>
            <a:gdLst/>
            <a:ahLst/>
            <a:cxnLst/>
            <a:rect l="l" t="t" r="r" b="b"/>
            <a:pathLst>
              <a:path w="3960000" h="3960000">
                <a:moveTo>
                  <a:pt x="0" y="2700080"/>
                </a:moveTo>
                <a:lnTo>
                  <a:pt x="569408" y="2700080"/>
                </a:lnTo>
                <a:lnTo>
                  <a:pt x="569408" y="3390592"/>
                </a:lnTo>
                <a:lnTo>
                  <a:pt x="3390592" y="3390592"/>
                </a:lnTo>
                <a:lnTo>
                  <a:pt x="3390592" y="2700080"/>
                </a:lnTo>
                <a:lnTo>
                  <a:pt x="3960000" y="2700080"/>
                </a:lnTo>
                <a:lnTo>
                  <a:pt x="3960000" y="3960000"/>
                </a:lnTo>
                <a:lnTo>
                  <a:pt x="0" y="3960000"/>
                </a:lnTo>
                <a:close/>
                <a:moveTo>
                  <a:pt x="1530791" y="0"/>
                </a:moveTo>
                <a:lnTo>
                  <a:pt x="2429209" y="0"/>
                </a:lnTo>
                <a:lnTo>
                  <a:pt x="2429209" y="2108456"/>
                </a:lnTo>
                <a:lnTo>
                  <a:pt x="2772088" y="2108456"/>
                </a:lnTo>
                <a:lnTo>
                  <a:pt x="1980000" y="3198242"/>
                </a:lnTo>
                <a:lnTo>
                  <a:pt x="1187912" y="2108456"/>
                </a:lnTo>
                <a:lnTo>
                  <a:pt x="1530791" y="2108456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1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09" name="Donut 15">
            <a:extLst>
              <a:ext uri="{FF2B5EF4-FFF2-40B4-BE49-F238E27FC236}">
                <a16:creationId xmlns:a16="http://schemas.microsoft.com/office/drawing/2014/main" id="{E4545789-E866-0435-3143-65600C30D087}"/>
              </a:ext>
            </a:extLst>
          </p:cNvPr>
          <p:cNvSpPr/>
          <p:nvPr/>
        </p:nvSpPr>
        <p:spPr>
          <a:xfrm>
            <a:off x="1493169" y="1831893"/>
            <a:ext cx="333838" cy="335242"/>
          </a:xfrm>
          <a:custGeom>
            <a:avLst/>
            <a:gdLst/>
            <a:ahLst/>
            <a:cxnLst/>
            <a:rect l="l" t="t" r="r" b="b"/>
            <a:pathLst>
              <a:path w="3821708" h="3795110">
                <a:moveTo>
                  <a:pt x="1910854" y="903842"/>
                </a:moveTo>
                <a:lnTo>
                  <a:pt x="1793831" y="1129420"/>
                </a:lnTo>
                <a:lnTo>
                  <a:pt x="1791613" y="1129420"/>
                </a:lnTo>
                <a:lnTo>
                  <a:pt x="1791892" y="1133157"/>
                </a:lnTo>
                <a:lnTo>
                  <a:pt x="1791613" y="1133695"/>
                </a:lnTo>
                <a:lnTo>
                  <a:pt x="1791933" y="1133695"/>
                </a:lnTo>
                <a:lnTo>
                  <a:pt x="1833002" y="1683464"/>
                </a:lnTo>
                <a:cubicBezTo>
                  <a:pt x="1744939" y="1714584"/>
                  <a:pt x="1682254" y="1798749"/>
                  <a:pt x="1682254" y="1897555"/>
                </a:cubicBezTo>
                <a:cubicBezTo>
                  <a:pt x="1682254" y="2023808"/>
                  <a:pt x="1784602" y="2126156"/>
                  <a:pt x="1910855" y="2126156"/>
                </a:cubicBezTo>
                <a:cubicBezTo>
                  <a:pt x="1975561" y="2126156"/>
                  <a:pt x="2033988" y="2099273"/>
                  <a:pt x="2075304" y="2055803"/>
                </a:cubicBezTo>
                <a:lnTo>
                  <a:pt x="2443125" y="2288080"/>
                </a:lnTo>
                <a:lnTo>
                  <a:pt x="2443003" y="2288309"/>
                </a:lnTo>
                <a:lnTo>
                  <a:pt x="2443494" y="2288314"/>
                </a:lnTo>
                <a:lnTo>
                  <a:pt x="2446061" y="2289935"/>
                </a:lnTo>
                <a:lnTo>
                  <a:pt x="2446904" y="2288348"/>
                </a:lnTo>
                <a:lnTo>
                  <a:pt x="2652725" y="2290436"/>
                </a:lnTo>
                <a:lnTo>
                  <a:pt x="2535900" y="2120971"/>
                </a:lnTo>
                <a:lnTo>
                  <a:pt x="2536744" y="2119385"/>
                </a:lnTo>
                <a:lnTo>
                  <a:pt x="2533964" y="2118163"/>
                </a:lnTo>
                <a:lnTo>
                  <a:pt x="2533686" y="2117759"/>
                </a:lnTo>
                <a:lnTo>
                  <a:pt x="2533565" y="2117988"/>
                </a:lnTo>
                <a:lnTo>
                  <a:pt x="2134900" y="1942755"/>
                </a:lnTo>
                <a:cubicBezTo>
                  <a:pt x="2137918" y="1928156"/>
                  <a:pt x="2139456" y="1913035"/>
                  <a:pt x="2139456" y="1897555"/>
                </a:cubicBezTo>
                <a:cubicBezTo>
                  <a:pt x="2139456" y="1798748"/>
                  <a:pt x="2076770" y="1714583"/>
                  <a:pt x="1988706" y="1683463"/>
                </a:cubicBezTo>
                <a:lnTo>
                  <a:pt x="2029775" y="1133695"/>
                </a:lnTo>
                <a:lnTo>
                  <a:pt x="2030094" y="1133695"/>
                </a:lnTo>
                <a:lnTo>
                  <a:pt x="2029815" y="1133157"/>
                </a:lnTo>
                <a:lnTo>
                  <a:pt x="2030094" y="1129420"/>
                </a:lnTo>
                <a:lnTo>
                  <a:pt x="2027877" y="1129420"/>
                </a:lnTo>
                <a:close/>
                <a:moveTo>
                  <a:pt x="1910854" y="565406"/>
                </a:moveTo>
                <a:cubicBezTo>
                  <a:pt x="2646579" y="565406"/>
                  <a:pt x="3243002" y="1161829"/>
                  <a:pt x="3243002" y="1897554"/>
                </a:cubicBezTo>
                <a:cubicBezTo>
                  <a:pt x="3243002" y="2633279"/>
                  <a:pt x="2646579" y="3229702"/>
                  <a:pt x="1910854" y="3229702"/>
                </a:cubicBezTo>
                <a:cubicBezTo>
                  <a:pt x="1175129" y="3229702"/>
                  <a:pt x="578706" y="2633279"/>
                  <a:pt x="578706" y="1897554"/>
                </a:cubicBezTo>
                <a:cubicBezTo>
                  <a:pt x="578706" y="1161829"/>
                  <a:pt x="1175129" y="565406"/>
                  <a:pt x="1910854" y="565406"/>
                </a:cubicBezTo>
                <a:close/>
                <a:moveTo>
                  <a:pt x="1766837" y="367010"/>
                </a:moveTo>
                <a:cubicBezTo>
                  <a:pt x="1050362" y="432397"/>
                  <a:pt x="475174" y="981146"/>
                  <a:pt x="377476" y="1681610"/>
                </a:cubicBezTo>
                <a:lnTo>
                  <a:pt x="426306" y="1681610"/>
                </a:lnTo>
                <a:cubicBezTo>
                  <a:pt x="510474" y="1681610"/>
                  <a:pt x="578706" y="1746088"/>
                  <a:pt x="578706" y="1825626"/>
                </a:cubicBezTo>
                <a:cubicBezTo>
                  <a:pt x="578706" y="1905164"/>
                  <a:pt x="510474" y="1969642"/>
                  <a:pt x="426306" y="1969642"/>
                </a:cubicBezTo>
                <a:lnTo>
                  <a:pt x="364094" y="1969642"/>
                </a:lnTo>
                <a:cubicBezTo>
                  <a:pt x="398055" y="2738400"/>
                  <a:pt x="1003246" y="3359660"/>
                  <a:pt x="1769417" y="3427809"/>
                </a:cubicBezTo>
                <a:lnTo>
                  <a:pt x="1769417" y="3382101"/>
                </a:lnTo>
                <a:cubicBezTo>
                  <a:pt x="1769417" y="3297933"/>
                  <a:pt x="1833895" y="3229701"/>
                  <a:pt x="1913433" y="3229701"/>
                </a:cubicBezTo>
                <a:cubicBezTo>
                  <a:pt x="1992971" y="3229701"/>
                  <a:pt x="2057449" y="3297933"/>
                  <a:pt x="2057449" y="3382101"/>
                </a:cubicBezTo>
                <a:lnTo>
                  <a:pt x="2057449" y="3427707"/>
                </a:lnTo>
                <a:cubicBezTo>
                  <a:pt x="2804164" y="3358467"/>
                  <a:pt x="3396856" y="2764020"/>
                  <a:pt x="3455018" y="2020616"/>
                </a:cubicBezTo>
                <a:lnTo>
                  <a:pt x="3395402" y="2020616"/>
                </a:lnTo>
                <a:cubicBezTo>
                  <a:pt x="3311234" y="2020616"/>
                  <a:pt x="3243002" y="1956138"/>
                  <a:pt x="3243002" y="1876600"/>
                </a:cubicBezTo>
                <a:cubicBezTo>
                  <a:pt x="3243002" y="1797062"/>
                  <a:pt x="3311234" y="1732584"/>
                  <a:pt x="3395402" y="1732584"/>
                </a:cubicBezTo>
                <a:lnTo>
                  <a:pt x="3451747" y="1732584"/>
                </a:lnTo>
                <a:cubicBezTo>
                  <a:pt x="3374444" y="1008025"/>
                  <a:pt x="2788738" y="434055"/>
                  <a:pt x="2054869" y="367632"/>
                </a:cubicBezTo>
                <a:lnTo>
                  <a:pt x="2054869" y="407296"/>
                </a:lnTo>
                <a:cubicBezTo>
                  <a:pt x="2054869" y="491464"/>
                  <a:pt x="1990391" y="559696"/>
                  <a:pt x="1910853" y="559696"/>
                </a:cubicBezTo>
                <a:cubicBezTo>
                  <a:pt x="1831315" y="559696"/>
                  <a:pt x="1766837" y="491464"/>
                  <a:pt x="1766837" y="407296"/>
                </a:cubicBezTo>
                <a:close/>
                <a:moveTo>
                  <a:pt x="1910854" y="0"/>
                </a:moveTo>
                <a:cubicBezTo>
                  <a:pt x="2966190" y="0"/>
                  <a:pt x="3821708" y="849564"/>
                  <a:pt x="3821708" y="1897555"/>
                </a:cubicBezTo>
                <a:cubicBezTo>
                  <a:pt x="3821708" y="2945546"/>
                  <a:pt x="2966190" y="3795110"/>
                  <a:pt x="1910854" y="3795110"/>
                </a:cubicBezTo>
                <a:cubicBezTo>
                  <a:pt x="855518" y="3795110"/>
                  <a:pt x="0" y="2945546"/>
                  <a:pt x="0" y="1897555"/>
                </a:cubicBezTo>
                <a:cubicBezTo>
                  <a:pt x="0" y="849564"/>
                  <a:pt x="855518" y="0"/>
                  <a:pt x="1910854" y="0"/>
                </a:cubicBez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1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7934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 bwMode="auto">
          <a:xfrm>
            <a:off x="1191344" y="152402"/>
            <a:ext cx="6308007" cy="362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defPPr>
              <a:defRPr lang="ko-KR"/>
            </a:defPPr>
            <a:lvl1pPr fontAlgn="auto" latinLnBrk="0">
              <a:spcBef>
                <a:spcPts val="0"/>
              </a:spcBef>
              <a:spcAft>
                <a:spcPts val="0"/>
              </a:spcAft>
              <a:defRPr b="1" kern="0">
                <a:latin typeface="Times New Roman" panose="02020603050405020304" pitchFamily="18" charset="0"/>
                <a:ea typeface="LG스마트체2.0 Regular" panose="020B0600000101010101" pitchFamily="34" charset="-127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I.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phí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2023</a:t>
            </a:r>
          </a:p>
        </p:txBody>
      </p:sp>
      <p:sp>
        <p:nvSpPr>
          <p:cNvPr id="3" name="AutoShape 336"/>
          <p:cNvSpPr>
            <a:spLocks noChangeArrowheads="1"/>
          </p:cNvSpPr>
          <p:nvPr/>
        </p:nvSpPr>
        <p:spPr bwMode="auto">
          <a:xfrm>
            <a:off x="1258796" y="762000"/>
            <a:ext cx="875883" cy="432048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AutoNum type="arabicPeriod"/>
              <a:defRPr sz="12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12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12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12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12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12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12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9pPr>
          </a:lstStyle>
          <a:p>
            <a:pPr algn="ctr">
              <a:buFont typeface="Wingdings" pitchFamily="2" charset="2"/>
              <a:buNone/>
            </a:pPr>
            <a:r>
              <a:rPr lang="en-US" sz="1100" b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Mục đích</a:t>
            </a:r>
            <a:endParaRPr lang="en-US" sz="1100" b="1" dirty="0">
              <a:latin typeface="Times New Roman" panose="02020603050405020304" pitchFamily="18" charset="0"/>
              <a:ea typeface="LG Smart_H Light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" name="AutoShape 336"/>
          <p:cNvSpPr>
            <a:spLocks noChangeArrowheads="1"/>
          </p:cNvSpPr>
          <p:nvPr/>
        </p:nvSpPr>
        <p:spPr bwMode="auto">
          <a:xfrm>
            <a:off x="1258797" y="2063194"/>
            <a:ext cx="863539" cy="432048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AutoNum type="arabicPeriod"/>
              <a:defRPr sz="12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12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12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12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12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12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12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9pPr>
          </a:lstStyle>
          <a:p>
            <a:pPr algn="ctr">
              <a:buFont typeface="Wingdings" pitchFamily="2" charset="2"/>
              <a:buNone/>
            </a:pPr>
            <a:r>
              <a:rPr lang="en-US" sz="1100" b="1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Đối</a:t>
            </a:r>
            <a:r>
              <a:rPr lang="en-US" sz="1100" b="1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sz="1100" b="1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tượng</a:t>
            </a:r>
            <a:endParaRPr lang="en-US" sz="1100" b="1" dirty="0">
              <a:latin typeface="Times New Roman" panose="02020603050405020304" pitchFamily="18" charset="0"/>
              <a:ea typeface="LG Smart_H Light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5" name="AutoShape 336"/>
          <p:cNvSpPr>
            <a:spLocks noChangeArrowheads="1"/>
          </p:cNvSpPr>
          <p:nvPr/>
        </p:nvSpPr>
        <p:spPr bwMode="auto">
          <a:xfrm>
            <a:off x="1258796" y="1389380"/>
            <a:ext cx="876655" cy="4572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AutoNum type="arabicPeriod"/>
              <a:defRPr sz="12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12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12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12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12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12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12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9pPr>
          </a:lstStyle>
          <a:p>
            <a:pPr algn="ctr">
              <a:buFont typeface="Wingdings" pitchFamily="2" charset="2"/>
              <a:buNone/>
            </a:pPr>
            <a:r>
              <a:rPr lang="en-US" sz="1100" b="1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Số</a:t>
            </a:r>
            <a:r>
              <a:rPr lang="en-US" sz="1100" b="1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sz="1100" b="1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lượng</a:t>
            </a:r>
            <a:endParaRPr lang="en-US" sz="1100" b="1" dirty="0">
              <a:latin typeface="Times New Roman" panose="02020603050405020304" pitchFamily="18" charset="0"/>
              <a:ea typeface="LG Smart_H Light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53766" y="767795"/>
            <a:ext cx="6769100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000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Tuyển</a:t>
            </a:r>
            <a:r>
              <a:rPr lang="en-US" sz="1000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dụng</a:t>
            </a:r>
            <a:r>
              <a:rPr lang="en-US" sz="1000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Kỹ</a:t>
            </a:r>
            <a:r>
              <a:rPr lang="en-US" sz="1000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sư</a:t>
            </a:r>
            <a:r>
              <a:rPr lang="en-US" sz="1000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tài</a:t>
            </a:r>
            <a:r>
              <a:rPr lang="en-US" sz="1000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năng</a:t>
            </a:r>
            <a:endParaRPr lang="en-US" sz="1000" dirty="0">
              <a:latin typeface="Times New Roman" panose="02020603050405020304" pitchFamily="18" charset="0"/>
              <a:ea typeface="LG Smart_H Light" panose="020B0600000101010101" pitchFamily="34" charset="-127"/>
              <a:cs typeface="Times New Roman" panose="02020603050405020304" pitchFamily="18" charset="0"/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000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Xây</a:t>
            </a:r>
            <a:r>
              <a:rPr lang="en-US" sz="1000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dựng</a:t>
            </a:r>
            <a:r>
              <a:rPr lang="en-US" sz="1000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mối</a:t>
            </a:r>
            <a:r>
              <a:rPr lang="en-US" sz="1000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quan</a:t>
            </a:r>
            <a:r>
              <a:rPr lang="en-US" sz="1000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hệ</a:t>
            </a:r>
            <a:r>
              <a:rPr lang="en-US" sz="1000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với</a:t>
            </a:r>
            <a:r>
              <a:rPr lang="en-US" sz="1000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các</a:t>
            </a:r>
            <a:r>
              <a:rPr lang="en-US" sz="1000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trường</a:t>
            </a:r>
            <a:r>
              <a:rPr lang="en-US" sz="1000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Đại</a:t>
            </a:r>
            <a:r>
              <a:rPr lang="en-US" sz="1000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học</a:t>
            </a:r>
            <a:r>
              <a:rPr lang="en-US" sz="1000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tiềm</a:t>
            </a:r>
            <a:r>
              <a:rPr lang="en-US" sz="1000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năng</a:t>
            </a:r>
            <a:endParaRPr lang="en-US" sz="1000" dirty="0">
              <a:latin typeface="Times New Roman" panose="02020603050405020304" pitchFamily="18" charset="0"/>
              <a:ea typeface="LG Smart_H Light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67841" y="1393374"/>
            <a:ext cx="7873111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00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10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suất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tài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trợ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35,000,000 VND /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suất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	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    (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Sinh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viên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ký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cam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làm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việc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tối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thiểu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2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năm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tại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ty)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3765" y="1991146"/>
            <a:ext cx="803129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00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defRPr>
            </a:lvl1pPr>
          </a:lstStyle>
          <a:p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Dành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sinh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viên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học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1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năm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cuối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Đại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học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Bách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Khoa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Đại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học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Đà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Nẵng</a:t>
            </a:r>
            <a:endParaRPr lang="en-US" dirty="0">
              <a:latin typeface="Times New Roman" panose="02020603050405020304" pitchFamily="18" charset="0"/>
              <a:ea typeface="LG Smart_H Light" panose="020B0600000101010101" pitchFamily="34" charset="-127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Chuyên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ngành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kỹ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thuật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: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Điện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Điện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khí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điện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, …</a:t>
            </a:r>
          </a:p>
          <a:p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Điểm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GPA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học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gần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2.5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trở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lên</a:t>
            </a:r>
            <a:endParaRPr lang="en-US" dirty="0">
              <a:latin typeface="Times New Roman" panose="02020603050405020304" pitchFamily="18" charset="0"/>
              <a:ea typeface="LG Smart_H Light" panose="020B0600000101010101" pitchFamily="34" charset="-127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Sinh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viên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mong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muốn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làm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việc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lâu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dài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tại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ty LG Display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Việt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Nam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Hải</a:t>
            </a:r>
            <a:r>
              <a:rPr lang="en-US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Phòng</a:t>
            </a:r>
            <a:endParaRPr lang="en-US" dirty="0">
              <a:latin typeface="Times New Roman" panose="02020603050405020304" pitchFamily="18" charset="0"/>
              <a:ea typeface="LG Smart_H Light" panose="020B0600000101010101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855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336"/>
          <p:cNvSpPr>
            <a:spLocks noChangeArrowheads="1"/>
          </p:cNvSpPr>
          <p:nvPr/>
        </p:nvSpPr>
        <p:spPr bwMode="auto">
          <a:xfrm>
            <a:off x="239590" y="822038"/>
            <a:ext cx="1626155" cy="69683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AutoNum type="arabicPeriod"/>
              <a:defRPr sz="12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12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12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12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12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12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1200">
                <a:solidFill>
                  <a:schemeClr val="tx1"/>
                </a:solidFill>
                <a:latin typeface="Arial" pitchFamily="34" charset="0"/>
                <a:ea typeface="돋움" pitchFamily="34" charset="-127"/>
              </a:defRPr>
            </a:lvl9pPr>
          </a:lstStyle>
          <a:p>
            <a:pPr algn="ctr">
              <a:buFont typeface="Wingdings" pitchFamily="2" charset="2"/>
              <a:buNone/>
            </a:pPr>
            <a:r>
              <a:rPr lang="en-US" sz="2800" b="1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Quy</a:t>
            </a:r>
            <a:r>
              <a:rPr lang="en-US" sz="2800" b="1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trình</a:t>
            </a:r>
            <a:endParaRPr lang="en-US" sz="2800" b="1" dirty="0">
              <a:latin typeface="Times New Roman" panose="02020603050405020304" pitchFamily="18" charset="0"/>
              <a:ea typeface="LG Smart_H Light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5" name="Pentagon 4"/>
          <p:cNvSpPr/>
          <p:nvPr/>
        </p:nvSpPr>
        <p:spPr>
          <a:xfrm>
            <a:off x="9443429" y="822037"/>
            <a:ext cx="1875846" cy="718155"/>
          </a:xfrm>
          <a:prstGeom prst="homePlate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Phỏng</a:t>
            </a:r>
            <a:r>
              <a:rPr lang="en-US" sz="1000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vấn</a:t>
            </a:r>
            <a:r>
              <a:rPr lang="en-US" sz="1000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&amp; </a:t>
            </a:r>
          </a:p>
          <a:p>
            <a:pPr algn="ctr"/>
            <a:r>
              <a:rPr lang="en-US" sz="1000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Khám</a:t>
            </a:r>
            <a:r>
              <a:rPr lang="en-US" sz="1000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sức</a:t>
            </a:r>
            <a:r>
              <a:rPr lang="en-US" sz="1000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khỏe</a:t>
            </a:r>
            <a:endParaRPr lang="en-US" sz="1000" dirty="0">
              <a:latin typeface="Times New Roman" panose="02020603050405020304" pitchFamily="18" charset="0"/>
              <a:ea typeface="LG Smart_H Light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6" name="Pentagon 5"/>
          <p:cNvSpPr/>
          <p:nvPr/>
        </p:nvSpPr>
        <p:spPr>
          <a:xfrm>
            <a:off x="7605390" y="811062"/>
            <a:ext cx="1723337" cy="729130"/>
          </a:xfrm>
          <a:prstGeom prst="homePlate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Đào tạo</a:t>
            </a:r>
            <a:endParaRPr lang="en-US" sz="2000" dirty="0">
              <a:latin typeface="Times New Roman" panose="02020603050405020304" pitchFamily="18" charset="0"/>
              <a:ea typeface="LG Smart_H Light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7" name="Pentagon 6"/>
          <p:cNvSpPr/>
          <p:nvPr/>
        </p:nvSpPr>
        <p:spPr>
          <a:xfrm>
            <a:off x="5832787" y="822037"/>
            <a:ext cx="1676378" cy="718155"/>
          </a:xfrm>
          <a:prstGeom prst="homePlate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Thực tập</a:t>
            </a:r>
            <a:endParaRPr lang="en-US" sz="2000" dirty="0">
              <a:latin typeface="Times New Roman" panose="02020603050405020304" pitchFamily="18" charset="0"/>
              <a:ea typeface="LG Smart_H Light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8" name="Pentagon 7"/>
          <p:cNvSpPr/>
          <p:nvPr/>
        </p:nvSpPr>
        <p:spPr>
          <a:xfrm>
            <a:off x="3956940" y="822037"/>
            <a:ext cx="1714187" cy="718155"/>
          </a:xfrm>
          <a:prstGeom prst="homePlate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Tốt</a:t>
            </a:r>
            <a:r>
              <a:rPr lang="en-US" sz="2000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nghiệp</a:t>
            </a:r>
            <a:endParaRPr lang="en-US" sz="2000" dirty="0">
              <a:latin typeface="Times New Roman" panose="02020603050405020304" pitchFamily="18" charset="0"/>
              <a:ea typeface="LG Smart_H Light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9" name="Pentagon 8"/>
          <p:cNvSpPr/>
          <p:nvPr/>
        </p:nvSpPr>
        <p:spPr>
          <a:xfrm>
            <a:off x="2115873" y="822037"/>
            <a:ext cx="1679408" cy="718155"/>
          </a:xfrm>
          <a:prstGeom prst="homePlate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Làm</a:t>
            </a:r>
            <a:r>
              <a:rPr lang="en-US" b="1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việc</a:t>
            </a:r>
            <a:r>
              <a:rPr lang="en-US" b="1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tại</a:t>
            </a:r>
            <a:r>
              <a:rPr lang="en-US" b="1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LGDVH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7840" y="5273855"/>
            <a:ext cx="80899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000" b="1">
                <a:solidFill>
                  <a:srgbClr val="6B95C7"/>
                </a:solidFill>
                <a:latin typeface="LG Smart_H Light" panose="020B0600000101010101" pitchFamily="34" charset="-127"/>
                <a:ea typeface="LG Smart_H Light" panose="020B0600000101010101" pitchFamily="34" charset="-127"/>
                <a:cs typeface="Arial" panose="020B0604020202020204" pitchFamily="34" charset="0"/>
              </a:defRPr>
            </a:lvl1pPr>
          </a:lstStyle>
          <a:p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lương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ty</a:t>
            </a:r>
          </a:p>
          <a:p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khoản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35,000,000 VND</a:t>
            </a:r>
          </a:p>
          <a:p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đào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endParaRPr lang="en-US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small party, workshop, teambuilding, …</a:t>
            </a:r>
          </a:p>
        </p:txBody>
      </p:sp>
      <p:sp>
        <p:nvSpPr>
          <p:cNvPr id="11" name="AutoShape 336"/>
          <p:cNvSpPr>
            <a:spLocks noChangeArrowheads="1"/>
          </p:cNvSpPr>
          <p:nvPr/>
        </p:nvSpPr>
        <p:spPr bwMode="auto">
          <a:xfrm>
            <a:off x="1258796" y="5301260"/>
            <a:ext cx="876655" cy="403482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 eaLnBrk="0" hangingPunct="0">
              <a:spcBef>
                <a:spcPct val="20000"/>
              </a:spcBef>
              <a:buFont typeface="Wingdings" pitchFamily="2" charset="2"/>
              <a:buNone/>
            </a:pPr>
            <a:r>
              <a:rPr lang="en-US" sz="1100" b="1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Phúc</a:t>
            </a:r>
            <a:r>
              <a:rPr lang="en-US" sz="1100" b="1" dirty="0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sz="1100" b="1" dirty="0" err="1">
                <a:latin typeface="Times New Roman" panose="02020603050405020304" pitchFamily="18" charset="0"/>
                <a:ea typeface="LG Smart_H Light" panose="020B0600000101010101" pitchFamily="34" charset="-127"/>
                <a:cs typeface="Times New Roman" panose="02020603050405020304" pitchFamily="18" charset="0"/>
              </a:rPr>
              <a:t>lợi</a:t>
            </a:r>
            <a:endParaRPr lang="en-US" sz="1100" b="1" dirty="0">
              <a:latin typeface="Times New Roman" panose="02020603050405020304" pitchFamily="18" charset="0"/>
              <a:ea typeface="LG Smart_H Light" panose="020B0600000101010101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27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aphic 27">
            <a:extLst>
              <a:ext uri="{FF2B5EF4-FFF2-40B4-BE49-F238E27FC236}">
                <a16:creationId xmlns:a16="http://schemas.microsoft.com/office/drawing/2014/main" id="{426F72CC-9CA3-7C66-E75A-3E6FF8B70E6B}"/>
              </a:ext>
            </a:extLst>
          </p:cNvPr>
          <p:cNvGrpSpPr/>
          <p:nvPr/>
        </p:nvGrpSpPr>
        <p:grpSpPr>
          <a:xfrm flipH="1">
            <a:off x="693968" y="1084998"/>
            <a:ext cx="3623513" cy="3977763"/>
            <a:chOff x="3033791" y="66648"/>
            <a:chExt cx="6126139" cy="6725057"/>
          </a:xfrm>
          <a:solidFill>
            <a:srgbClr val="F8931D"/>
          </a:solidFill>
        </p:grpSpPr>
        <p:sp>
          <p:nvSpPr>
            <p:cNvPr id="3" name="Freeform: Shape 3">
              <a:extLst>
                <a:ext uri="{FF2B5EF4-FFF2-40B4-BE49-F238E27FC236}">
                  <a16:creationId xmlns:a16="http://schemas.microsoft.com/office/drawing/2014/main" id="{D86852AB-DEA9-A367-AE10-909DD0903EF6}"/>
                </a:ext>
              </a:extLst>
            </p:cNvPr>
            <p:cNvSpPr/>
            <p:nvPr/>
          </p:nvSpPr>
          <p:spPr>
            <a:xfrm>
              <a:off x="3033791" y="66648"/>
              <a:ext cx="6126139" cy="6725057"/>
            </a:xfrm>
            <a:custGeom>
              <a:avLst/>
              <a:gdLst>
                <a:gd name="connsiteX0" fmla="*/ 2177431 w 6126139"/>
                <a:gd name="connsiteY0" fmla="*/ 6725058 h 6725057"/>
                <a:gd name="connsiteX1" fmla="*/ 2176098 w 6126139"/>
                <a:gd name="connsiteY1" fmla="*/ 6722867 h 6725057"/>
                <a:gd name="connsiteX2" fmla="*/ 2142665 w 6126139"/>
                <a:gd name="connsiteY2" fmla="*/ 6671527 h 6725057"/>
                <a:gd name="connsiteX3" fmla="*/ 1859677 w 6126139"/>
                <a:gd name="connsiteY3" fmla="*/ 5963820 h 6725057"/>
                <a:gd name="connsiteX4" fmla="*/ 1209310 w 6126139"/>
                <a:gd name="connsiteY4" fmla="*/ 5928196 h 6725057"/>
                <a:gd name="connsiteX5" fmla="*/ 495602 w 6126139"/>
                <a:gd name="connsiteY5" fmla="*/ 5616729 h 6725057"/>
                <a:gd name="connsiteX6" fmla="*/ 552752 w 6126139"/>
                <a:gd name="connsiteY6" fmla="*/ 5027703 h 6725057"/>
                <a:gd name="connsiteX7" fmla="*/ 569325 w 6126139"/>
                <a:gd name="connsiteY7" fmla="*/ 4913689 h 6725057"/>
                <a:gd name="connsiteX8" fmla="*/ 465979 w 6126139"/>
                <a:gd name="connsiteY8" fmla="*/ 4759193 h 6725057"/>
                <a:gd name="connsiteX9" fmla="*/ 399495 w 6126139"/>
                <a:gd name="connsiteY9" fmla="*/ 4591458 h 6725057"/>
                <a:gd name="connsiteX10" fmla="*/ 511032 w 6126139"/>
                <a:gd name="connsiteY10" fmla="*/ 4438582 h 6725057"/>
                <a:gd name="connsiteX11" fmla="*/ 363490 w 6126139"/>
                <a:gd name="connsiteY11" fmla="*/ 4273513 h 6725057"/>
                <a:gd name="connsiteX12" fmla="*/ 454549 w 6126139"/>
                <a:gd name="connsiteY12" fmla="*/ 4036341 h 6725057"/>
                <a:gd name="connsiteX13" fmla="*/ 477695 w 6126139"/>
                <a:gd name="connsiteY13" fmla="*/ 3793644 h 6725057"/>
                <a:gd name="connsiteX14" fmla="*/ 386541 w 6126139"/>
                <a:gd name="connsiteY14" fmla="*/ 3771451 h 6725057"/>
                <a:gd name="connsiteX15" fmla="*/ 96314 w 6126139"/>
                <a:gd name="connsiteY15" fmla="*/ 3645911 h 6725057"/>
                <a:gd name="connsiteX16" fmla="*/ 8112 w 6126139"/>
                <a:gd name="connsiteY16" fmla="*/ 3529611 h 6725057"/>
                <a:gd name="connsiteX17" fmla="*/ 57642 w 6126139"/>
                <a:gd name="connsiteY17" fmla="*/ 3296534 h 6725057"/>
                <a:gd name="connsiteX18" fmla="*/ 512842 w 6126139"/>
                <a:gd name="connsiteY18" fmla="*/ 2672551 h 6725057"/>
                <a:gd name="connsiteX19" fmla="*/ 829739 w 6126139"/>
                <a:gd name="connsiteY19" fmla="*/ 2257547 h 6725057"/>
                <a:gd name="connsiteX20" fmla="*/ 834120 w 6126139"/>
                <a:gd name="connsiteY20" fmla="*/ 2216971 h 6725057"/>
                <a:gd name="connsiteX21" fmla="*/ 1065387 w 6126139"/>
                <a:gd name="connsiteY21" fmla="*/ 1136550 h 6725057"/>
                <a:gd name="connsiteX22" fmla="*/ 1956165 w 6126139"/>
                <a:gd name="connsiteY22" fmla="*/ 298350 h 6725057"/>
                <a:gd name="connsiteX23" fmla="*/ 3503978 w 6126139"/>
                <a:gd name="connsiteY23" fmla="*/ 7551 h 6725057"/>
                <a:gd name="connsiteX24" fmla="*/ 5464032 w 6126139"/>
                <a:gd name="connsiteY24" fmla="*/ 777743 h 6725057"/>
                <a:gd name="connsiteX25" fmla="*/ 5967238 w 6126139"/>
                <a:gd name="connsiteY25" fmla="*/ 3418740 h 6725057"/>
                <a:gd name="connsiteX26" fmla="*/ 5624720 w 6126139"/>
                <a:gd name="connsiteY26" fmla="*/ 4085204 h 6725057"/>
                <a:gd name="connsiteX27" fmla="*/ 5268580 w 6126139"/>
                <a:gd name="connsiteY27" fmla="*/ 4724237 h 6725057"/>
                <a:gd name="connsiteX28" fmla="*/ 5352780 w 6126139"/>
                <a:gd name="connsiteY28" fmla="*/ 6013731 h 6725057"/>
                <a:gd name="connsiteX29" fmla="*/ 5400882 w 6126139"/>
                <a:gd name="connsiteY29" fmla="*/ 6292813 h 6725057"/>
                <a:gd name="connsiteX30" fmla="*/ 5303060 w 6126139"/>
                <a:gd name="connsiteY30" fmla="*/ 6518175 h 6725057"/>
                <a:gd name="connsiteX31" fmla="*/ 5056458 w 6126139"/>
                <a:gd name="connsiteY31" fmla="*/ 6629141 h 6725057"/>
                <a:gd name="connsiteX32" fmla="*/ 4201780 w 6126139"/>
                <a:gd name="connsiteY32" fmla="*/ 6537606 h 6725057"/>
                <a:gd name="connsiteX33" fmla="*/ 3504168 w 6126139"/>
                <a:gd name="connsiteY33" fmla="*/ 6062023 h 6725057"/>
                <a:gd name="connsiteX34" fmla="*/ 3196035 w 6126139"/>
                <a:gd name="connsiteY34" fmla="*/ 5247444 h 6725057"/>
                <a:gd name="connsiteX35" fmla="*/ 3196225 w 6126139"/>
                <a:gd name="connsiteY35" fmla="*/ 4708520 h 6725057"/>
                <a:gd name="connsiteX36" fmla="*/ 3280902 w 6126139"/>
                <a:gd name="connsiteY36" fmla="*/ 4708425 h 6725057"/>
                <a:gd name="connsiteX37" fmla="*/ 3265377 w 6126139"/>
                <a:gd name="connsiteY37" fmla="*/ 5088187 h 6725057"/>
                <a:gd name="connsiteX38" fmla="*/ 3635709 w 6126139"/>
                <a:gd name="connsiteY38" fmla="*/ 6097170 h 6725057"/>
                <a:gd name="connsiteX39" fmla="*/ 4317127 w 6126139"/>
                <a:gd name="connsiteY39" fmla="*/ 6482932 h 6725057"/>
                <a:gd name="connsiteX40" fmla="*/ 5247244 w 6126139"/>
                <a:gd name="connsiteY40" fmla="*/ 6454548 h 6725057"/>
                <a:gd name="connsiteX41" fmla="*/ 5312490 w 6126139"/>
                <a:gd name="connsiteY41" fmla="*/ 6278716 h 6725057"/>
                <a:gd name="connsiteX42" fmla="*/ 5179711 w 6126139"/>
                <a:gd name="connsiteY42" fmla="*/ 5377652 h 6725057"/>
                <a:gd name="connsiteX43" fmla="*/ 5250101 w 6126139"/>
                <a:gd name="connsiteY43" fmla="*/ 4534308 h 6725057"/>
                <a:gd name="connsiteX44" fmla="*/ 5631673 w 6126139"/>
                <a:gd name="connsiteY44" fmla="*/ 3916230 h 6725057"/>
                <a:gd name="connsiteX45" fmla="*/ 5932853 w 6126139"/>
                <a:gd name="connsiteY45" fmla="*/ 3243670 h 6725057"/>
                <a:gd name="connsiteX46" fmla="*/ 5303917 w 6126139"/>
                <a:gd name="connsiteY46" fmla="*/ 746691 h 6725057"/>
                <a:gd name="connsiteX47" fmla="*/ 3209084 w 6126139"/>
                <a:gd name="connsiteY47" fmla="*/ 85466 h 6725057"/>
                <a:gd name="connsiteX48" fmla="*/ 1982169 w 6126139"/>
                <a:gd name="connsiteY48" fmla="*/ 383789 h 6725057"/>
                <a:gd name="connsiteX49" fmla="*/ 1173210 w 6126139"/>
                <a:gd name="connsiteY49" fmla="*/ 1118262 h 6725057"/>
                <a:gd name="connsiteX50" fmla="*/ 890889 w 6126139"/>
                <a:gd name="connsiteY50" fmla="*/ 2059332 h 6725057"/>
                <a:gd name="connsiteX51" fmla="*/ 909844 w 6126139"/>
                <a:gd name="connsiteY51" fmla="*/ 2294695 h 6725057"/>
                <a:gd name="connsiteX52" fmla="*/ 849456 w 6126139"/>
                <a:gd name="connsiteY52" fmla="*/ 2389087 h 6725057"/>
                <a:gd name="connsiteX53" fmla="*/ 412925 w 6126139"/>
                <a:gd name="connsiteY53" fmla="*/ 2916296 h 6725057"/>
                <a:gd name="connsiteX54" fmla="*/ 90599 w 6126139"/>
                <a:gd name="connsiteY54" fmla="*/ 3448172 h 6725057"/>
                <a:gd name="connsiteX55" fmla="*/ 93933 w 6126139"/>
                <a:gd name="connsiteY55" fmla="*/ 3512847 h 6725057"/>
                <a:gd name="connsiteX56" fmla="*/ 147558 w 6126139"/>
                <a:gd name="connsiteY56" fmla="*/ 3579331 h 6725057"/>
                <a:gd name="connsiteX57" fmla="*/ 327962 w 6126139"/>
                <a:gd name="connsiteY57" fmla="*/ 3670867 h 6725057"/>
                <a:gd name="connsiteX58" fmla="*/ 576183 w 6126139"/>
                <a:gd name="connsiteY58" fmla="*/ 3769546 h 6725057"/>
                <a:gd name="connsiteX59" fmla="*/ 496554 w 6126139"/>
                <a:gd name="connsiteY59" fmla="*/ 4125019 h 6725057"/>
                <a:gd name="connsiteX60" fmla="*/ 446453 w 6126139"/>
                <a:gd name="connsiteY60" fmla="*/ 4265512 h 6725057"/>
                <a:gd name="connsiteX61" fmla="*/ 599139 w 6126139"/>
                <a:gd name="connsiteY61" fmla="*/ 4450107 h 6725057"/>
                <a:gd name="connsiteX62" fmla="*/ 486267 w 6126139"/>
                <a:gd name="connsiteY62" fmla="*/ 4641655 h 6725057"/>
                <a:gd name="connsiteX63" fmla="*/ 546370 w 6126139"/>
                <a:gd name="connsiteY63" fmla="*/ 4717855 h 6725057"/>
                <a:gd name="connsiteX64" fmla="*/ 546942 w 6126139"/>
                <a:gd name="connsiteY64" fmla="*/ 5328217 h 6725057"/>
                <a:gd name="connsiteX65" fmla="*/ 541608 w 6126139"/>
                <a:gd name="connsiteY65" fmla="*/ 5507382 h 6725057"/>
                <a:gd name="connsiteX66" fmla="*/ 939181 w 6126139"/>
                <a:gd name="connsiteY66" fmla="*/ 5820945 h 6725057"/>
                <a:gd name="connsiteX67" fmla="*/ 1403334 w 6126139"/>
                <a:gd name="connsiteY67" fmla="*/ 5838185 h 6725057"/>
                <a:gd name="connsiteX68" fmla="*/ 1929591 w 6126139"/>
                <a:gd name="connsiteY68" fmla="*/ 5900384 h 6725057"/>
                <a:gd name="connsiteX69" fmla="*/ 2225247 w 6126139"/>
                <a:gd name="connsiteY69" fmla="*/ 6706579 h 6725057"/>
                <a:gd name="connsiteX70" fmla="*/ 2224866 w 6126139"/>
                <a:gd name="connsiteY70" fmla="*/ 6724963 h 6725057"/>
                <a:gd name="connsiteX71" fmla="*/ 2177431 w 6126139"/>
                <a:gd name="connsiteY71" fmla="*/ 6725058 h 6725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6126139" h="6725057">
                  <a:moveTo>
                    <a:pt x="2177431" y="6725058"/>
                  </a:moveTo>
                  <a:cubicBezTo>
                    <a:pt x="2176955" y="6724296"/>
                    <a:pt x="2176669" y="6723058"/>
                    <a:pt x="2176098" y="6722867"/>
                  </a:cubicBezTo>
                  <a:cubicBezTo>
                    <a:pt x="2139141" y="6711152"/>
                    <a:pt x="2139903" y="6711247"/>
                    <a:pt x="2142665" y="6671527"/>
                  </a:cubicBezTo>
                  <a:cubicBezTo>
                    <a:pt x="2158572" y="6437593"/>
                    <a:pt x="2095230" y="6076786"/>
                    <a:pt x="1859677" y="5963820"/>
                  </a:cubicBezTo>
                  <a:cubicBezTo>
                    <a:pt x="1660414" y="5868284"/>
                    <a:pt x="1420479" y="5926863"/>
                    <a:pt x="1209310" y="5928196"/>
                  </a:cubicBezTo>
                  <a:cubicBezTo>
                    <a:pt x="933942" y="5929911"/>
                    <a:pt x="646668" y="5869808"/>
                    <a:pt x="495602" y="5616729"/>
                  </a:cubicBezTo>
                  <a:cubicBezTo>
                    <a:pt x="385017" y="5431563"/>
                    <a:pt x="497507" y="5212679"/>
                    <a:pt x="552752" y="5027703"/>
                  </a:cubicBezTo>
                  <a:cubicBezTo>
                    <a:pt x="563801" y="4990555"/>
                    <a:pt x="575040" y="4951979"/>
                    <a:pt x="569325" y="4913689"/>
                  </a:cubicBezTo>
                  <a:cubicBezTo>
                    <a:pt x="559991" y="4851300"/>
                    <a:pt x="509223" y="4805104"/>
                    <a:pt x="465979" y="4759193"/>
                  </a:cubicBezTo>
                  <a:cubicBezTo>
                    <a:pt x="422736" y="4713283"/>
                    <a:pt x="382159" y="4652037"/>
                    <a:pt x="399495" y="4591458"/>
                  </a:cubicBezTo>
                  <a:cubicBezTo>
                    <a:pt x="417021" y="4530212"/>
                    <a:pt x="486458" y="4497256"/>
                    <a:pt x="511032" y="4438582"/>
                  </a:cubicBezTo>
                  <a:cubicBezTo>
                    <a:pt x="436737" y="4416103"/>
                    <a:pt x="377587" y="4349809"/>
                    <a:pt x="363490" y="4273513"/>
                  </a:cubicBezTo>
                  <a:cubicBezTo>
                    <a:pt x="344916" y="4172358"/>
                    <a:pt x="408924" y="4114922"/>
                    <a:pt x="454549" y="4036341"/>
                  </a:cubicBezTo>
                  <a:cubicBezTo>
                    <a:pt x="485505" y="3982905"/>
                    <a:pt x="553514" y="3839078"/>
                    <a:pt x="477695" y="3793644"/>
                  </a:cubicBezTo>
                  <a:cubicBezTo>
                    <a:pt x="450644" y="3777451"/>
                    <a:pt x="417783" y="3775546"/>
                    <a:pt x="386541" y="3771451"/>
                  </a:cubicBezTo>
                  <a:cubicBezTo>
                    <a:pt x="280623" y="3757639"/>
                    <a:pt x="178896" y="3713538"/>
                    <a:pt x="96314" y="3645911"/>
                  </a:cubicBezTo>
                  <a:cubicBezTo>
                    <a:pt x="58119" y="3614574"/>
                    <a:pt x="22971" y="3576664"/>
                    <a:pt x="8112" y="3529611"/>
                  </a:cubicBezTo>
                  <a:cubicBezTo>
                    <a:pt x="-16462" y="3451696"/>
                    <a:pt x="19066" y="3368543"/>
                    <a:pt x="57642" y="3296534"/>
                  </a:cubicBezTo>
                  <a:cubicBezTo>
                    <a:pt x="180515" y="3067458"/>
                    <a:pt x="350060" y="2873243"/>
                    <a:pt x="512842" y="2672551"/>
                  </a:cubicBezTo>
                  <a:cubicBezTo>
                    <a:pt x="622570" y="2537296"/>
                    <a:pt x="734203" y="2403661"/>
                    <a:pt x="829739" y="2257547"/>
                  </a:cubicBezTo>
                  <a:cubicBezTo>
                    <a:pt x="838883" y="2243545"/>
                    <a:pt x="840883" y="2232592"/>
                    <a:pt x="834120" y="2216971"/>
                  </a:cubicBezTo>
                  <a:cubicBezTo>
                    <a:pt x="689912" y="1883310"/>
                    <a:pt x="888794" y="1421061"/>
                    <a:pt x="1065387" y="1136550"/>
                  </a:cubicBezTo>
                  <a:cubicBezTo>
                    <a:pt x="1282748" y="786125"/>
                    <a:pt x="1593263" y="494088"/>
                    <a:pt x="1956165" y="298350"/>
                  </a:cubicBezTo>
                  <a:cubicBezTo>
                    <a:pt x="2426796" y="44508"/>
                    <a:pt x="2976865" y="-25215"/>
                    <a:pt x="3503978" y="7551"/>
                  </a:cubicBezTo>
                  <a:cubicBezTo>
                    <a:pt x="4206447" y="51271"/>
                    <a:pt x="4951207" y="275013"/>
                    <a:pt x="5464032" y="777743"/>
                  </a:cubicBezTo>
                  <a:cubicBezTo>
                    <a:pt x="6165168" y="1465067"/>
                    <a:pt x="6267371" y="2522056"/>
                    <a:pt x="5967238" y="3418740"/>
                  </a:cubicBezTo>
                  <a:cubicBezTo>
                    <a:pt x="5886466" y="3659913"/>
                    <a:pt x="5770452" y="3877559"/>
                    <a:pt x="5624720" y="4085204"/>
                  </a:cubicBezTo>
                  <a:cubicBezTo>
                    <a:pt x="5484702" y="4284562"/>
                    <a:pt x="5331254" y="4484492"/>
                    <a:pt x="5268580" y="4724237"/>
                  </a:cubicBezTo>
                  <a:cubicBezTo>
                    <a:pt x="5163329" y="5126858"/>
                    <a:pt x="5284296" y="5611586"/>
                    <a:pt x="5352780" y="6013731"/>
                  </a:cubicBezTo>
                  <a:cubicBezTo>
                    <a:pt x="5368592" y="6106790"/>
                    <a:pt x="5388023" y="6199373"/>
                    <a:pt x="5400882" y="6292813"/>
                  </a:cubicBezTo>
                  <a:cubicBezTo>
                    <a:pt x="5413741" y="6385968"/>
                    <a:pt x="5373259" y="6459977"/>
                    <a:pt x="5303060" y="6518175"/>
                  </a:cubicBezTo>
                  <a:cubicBezTo>
                    <a:pt x="5231337" y="6577706"/>
                    <a:pt x="5145422" y="6607805"/>
                    <a:pt x="5056458" y="6629141"/>
                  </a:cubicBezTo>
                  <a:cubicBezTo>
                    <a:pt x="4772613" y="6697245"/>
                    <a:pt x="4470289" y="6638857"/>
                    <a:pt x="4201780" y="6537606"/>
                  </a:cubicBezTo>
                  <a:cubicBezTo>
                    <a:pt x="3936603" y="6437498"/>
                    <a:pt x="3664950" y="6303100"/>
                    <a:pt x="3504168" y="6062023"/>
                  </a:cubicBezTo>
                  <a:cubicBezTo>
                    <a:pt x="3338815" y="5814087"/>
                    <a:pt x="3237183" y="5542243"/>
                    <a:pt x="3196035" y="5247444"/>
                  </a:cubicBezTo>
                  <a:cubicBezTo>
                    <a:pt x="3170889" y="5067708"/>
                    <a:pt x="3170222" y="4888162"/>
                    <a:pt x="3196225" y="4708520"/>
                  </a:cubicBezTo>
                  <a:cubicBezTo>
                    <a:pt x="3226229" y="4707472"/>
                    <a:pt x="3252708" y="4705758"/>
                    <a:pt x="3280902" y="4708425"/>
                  </a:cubicBezTo>
                  <a:cubicBezTo>
                    <a:pt x="3263376" y="4834536"/>
                    <a:pt x="3256804" y="4961218"/>
                    <a:pt x="3265377" y="5088187"/>
                  </a:cubicBezTo>
                  <a:cubicBezTo>
                    <a:pt x="3290427" y="5460424"/>
                    <a:pt x="3406728" y="5799704"/>
                    <a:pt x="3635709" y="6097170"/>
                  </a:cubicBezTo>
                  <a:cubicBezTo>
                    <a:pt x="3788109" y="6295100"/>
                    <a:pt x="4084146" y="6415210"/>
                    <a:pt x="4317127" y="6482932"/>
                  </a:cubicBezTo>
                  <a:cubicBezTo>
                    <a:pt x="4580684" y="6559608"/>
                    <a:pt x="5014738" y="6644953"/>
                    <a:pt x="5247244" y="6454548"/>
                  </a:cubicBezTo>
                  <a:cubicBezTo>
                    <a:pt x="5303060" y="6408828"/>
                    <a:pt x="5325634" y="6353583"/>
                    <a:pt x="5312490" y="6278716"/>
                  </a:cubicBezTo>
                  <a:cubicBezTo>
                    <a:pt x="5259531" y="5978774"/>
                    <a:pt x="5217049" y="5679022"/>
                    <a:pt x="5179711" y="5377652"/>
                  </a:cubicBezTo>
                  <a:cubicBezTo>
                    <a:pt x="5143040" y="5081900"/>
                    <a:pt x="5130467" y="4816724"/>
                    <a:pt x="5250101" y="4534308"/>
                  </a:cubicBezTo>
                  <a:cubicBezTo>
                    <a:pt x="5345161" y="4309994"/>
                    <a:pt x="5496894" y="4117113"/>
                    <a:pt x="5631673" y="3916230"/>
                  </a:cubicBezTo>
                  <a:cubicBezTo>
                    <a:pt x="5774738" y="3702966"/>
                    <a:pt x="5862559" y="3489320"/>
                    <a:pt x="5932853" y="3243670"/>
                  </a:cubicBezTo>
                  <a:cubicBezTo>
                    <a:pt x="6184123" y="2365751"/>
                    <a:pt x="6018578" y="1365150"/>
                    <a:pt x="5303917" y="746691"/>
                  </a:cubicBezTo>
                  <a:cubicBezTo>
                    <a:pt x="4742419" y="260821"/>
                    <a:pt x="3936889" y="74988"/>
                    <a:pt x="3209084" y="85466"/>
                  </a:cubicBezTo>
                  <a:cubicBezTo>
                    <a:pt x="2777982" y="91752"/>
                    <a:pt x="2365169" y="178811"/>
                    <a:pt x="1982169" y="383789"/>
                  </a:cubicBezTo>
                  <a:cubicBezTo>
                    <a:pt x="1651365" y="560859"/>
                    <a:pt x="1373807" y="798317"/>
                    <a:pt x="1173210" y="1118262"/>
                  </a:cubicBezTo>
                  <a:cubicBezTo>
                    <a:pt x="1004808" y="1386867"/>
                    <a:pt x="820976" y="1732434"/>
                    <a:pt x="890889" y="2059332"/>
                  </a:cubicBezTo>
                  <a:cubicBezTo>
                    <a:pt x="907558" y="2137437"/>
                    <a:pt x="936895" y="2219447"/>
                    <a:pt x="909844" y="2294695"/>
                  </a:cubicBezTo>
                  <a:cubicBezTo>
                    <a:pt x="897176" y="2330032"/>
                    <a:pt x="873078" y="2359941"/>
                    <a:pt x="849456" y="2389087"/>
                  </a:cubicBezTo>
                  <a:cubicBezTo>
                    <a:pt x="699246" y="2560823"/>
                    <a:pt x="551133" y="2734749"/>
                    <a:pt x="412925" y="2916296"/>
                  </a:cubicBezTo>
                  <a:cubicBezTo>
                    <a:pt x="300720" y="3063553"/>
                    <a:pt x="118888" y="3258148"/>
                    <a:pt x="90599" y="3448172"/>
                  </a:cubicBezTo>
                  <a:cubicBezTo>
                    <a:pt x="87360" y="3469698"/>
                    <a:pt x="86884" y="3492273"/>
                    <a:pt x="93933" y="3512847"/>
                  </a:cubicBezTo>
                  <a:cubicBezTo>
                    <a:pt x="103362" y="3540184"/>
                    <a:pt x="124984" y="3561329"/>
                    <a:pt x="147558" y="3579331"/>
                  </a:cubicBezTo>
                  <a:cubicBezTo>
                    <a:pt x="200517" y="3621813"/>
                    <a:pt x="262335" y="3653150"/>
                    <a:pt x="327962" y="3670867"/>
                  </a:cubicBezTo>
                  <a:cubicBezTo>
                    <a:pt x="404638" y="3691536"/>
                    <a:pt x="526939" y="3696584"/>
                    <a:pt x="576183" y="3769546"/>
                  </a:cubicBezTo>
                  <a:cubicBezTo>
                    <a:pt x="640382" y="3864891"/>
                    <a:pt x="550656" y="4042342"/>
                    <a:pt x="496554" y="4125019"/>
                  </a:cubicBezTo>
                  <a:cubicBezTo>
                    <a:pt x="468360" y="4167976"/>
                    <a:pt x="433023" y="4215887"/>
                    <a:pt x="446453" y="4265512"/>
                  </a:cubicBezTo>
                  <a:cubicBezTo>
                    <a:pt x="468075" y="4345427"/>
                    <a:pt x="601044" y="4367335"/>
                    <a:pt x="599139" y="4450107"/>
                  </a:cubicBezTo>
                  <a:cubicBezTo>
                    <a:pt x="597424" y="4527069"/>
                    <a:pt x="473218" y="4565740"/>
                    <a:pt x="486267" y="4641655"/>
                  </a:cubicBezTo>
                  <a:cubicBezTo>
                    <a:pt x="491887" y="4674230"/>
                    <a:pt x="521796" y="4695757"/>
                    <a:pt x="546370" y="4717855"/>
                  </a:cubicBezTo>
                  <a:cubicBezTo>
                    <a:pt x="749253" y="4899877"/>
                    <a:pt x="594852" y="5120381"/>
                    <a:pt x="546942" y="5328217"/>
                  </a:cubicBezTo>
                  <a:cubicBezTo>
                    <a:pt x="533226" y="5387653"/>
                    <a:pt x="524367" y="5448136"/>
                    <a:pt x="541608" y="5507382"/>
                  </a:cubicBezTo>
                  <a:cubicBezTo>
                    <a:pt x="592662" y="5683499"/>
                    <a:pt x="769255" y="5783892"/>
                    <a:pt x="939181" y="5820945"/>
                  </a:cubicBezTo>
                  <a:cubicBezTo>
                    <a:pt x="1090914" y="5853997"/>
                    <a:pt x="1248172" y="5844757"/>
                    <a:pt x="1403334" y="5838185"/>
                  </a:cubicBezTo>
                  <a:cubicBezTo>
                    <a:pt x="1576118" y="5830946"/>
                    <a:pt x="1772428" y="5812372"/>
                    <a:pt x="1929591" y="5900384"/>
                  </a:cubicBezTo>
                  <a:cubicBezTo>
                    <a:pt x="2183051" y="6042306"/>
                    <a:pt x="2250583" y="6444547"/>
                    <a:pt x="2225247" y="6706579"/>
                  </a:cubicBezTo>
                  <a:cubicBezTo>
                    <a:pt x="2224675" y="6712675"/>
                    <a:pt x="2224961" y="6718771"/>
                    <a:pt x="2224866" y="6724963"/>
                  </a:cubicBezTo>
                  <a:cubicBezTo>
                    <a:pt x="2208959" y="6725058"/>
                    <a:pt x="2193147" y="6725058"/>
                    <a:pt x="2177431" y="67250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 Unicode MS"/>
              </a:endParaRPr>
            </a:p>
          </p:txBody>
        </p:sp>
        <p:sp>
          <p:nvSpPr>
            <p:cNvPr id="4" name="Freeform: Shape 4">
              <a:extLst>
                <a:ext uri="{FF2B5EF4-FFF2-40B4-BE49-F238E27FC236}">
                  <a16:creationId xmlns:a16="http://schemas.microsoft.com/office/drawing/2014/main" id="{FF01B975-AACC-8A30-C4B4-316ACEA82096}"/>
                </a:ext>
              </a:extLst>
            </p:cNvPr>
            <p:cNvSpPr/>
            <p:nvPr/>
          </p:nvSpPr>
          <p:spPr>
            <a:xfrm>
              <a:off x="5925620" y="4385213"/>
              <a:ext cx="776730" cy="131447"/>
            </a:xfrm>
            <a:custGeom>
              <a:avLst/>
              <a:gdLst>
                <a:gd name="connsiteX0" fmla="*/ 751118 w 776730"/>
                <a:gd name="connsiteY0" fmla="*/ 2 h 131447"/>
                <a:gd name="connsiteX1" fmla="*/ 776550 w 776730"/>
                <a:gd name="connsiteY1" fmla="*/ 24576 h 131447"/>
                <a:gd name="connsiteX2" fmla="*/ 776550 w 776730"/>
                <a:gd name="connsiteY2" fmla="*/ 103348 h 131447"/>
                <a:gd name="connsiteX3" fmla="*/ 748927 w 776730"/>
                <a:gd name="connsiteY3" fmla="*/ 131446 h 131447"/>
                <a:gd name="connsiteX4" fmla="*/ 24170 w 776730"/>
                <a:gd name="connsiteY4" fmla="*/ 131351 h 131447"/>
                <a:gd name="connsiteX5" fmla="*/ 262 w 776730"/>
                <a:gd name="connsiteY5" fmla="*/ 107824 h 131447"/>
                <a:gd name="connsiteX6" fmla="*/ 167 w 776730"/>
                <a:gd name="connsiteY6" fmla="*/ 26481 h 131447"/>
                <a:gd name="connsiteX7" fmla="*/ 26265 w 776730"/>
                <a:gd name="connsiteY7" fmla="*/ 97 h 131447"/>
                <a:gd name="connsiteX8" fmla="*/ 751118 w 776730"/>
                <a:gd name="connsiteY8" fmla="*/ 2 h 131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76730" h="131447">
                  <a:moveTo>
                    <a:pt x="751118" y="2"/>
                  </a:moveTo>
                  <a:cubicBezTo>
                    <a:pt x="770263" y="-94"/>
                    <a:pt x="777883" y="4288"/>
                    <a:pt x="776550" y="24576"/>
                  </a:cubicBezTo>
                  <a:cubicBezTo>
                    <a:pt x="774835" y="50770"/>
                    <a:pt x="774835" y="77154"/>
                    <a:pt x="776550" y="103348"/>
                  </a:cubicBezTo>
                  <a:cubicBezTo>
                    <a:pt x="777978" y="124969"/>
                    <a:pt x="771120" y="131542"/>
                    <a:pt x="748927" y="131446"/>
                  </a:cubicBezTo>
                  <a:cubicBezTo>
                    <a:pt x="587002" y="130494"/>
                    <a:pt x="103799" y="130494"/>
                    <a:pt x="24170" y="131351"/>
                  </a:cubicBezTo>
                  <a:cubicBezTo>
                    <a:pt x="6072" y="131542"/>
                    <a:pt x="-690" y="126589"/>
                    <a:pt x="262" y="107824"/>
                  </a:cubicBezTo>
                  <a:cubicBezTo>
                    <a:pt x="1691" y="80773"/>
                    <a:pt x="1881" y="53532"/>
                    <a:pt x="167" y="26481"/>
                  </a:cubicBezTo>
                  <a:cubicBezTo>
                    <a:pt x="-1167" y="5907"/>
                    <a:pt x="5310" y="-94"/>
                    <a:pt x="26265" y="97"/>
                  </a:cubicBezTo>
                  <a:cubicBezTo>
                    <a:pt x="147995" y="954"/>
                    <a:pt x="631198" y="859"/>
                    <a:pt x="751118" y="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 Unicode MS"/>
              </a:endParaRPr>
            </a:p>
          </p:txBody>
        </p:sp>
        <p:sp>
          <p:nvSpPr>
            <p:cNvPr id="5" name="Freeform: Shape 5">
              <a:extLst>
                <a:ext uri="{FF2B5EF4-FFF2-40B4-BE49-F238E27FC236}">
                  <a16:creationId xmlns:a16="http://schemas.microsoft.com/office/drawing/2014/main" id="{F3284FC3-69D6-D77E-8A2F-039D50A39170}"/>
                </a:ext>
              </a:extLst>
            </p:cNvPr>
            <p:cNvSpPr/>
            <p:nvPr/>
          </p:nvSpPr>
          <p:spPr>
            <a:xfrm>
              <a:off x="5925624" y="4127274"/>
              <a:ext cx="776759" cy="128687"/>
            </a:xfrm>
            <a:custGeom>
              <a:avLst/>
              <a:gdLst>
                <a:gd name="connsiteX0" fmla="*/ 750829 w 776759"/>
                <a:gd name="connsiteY0" fmla="*/ 3 h 128687"/>
                <a:gd name="connsiteX1" fmla="*/ 776451 w 776759"/>
                <a:gd name="connsiteY1" fmla="*/ 27340 h 128687"/>
                <a:gd name="connsiteX2" fmla="*/ 776546 w 776759"/>
                <a:gd name="connsiteY2" fmla="*/ 100778 h 128687"/>
                <a:gd name="connsiteX3" fmla="*/ 748828 w 776759"/>
                <a:gd name="connsiteY3" fmla="*/ 128686 h 128687"/>
                <a:gd name="connsiteX4" fmla="*/ 24452 w 776759"/>
                <a:gd name="connsiteY4" fmla="*/ 128496 h 128687"/>
                <a:gd name="connsiteX5" fmla="*/ 259 w 776759"/>
                <a:gd name="connsiteY5" fmla="*/ 105350 h 128687"/>
                <a:gd name="connsiteX6" fmla="*/ 163 w 776759"/>
                <a:gd name="connsiteY6" fmla="*/ 26673 h 128687"/>
                <a:gd name="connsiteX7" fmla="*/ 26357 w 776759"/>
                <a:gd name="connsiteY7" fmla="*/ 99 h 128687"/>
                <a:gd name="connsiteX8" fmla="*/ 750829 w 776759"/>
                <a:gd name="connsiteY8" fmla="*/ 3 h 12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76759" h="128687">
                  <a:moveTo>
                    <a:pt x="750829" y="3"/>
                  </a:moveTo>
                  <a:cubicBezTo>
                    <a:pt x="772831" y="-187"/>
                    <a:pt x="777594" y="7719"/>
                    <a:pt x="776451" y="27340"/>
                  </a:cubicBezTo>
                  <a:cubicBezTo>
                    <a:pt x="775117" y="51724"/>
                    <a:pt x="774736" y="76394"/>
                    <a:pt x="776546" y="100778"/>
                  </a:cubicBezTo>
                  <a:cubicBezTo>
                    <a:pt x="778165" y="122781"/>
                    <a:pt x="770736" y="128781"/>
                    <a:pt x="748828" y="128686"/>
                  </a:cubicBezTo>
                  <a:cubicBezTo>
                    <a:pt x="574711" y="127829"/>
                    <a:pt x="91794" y="127734"/>
                    <a:pt x="24452" y="128496"/>
                  </a:cubicBezTo>
                  <a:cubicBezTo>
                    <a:pt x="6831" y="128686"/>
                    <a:pt x="-789" y="124400"/>
                    <a:pt x="259" y="105350"/>
                  </a:cubicBezTo>
                  <a:cubicBezTo>
                    <a:pt x="1782" y="79156"/>
                    <a:pt x="1973" y="52772"/>
                    <a:pt x="163" y="26673"/>
                  </a:cubicBezTo>
                  <a:cubicBezTo>
                    <a:pt x="-1170" y="5909"/>
                    <a:pt x="5497" y="-92"/>
                    <a:pt x="26357" y="99"/>
                  </a:cubicBezTo>
                  <a:cubicBezTo>
                    <a:pt x="147134" y="956"/>
                    <a:pt x="630147" y="1051"/>
                    <a:pt x="750829" y="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 Unicode MS"/>
              </a:endParaRPr>
            </a:p>
          </p:txBody>
        </p:sp>
        <p:sp>
          <p:nvSpPr>
            <p:cNvPr id="6" name="Freeform: Shape 6">
              <a:extLst>
                <a:ext uri="{FF2B5EF4-FFF2-40B4-BE49-F238E27FC236}">
                  <a16:creationId xmlns:a16="http://schemas.microsoft.com/office/drawing/2014/main" id="{20F838A7-8D7B-137B-B1C5-1BEDA05C5E67}"/>
                </a:ext>
              </a:extLst>
            </p:cNvPr>
            <p:cNvSpPr/>
            <p:nvPr/>
          </p:nvSpPr>
          <p:spPr>
            <a:xfrm>
              <a:off x="6055020" y="4643056"/>
              <a:ext cx="517365" cy="131170"/>
            </a:xfrm>
            <a:custGeom>
              <a:avLst/>
              <a:gdLst>
                <a:gd name="connsiteX0" fmla="*/ 25454 w 517365"/>
                <a:gd name="connsiteY0" fmla="*/ 131159 h 131170"/>
                <a:gd name="connsiteX1" fmla="*/ 117 w 517365"/>
                <a:gd name="connsiteY1" fmla="*/ 106299 h 131170"/>
                <a:gd name="connsiteX2" fmla="*/ 308 w 517365"/>
                <a:gd name="connsiteY2" fmla="*/ 19717 h 131170"/>
                <a:gd name="connsiteX3" fmla="*/ 19834 w 517365"/>
                <a:gd name="connsiteY3" fmla="*/ 0 h 131170"/>
                <a:gd name="connsiteX4" fmla="*/ 497322 w 517365"/>
                <a:gd name="connsiteY4" fmla="*/ 0 h 131170"/>
                <a:gd name="connsiteX5" fmla="*/ 517229 w 517365"/>
                <a:gd name="connsiteY5" fmla="*/ 19050 h 131170"/>
                <a:gd name="connsiteX6" fmla="*/ 517325 w 517365"/>
                <a:gd name="connsiteY6" fmla="*/ 110871 h 131170"/>
                <a:gd name="connsiteX7" fmla="*/ 495608 w 517365"/>
                <a:gd name="connsiteY7" fmla="*/ 130874 h 131170"/>
                <a:gd name="connsiteX8" fmla="*/ 25454 w 517365"/>
                <a:gd name="connsiteY8" fmla="*/ 131159 h 13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7365" h="131170">
                  <a:moveTo>
                    <a:pt x="25454" y="131159"/>
                  </a:moveTo>
                  <a:cubicBezTo>
                    <a:pt x="6118" y="131445"/>
                    <a:pt x="-1026" y="126397"/>
                    <a:pt x="117" y="106299"/>
                  </a:cubicBezTo>
                  <a:cubicBezTo>
                    <a:pt x="1736" y="77534"/>
                    <a:pt x="1165" y="48578"/>
                    <a:pt x="308" y="19717"/>
                  </a:cubicBezTo>
                  <a:cubicBezTo>
                    <a:pt x="-73" y="5048"/>
                    <a:pt x="4879" y="0"/>
                    <a:pt x="19834" y="0"/>
                  </a:cubicBezTo>
                  <a:cubicBezTo>
                    <a:pt x="178996" y="381"/>
                    <a:pt x="338159" y="381"/>
                    <a:pt x="497322" y="0"/>
                  </a:cubicBezTo>
                  <a:cubicBezTo>
                    <a:pt x="511610" y="0"/>
                    <a:pt x="517705" y="3715"/>
                    <a:pt x="517229" y="19050"/>
                  </a:cubicBezTo>
                  <a:cubicBezTo>
                    <a:pt x="516277" y="49625"/>
                    <a:pt x="516086" y="80296"/>
                    <a:pt x="517325" y="110871"/>
                  </a:cubicBezTo>
                  <a:cubicBezTo>
                    <a:pt x="517991" y="128111"/>
                    <a:pt x="510467" y="130874"/>
                    <a:pt x="495608" y="130874"/>
                  </a:cubicBezTo>
                  <a:cubicBezTo>
                    <a:pt x="416836" y="130874"/>
                    <a:pt x="75269" y="130302"/>
                    <a:pt x="25454" y="13115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 Unicode MS"/>
              </a:endParaRPr>
            </a:p>
          </p:txBody>
        </p:sp>
        <p:sp>
          <p:nvSpPr>
            <p:cNvPr id="7" name="Freeform: Shape 7">
              <a:extLst>
                <a:ext uri="{FF2B5EF4-FFF2-40B4-BE49-F238E27FC236}">
                  <a16:creationId xmlns:a16="http://schemas.microsoft.com/office/drawing/2014/main" id="{EA8DE91C-2989-27CF-82EF-4B0FA91D648D}"/>
                </a:ext>
              </a:extLst>
            </p:cNvPr>
            <p:cNvSpPr/>
            <p:nvPr/>
          </p:nvSpPr>
          <p:spPr>
            <a:xfrm>
              <a:off x="5147286" y="1162502"/>
              <a:ext cx="2325139" cy="2834763"/>
            </a:xfrm>
            <a:custGeom>
              <a:avLst/>
              <a:gdLst>
                <a:gd name="connsiteX0" fmla="*/ 2301359 w 2325139"/>
                <a:gd name="connsiteY0" fmla="*/ 902042 h 2834763"/>
                <a:gd name="connsiteX1" fmla="*/ 1949886 w 2325139"/>
                <a:gd name="connsiteY1" fmla="*/ 307015 h 2834763"/>
                <a:gd name="connsiteX2" fmla="*/ 971002 w 2325139"/>
                <a:gd name="connsiteY2" fmla="*/ 15836 h 2834763"/>
                <a:gd name="connsiteX3" fmla="*/ 242720 w 2325139"/>
                <a:gd name="connsiteY3" fmla="*/ 442270 h 2834763"/>
                <a:gd name="connsiteX4" fmla="*/ 6405 w 2325139"/>
                <a:gd name="connsiteY4" fmla="*/ 1229987 h 2834763"/>
                <a:gd name="connsiteX5" fmla="*/ 249483 w 2325139"/>
                <a:gd name="connsiteY5" fmla="*/ 1818633 h 2834763"/>
                <a:gd name="connsiteX6" fmla="*/ 495800 w 2325139"/>
                <a:gd name="connsiteY6" fmla="*/ 2180678 h 2834763"/>
                <a:gd name="connsiteX7" fmla="*/ 644485 w 2325139"/>
                <a:gd name="connsiteY7" fmla="*/ 2806756 h 2834763"/>
                <a:gd name="connsiteX8" fmla="*/ 671250 w 2325139"/>
                <a:gd name="connsiteY8" fmla="*/ 2834760 h 2834763"/>
                <a:gd name="connsiteX9" fmla="*/ 1162264 w 2325139"/>
                <a:gd name="connsiteY9" fmla="*/ 2834188 h 2834763"/>
                <a:gd name="connsiteX10" fmla="*/ 1653278 w 2325139"/>
                <a:gd name="connsiteY10" fmla="*/ 2834760 h 2834763"/>
                <a:gd name="connsiteX11" fmla="*/ 1681567 w 2325139"/>
                <a:gd name="connsiteY11" fmla="*/ 2805327 h 2834763"/>
                <a:gd name="connsiteX12" fmla="*/ 1702712 w 2325139"/>
                <a:gd name="connsiteY12" fmla="*/ 2525959 h 2834763"/>
                <a:gd name="connsiteX13" fmla="*/ 1892546 w 2325139"/>
                <a:gd name="connsiteY13" fmla="*/ 2067140 h 2834763"/>
                <a:gd name="connsiteX14" fmla="*/ 2127718 w 2325139"/>
                <a:gd name="connsiteY14" fmla="*/ 1741670 h 2834763"/>
                <a:gd name="connsiteX15" fmla="*/ 2301359 w 2325139"/>
                <a:gd name="connsiteY15" fmla="*/ 902042 h 2834763"/>
                <a:gd name="connsiteX16" fmla="*/ 1992272 w 2325139"/>
                <a:gd name="connsiteY16" fmla="*/ 1704809 h 2834763"/>
                <a:gd name="connsiteX17" fmla="*/ 1679948 w 2325139"/>
                <a:gd name="connsiteY17" fmla="*/ 2179059 h 2834763"/>
                <a:gd name="connsiteX18" fmla="*/ 1552694 w 2325139"/>
                <a:gd name="connsiteY18" fmla="*/ 2678550 h 2834763"/>
                <a:gd name="connsiteX19" fmla="*/ 1524595 w 2325139"/>
                <a:gd name="connsiteY19" fmla="*/ 2706648 h 2834763"/>
                <a:gd name="connsiteX20" fmla="*/ 1448490 w 2325139"/>
                <a:gd name="connsiteY20" fmla="*/ 2706553 h 2834763"/>
                <a:gd name="connsiteX21" fmla="*/ 1423630 w 2325139"/>
                <a:gd name="connsiteY21" fmla="*/ 2681407 h 2834763"/>
                <a:gd name="connsiteX22" fmla="*/ 1424106 w 2325139"/>
                <a:gd name="connsiteY22" fmla="*/ 2250687 h 2834763"/>
                <a:gd name="connsiteX23" fmla="*/ 1423916 w 2325139"/>
                <a:gd name="connsiteY23" fmla="*/ 1827776 h 2834763"/>
                <a:gd name="connsiteX24" fmla="*/ 1434393 w 2325139"/>
                <a:gd name="connsiteY24" fmla="*/ 1782628 h 2834763"/>
                <a:gd name="connsiteX25" fmla="*/ 1669185 w 2325139"/>
                <a:gd name="connsiteY25" fmla="*/ 1313522 h 2834763"/>
                <a:gd name="connsiteX26" fmla="*/ 1653754 w 2325139"/>
                <a:gd name="connsiteY26" fmla="*/ 1286852 h 2834763"/>
                <a:gd name="connsiteX27" fmla="*/ 1561838 w 2325139"/>
                <a:gd name="connsiteY27" fmla="*/ 1286566 h 2834763"/>
                <a:gd name="connsiteX28" fmla="*/ 1535549 w 2325139"/>
                <a:gd name="connsiteY28" fmla="*/ 1302949 h 2834763"/>
                <a:gd name="connsiteX29" fmla="*/ 1298567 w 2325139"/>
                <a:gd name="connsiteY29" fmla="*/ 1791582 h 2834763"/>
                <a:gd name="connsiteX30" fmla="*/ 1292947 w 2325139"/>
                <a:gd name="connsiteY30" fmla="*/ 1827300 h 2834763"/>
                <a:gd name="connsiteX31" fmla="*/ 1293423 w 2325139"/>
                <a:gd name="connsiteY31" fmla="*/ 2675692 h 2834763"/>
                <a:gd name="connsiteX32" fmla="*/ 1263705 w 2325139"/>
                <a:gd name="connsiteY32" fmla="*/ 2706744 h 2834763"/>
                <a:gd name="connsiteX33" fmla="*/ 1061489 w 2325139"/>
                <a:gd name="connsiteY33" fmla="*/ 2706553 h 2834763"/>
                <a:gd name="connsiteX34" fmla="*/ 1035391 w 2325139"/>
                <a:gd name="connsiteY34" fmla="*/ 2679883 h 2834763"/>
                <a:gd name="connsiteX35" fmla="*/ 1036058 w 2325139"/>
                <a:gd name="connsiteY35" fmla="*/ 1828919 h 2834763"/>
                <a:gd name="connsiteX36" fmla="*/ 1025389 w 2325139"/>
                <a:gd name="connsiteY36" fmla="*/ 1781199 h 2834763"/>
                <a:gd name="connsiteX37" fmla="*/ 797742 w 2325139"/>
                <a:gd name="connsiteY37" fmla="*/ 1311426 h 2834763"/>
                <a:gd name="connsiteX38" fmla="*/ 758118 w 2325139"/>
                <a:gd name="connsiteY38" fmla="*/ 1286376 h 2834763"/>
                <a:gd name="connsiteX39" fmla="*/ 671536 w 2325139"/>
                <a:gd name="connsiteY39" fmla="*/ 1286566 h 2834763"/>
                <a:gd name="connsiteX40" fmla="*/ 657915 w 2325139"/>
                <a:gd name="connsiteY40" fmla="*/ 1310188 h 2834763"/>
                <a:gd name="connsiteX41" fmla="*/ 891944 w 2325139"/>
                <a:gd name="connsiteY41" fmla="*/ 1776913 h 2834763"/>
                <a:gd name="connsiteX42" fmla="*/ 905184 w 2325139"/>
                <a:gd name="connsiteY42" fmla="*/ 1831968 h 2834763"/>
                <a:gd name="connsiteX43" fmla="*/ 905470 w 2325139"/>
                <a:gd name="connsiteY43" fmla="*/ 2675120 h 2834763"/>
                <a:gd name="connsiteX44" fmla="*/ 873561 w 2325139"/>
                <a:gd name="connsiteY44" fmla="*/ 2706744 h 2834763"/>
                <a:gd name="connsiteX45" fmla="*/ 797456 w 2325139"/>
                <a:gd name="connsiteY45" fmla="*/ 2706458 h 2834763"/>
                <a:gd name="connsiteX46" fmla="*/ 777073 w 2325139"/>
                <a:gd name="connsiteY46" fmla="*/ 2687503 h 2834763"/>
                <a:gd name="connsiteX47" fmla="*/ 498371 w 2325139"/>
                <a:gd name="connsiteY47" fmla="*/ 1926170 h 2834763"/>
                <a:gd name="connsiteX48" fmla="*/ 317206 w 2325139"/>
                <a:gd name="connsiteY48" fmla="*/ 1681377 h 2834763"/>
                <a:gd name="connsiteX49" fmla="*/ 445031 w 2325139"/>
                <a:gd name="connsiteY49" fmla="*/ 423125 h 2834763"/>
                <a:gd name="connsiteX50" fmla="*/ 844129 w 2325139"/>
                <a:gd name="connsiteY50" fmla="*/ 178237 h 2834763"/>
                <a:gd name="connsiteX51" fmla="*/ 1855112 w 2325139"/>
                <a:gd name="connsiteY51" fmla="*/ 399026 h 2834763"/>
                <a:gd name="connsiteX52" fmla="*/ 2128861 w 2325139"/>
                <a:gd name="connsiteY52" fmla="*/ 778217 h 2834763"/>
                <a:gd name="connsiteX53" fmla="*/ 1992272 w 2325139"/>
                <a:gd name="connsiteY53" fmla="*/ 1704809 h 2834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2325139" h="2834763">
                  <a:moveTo>
                    <a:pt x="2301359" y="902042"/>
                  </a:moveTo>
                  <a:cubicBezTo>
                    <a:pt x="2251353" y="664488"/>
                    <a:pt x="2130480" y="467702"/>
                    <a:pt x="1949886" y="307015"/>
                  </a:cubicBezTo>
                  <a:cubicBezTo>
                    <a:pt x="1669185" y="57174"/>
                    <a:pt x="1341524" y="-41505"/>
                    <a:pt x="971002" y="15836"/>
                  </a:cubicBezTo>
                  <a:cubicBezTo>
                    <a:pt x="673917" y="61841"/>
                    <a:pt x="431411" y="210146"/>
                    <a:pt x="242720" y="442270"/>
                  </a:cubicBezTo>
                  <a:cubicBezTo>
                    <a:pt x="56507" y="671251"/>
                    <a:pt x="-24456" y="935093"/>
                    <a:pt x="6405" y="1229987"/>
                  </a:cubicBezTo>
                  <a:cubicBezTo>
                    <a:pt x="29456" y="1449539"/>
                    <a:pt x="114514" y="1644420"/>
                    <a:pt x="249483" y="1818633"/>
                  </a:cubicBezTo>
                  <a:cubicBezTo>
                    <a:pt x="339018" y="1934171"/>
                    <a:pt x="426077" y="2052185"/>
                    <a:pt x="495800" y="2180678"/>
                  </a:cubicBezTo>
                  <a:cubicBezTo>
                    <a:pt x="601337" y="2375178"/>
                    <a:pt x="648009" y="2585586"/>
                    <a:pt x="644485" y="2806756"/>
                  </a:cubicBezTo>
                  <a:cubicBezTo>
                    <a:pt x="644104" y="2828283"/>
                    <a:pt x="648676" y="2834950"/>
                    <a:pt x="671250" y="2834760"/>
                  </a:cubicBezTo>
                  <a:cubicBezTo>
                    <a:pt x="834889" y="2833807"/>
                    <a:pt x="998624" y="2834188"/>
                    <a:pt x="1162264" y="2834188"/>
                  </a:cubicBezTo>
                  <a:cubicBezTo>
                    <a:pt x="1325903" y="2834188"/>
                    <a:pt x="1489638" y="2833617"/>
                    <a:pt x="1653278" y="2834760"/>
                  </a:cubicBezTo>
                  <a:cubicBezTo>
                    <a:pt x="1677185" y="2834950"/>
                    <a:pt x="1682519" y="2828092"/>
                    <a:pt x="1681567" y="2805327"/>
                  </a:cubicBezTo>
                  <a:cubicBezTo>
                    <a:pt x="1677471" y="2711411"/>
                    <a:pt x="1684234" y="2618161"/>
                    <a:pt x="1702712" y="2525959"/>
                  </a:cubicBezTo>
                  <a:cubicBezTo>
                    <a:pt x="1735860" y="2360605"/>
                    <a:pt x="1789866" y="2204204"/>
                    <a:pt x="1892546" y="2067140"/>
                  </a:cubicBezTo>
                  <a:cubicBezTo>
                    <a:pt x="1972841" y="1959984"/>
                    <a:pt x="2053899" y="1853208"/>
                    <a:pt x="2127718" y="1741670"/>
                  </a:cubicBezTo>
                  <a:cubicBezTo>
                    <a:pt x="2297168" y="1485734"/>
                    <a:pt x="2365557" y="1206747"/>
                    <a:pt x="2301359" y="902042"/>
                  </a:cubicBezTo>
                  <a:close/>
                  <a:moveTo>
                    <a:pt x="1992272" y="1704809"/>
                  </a:moveTo>
                  <a:cubicBezTo>
                    <a:pt x="1878830" y="1856637"/>
                    <a:pt x="1766625" y="2009609"/>
                    <a:pt x="1679948" y="2179059"/>
                  </a:cubicBezTo>
                  <a:cubicBezTo>
                    <a:pt x="1599842" y="2335650"/>
                    <a:pt x="1559266" y="2503004"/>
                    <a:pt x="1552694" y="2678550"/>
                  </a:cubicBezTo>
                  <a:cubicBezTo>
                    <a:pt x="1551932" y="2699504"/>
                    <a:pt x="1547074" y="2708363"/>
                    <a:pt x="1524595" y="2706648"/>
                  </a:cubicBezTo>
                  <a:cubicBezTo>
                    <a:pt x="1499354" y="2704648"/>
                    <a:pt x="1473827" y="2705029"/>
                    <a:pt x="1448490" y="2706553"/>
                  </a:cubicBezTo>
                  <a:cubicBezTo>
                    <a:pt x="1428678" y="2707791"/>
                    <a:pt x="1423535" y="2700933"/>
                    <a:pt x="1423630" y="2681407"/>
                  </a:cubicBezTo>
                  <a:cubicBezTo>
                    <a:pt x="1424487" y="2537865"/>
                    <a:pt x="1424106" y="2394228"/>
                    <a:pt x="1424106" y="2250687"/>
                  </a:cubicBezTo>
                  <a:cubicBezTo>
                    <a:pt x="1424106" y="2109717"/>
                    <a:pt x="1424297" y="1968746"/>
                    <a:pt x="1423916" y="1827776"/>
                  </a:cubicBezTo>
                  <a:cubicBezTo>
                    <a:pt x="1423916" y="1811584"/>
                    <a:pt x="1427059" y="1797201"/>
                    <a:pt x="1434393" y="1782628"/>
                  </a:cubicBezTo>
                  <a:cubicBezTo>
                    <a:pt x="1512974" y="1626418"/>
                    <a:pt x="1591079" y="1469922"/>
                    <a:pt x="1669185" y="1313522"/>
                  </a:cubicBezTo>
                  <a:cubicBezTo>
                    <a:pt x="1682424" y="1287042"/>
                    <a:pt x="1682329" y="1286947"/>
                    <a:pt x="1653754" y="1286852"/>
                  </a:cubicBezTo>
                  <a:cubicBezTo>
                    <a:pt x="1623083" y="1286756"/>
                    <a:pt x="1592413" y="1287423"/>
                    <a:pt x="1561838" y="1286566"/>
                  </a:cubicBezTo>
                  <a:cubicBezTo>
                    <a:pt x="1548503" y="1286185"/>
                    <a:pt x="1541359" y="1291138"/>
                    <a:pt x="1535549" y="1302949"/>
                  </a:cubicBezTo>
                  <a:cubicBezTo>
                    <a:pt x="1456872" y="1465922"/>
                    <a:pt x="1377815" y="1628799"/>
                    <a:pt x="1298567" y="1791582"/>
                  </a:cubicBezTo>
                  <a:cubicBezTo>
                    <a:pt x="1292852" y="1803297"/>
                    <a:pt x="1292947" y="1815108"/>
                    <a:pt x="1292947" y="1827300"/>
                  </a:cubicBezTo>
                  <a:cubicBezTo>
                    <a:pt x="1292947" y="2110097"/>
                    <a:pt x="1292661" y="2392895"/>
                    <a:pt x="1293423" y="2675692"/>
                  </a:cubicBezTo>
                  <a:cubicBezTo>
                    <a:pt x="1293519" y="2698743"/>
                    <a:pt x="1288851" y="2707410"/>
                    <a:pt x="1263705" y="2706744"/>
                  </a:cubicBezTo>
                  <a:cubicBezTo>
                    <a:pt x="1196363" y="2704934"/>
                    <a:pt x="1128927" y="2705315"/>
                    <a:pt x="1061489" y="2706553"/>
                  </a:cubicBezTo>
                  <a:cubicBezTo>
                    <a:pt x="1040534" y="2706934"/>
                    <a:pt x="1035391" y="2700267"/>
                    <a:pt x="1035391" y="2679883"/>
                  </a:cubicBezTo>
                  <a:cubicBezTo>
                    <a:pt x="1036058" y="2396228"/>
                    <a:pt x="1035772" y="2112574"/>
                    <a:pt x="1036058" y="1828919"/>
                  </a:cubicBezTo>
                  <a:cubicBezTo>
                    <a:pt x="1036058" y="1811870"/>
                    <a:pt x="1032914" y="1796630"/>
                    <a:pt x="1025389" y="1781199"/>
                  </a:cubicBezTo>
                  <a:cubicBezTo>
                    <a:pt x="948999" y="1624799"/>
                    <a:pt x="872989" y="1468303"/>
                    <a:pt x="797742" y="1311426"/>
                  </a:cubicBezTo>
                  <a:cubicBezTo>
                    <a:pt x="788979" y="1293043"/>
                    <a:pt x="779073" y="1284947"/>
                    <a:pt x="758118" y="1286376"/>
                  </a:cubicBezTo>
                  <a:cubicBezTo>
                    <a:pt x="729353" y="1288376"/>
                    <a:pt x="700301" y="1287899"/>
                    <a:pt x="671536" y="1286566"/>
                  </a:cubicBezTo>
                  <a:cubicBezTo>
                    <a:pt x="649057" y="1285518"/>
                    <a:pt x="649247" y="1292948"/>
                    <a:pt x="657915" y="1310188"/>
                  </a:cubicBezTo>
                  <a:cubicBezTo>
                    <a:pt x="736211" y="1465636"/>
                    <a:pt x="813649" y="1621465"/>
                    <a:pt x="891944" y="1776913"/>
                  </a:cubicBezTo>
                  <a:cubicBezTo>
                    <a:pt x="900898" y="1794629"/>
                    <a:pt x="905184" y="1812060"/>
                    <a:pt x="905184" y="1831968"/>
                  </a:cubicBezTo>
                  <a:cubicBezTo>
                    <a:pt x="904803" y="2113050"/>
                    <a:pt x="904517" y="2394038"/>
                    <a:pt x="905470" y="2675120"/>
                  </a:cubicBezTo>
                  <a:cubicBezTo>
                    <a:pt x="905565" y="2700647"/>
                    <a:pt x="898993" y="2709029"/>
                    <a:pt x="873561" y="2706744"/>
                  </a:cubicBezTo>
                  <a:cubicBezTo>
                    <a:pt x="848415" y="2704553"/>
                    <a:pt x="822793" y="2705696"/>
                    <a:pt x="797456" y="2706458"/>
                  </a:cubicBezTo>
                  <a:cubicBezTo>
                    <a:pt x="783455" y="2706839"/>
                    <a:pt x="777359" y="2703029"/>
                    <a:pt x="777073" y="2687503"/>
                  </a:cubicBezTo>
                  <a:cubicBezTo>
                    <a:pt x="771358" y="2401848"/>
                    <a:pt x="662106" y="2153912"/>
                    <a:pt x="498371" y="1926170"/>
                  </a:cubicBezTo>
                  <a:cubicBezTo>
                    <a:pt x="439126" y="1843778"/>
                    <a:pt x="377880" y="1762721"/>
                    <a:pt x="317206" y="1681377"/>
                  </a:cubicBezTo>
                  <a:cubicBezTo>
                    <a:pt x="27170" y="1292090"/>
                    <a:pt x="84415" y="747070"/>
                    <a:pt x="445031" y="423125"/>
                  </a:cubicBezTo>
                  <a:cubicBezTo>
                    <a:pt x="563998" y="316254"/>
                    <a:pt x="690776" y="224814"/>
                    <a:pt x="844129" y="178237"/>
                  </a:cubicBezTo>
                  <a:cubicBezTo>
                    <a:pt x="1221414" y="63556"/>
                    <a:pt x="1558885" y="137470"/>
                    <a:pt x="1855112" y="399026"/>
                  </a:cubicBezTo>
                  <a:cubicBezTo>
                    <a:pt x="1975127" y="504944"/>
                    <a:pt x="2073044" y="627055"/>
                    <a:pt x="2128861" y="778217"/>
                  </a:cubicBezTo>
                  <a:cubicBezTo>
                    <a:pt x="2252210" y="1111306"/>
                    <a:pt x="2205061" y="1420011"/>
                    <a:pt x="1992272" y="170480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 Unicode MS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CEC6E260-7142-E331-9409-4827CC198ABA}"/>
              </a:ext>
            </a:extLst>
          </p:cNvPr>
          <p:cNvSpPr/>
          <p:nvPr/>
        </p:nvSpPr>
        <p:spPr>
          <a:xfrm>
            <a:off x="5238655" y="940113"/>
            <a:ext cx="656456" cy="656456"/>
          </a:xfrm>
          <a:prstGeom prst="ellipse">
            <a:avLst/>
          </a:prstGeom>
          <a:solidFill>
            <a:srgbClr val="F8931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CCF295D-438F-EA23-FFEC-293DA1465C37}"/>
              </a:ext>
            </a:extLst>
          </p:cNvPr>
          <p:cNvSpPr/>
          <p:nvPr/>
        </p:nvSpPr>
        <p:spPr>
          <a:xfrm>
            <a:off x="5238655" y="2105775"/>
            <a:ext cx="656456" cy="656456"/>
          </a:xfrm>
          <a:prstGeom prst="ellipse">
            <a:avLst/>
          </a:prstGeom>
          <a:solidFill>
            <a:srgbClr val="CE8D3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805C63F-2D44-6013-AFA3-5EDE24EB38CD}"/>
              </a:ext>
            </a:extLst>
          </p:cNvPr>
          <p:cNvSpPr/>
          <p:nvPr/>
        </p:nvSpPr>
        <p:spPr>
          <a:xfrm>
            <a:off x="5238655" y="3271438"/>
            <a:ext cx="656456" cy="656456"/>
          </a:xfrm>
          <a:prstGeom prst="ellipse">
            <a:avLst/>
          </a:prstGeom>
          <a:solidFill>
            <a:srgbClr val="EC701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5F242C2-EA7F-444D-C80E-DBA88E376B8B}"/>
              </a:ext>
            </a:extLst>
          </p:cNvPr>
          <p:cNvSpPr/>
          <p:nvPr/>
        </p:nvSpPr>
        <p:spPr>
          <a:xfrm>
            <a:off x="5238655" y="4437100"/>
            <a:ext cx="656456" cy="656456"/>
          </a:xfrm>
          <a:prstGeom prst="ellipse">
            <a:avLst/>
          </a:prstGeom>
          <a:solidFill>
            <a:srgbClr val="E6482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1F2CE8-8EB2-04A8-FDD6-0D3C68BF4D09}"/>
              </a:ext>
            </a:extLst>
          </p:cNvPr>
          <p:cNvGrpSpPr/>
          <p:nvPr/>
        </p:nvGrpSpPr>
        <p:grpSpPr>
          <a:xfrm>
            <a:off x="5993993" y="857076"/>
            <a:ext cx="4002645" cy="868695"/>
            <a:chOff x="910640" y="2975794"/>
            <a:chExt cx="1527408" cy="217275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775A51D-6620-0CBA-FDB0-C82057C5D9AB}"/>
                </a:ext>
              </a:extLst>
            </p:cNvPr>
            <p:cNvSpPr txBox="1"/>
            <p:nvPr/>
          </p:nvSpPr>
          <p:spPr>
            <a:xfrm>
              <a:off x="910640" y="2975794"/>
              <a:ext cx="1527408" cy="76980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DE24742-C73D-78B5-C797-4F6D867313D4}"/>
                </a:ext>
              </a:extLst>
            </p:cNvPr>
            <p:cNvSpPr txBox="1"/>
            <p:nvPr/>
          </p:nvSpPr>
          <p:spPr>
            <a:xfrm>
              <a:off x="910640" y="3531964"/>
              <a:ext cx="1527408" cy="1616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 can simply impress your audience and add a unique zing and appeal to your Presentations. Easy to change colors, photos and Text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B1C2D7A-7CEF-4BFF-293D-E197BCB1765D}"/>
              </a:ext>
            </a:extLst>
          </p:cNvPr>
          <p:cNvSpPr txBox="1"/>
          <p:nvPr/>
        </p:nvSpPr>
        <p:spPr>
          <a:xfrm>
            <a:off x="9996636" y="883621"/>
            <a:ext cx="1080120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400" b="1" dirty="0">
                <a:solidFill>
                  <a:srgbClr val="F8931D"/>
                </a:solidFill>
                <a:latin typeface="Arial"/>
                <a:ea typeface="Arial Unicode MS"/>
                <a:cs typeface="Arial" pitchFamily="34" charset="0"/>
              </a:rPr>
              <a:t>99</a:t>
            </a:r>
            <a:r>
              <a:rPr lang="en-US" altLang="ko-KR" sz="2400" b="1" dirty="0">
                <a:solidFill>
                  <a:srgbClr val="F8931D"/>
                </a:solidFill>
                <a:latin typeface="Arial"/>
                <a:ea typeface="Arial Unicode MS"/>
                <a:cs typeface="Arial" pitchFamily="34" charset="0"/>
              </a:rPr>
              <a:t>%</a:t>
            </a:r>
            <a:endParaRPr lang="ko-KR" altLang="en-US" sz="2400" b="1" dirty="0">
              <a:solidFill>
                <a:srgbClr val="F8931D"/>
              </a:solidFill>
              <a:latin typeface="Arial"/>
              <a:ea typeface="Arial Unicode MS"/>
              <a:cs typeface="Arial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4AC5E32-E163-0796-6F33-6B9D62FAFA42}"/>
              </a:ext>
            </a:extLst>
          </p:cNvPr>
          <p:cNvGrpSpPr/>
          <p:nvPr/>
        </p:nvGrpSpPr>
        <p:grpSpPr>
          <a:xfrm>
            <a:off x="5993993" y="2022737"/>
            <a:ext cx="4002645" cy="868694"/>
            <a:chOff x="910640" y="2975794"/>
            <a:chExt cx="1527408" cy="217274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1443BF4-A147-2B61-1619-DF08FA45663B}"/>
                </a:ext>
              </a:extLst>
            </p:cNvPr>
            <p:cNvSpPr txBox="1"/>
            <p:nvPr/>
          </p:nvSpPr>
          <p:spPr>
            <a:xfrm>
              <a:off x="910640" y="2975794"/>
              <a:ext cx="1527408" cy="76980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39D9930-F9E8-3D05-2D55-A4CE6754E3D0}"/>
                </a:ext>
              </a:extLst>
            </p:cNvPr>
            <p:cNvSpPr txBox="1"/>
            <p:nvPr/>
          </p:nvSpPr>
          <p:spPr>
            <a:xfrm>
              <a:off x="910640" y="3531961"/>
              <a:ext cx="1527408" cy="1616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 can simply impress your audience and add a unique zing and appeal to your Presentations. Easy to change colors, photos and Text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A36C4904-1549-BF49-FB91-6BCEE7AA8767}"/>
              </a:ext>
            </a:extLst>
          </p:cNvPr>
          <p:cNvSpPr txBox="1"/>
          <p:nvPr/>
        </p:nvSpPr>
        <p:spPr>
          <a:xfrm>
            <a:off x="9996636" y="2049282"/>
            <a:ext cx="1080120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400" b="1" dirty="0">
                <a:solidFill>
                  <a:srgbClr val="CE8D3E"/>
                </a:solidFill>
                <a:latin typeface="Arial"/>
                <a:ea typeface="Arial Unicode MS"/>
                <a:cs typeface="Arial" pitchFamily="34" charset="0"/>
              </a:rPr>
              <a:t>85</a:t>
            </a:r>
            <a:r>
              <a:rPr lang="en-US" altLang="ko-KR" sz="2400" b="1" dirty="0">
                <a:solidFill>
                  <a:srgbClr val="CE8D3E"/>
                </a:solidFill>
                <a:latin typeface="Arial"/>
                <a:ea typeface="Arial Unicode MS"/>
                <a:cs typeface="Arial" pitchFamily="34" charset="0"/>
              </a:rPr>
              <a:t>%</a:t>
            </a:r>
            <a:endParaRPr lang="ko-KR" altLang="en-US" sz="2400" b="1" dirty="0">
              <a:solidFill>
                <a:srgbClr val="CE8D3E"/>
              </a:solidFill>
              <a:latin typeface="Arial"/>
              <a:ea typeface="Arial Unicode MS"/>
              <a:cs typeface="Arial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C53867B-DE62-C76E-5D5A-8B8EC9C9BAC6}"/>
              </a:ext>
            </a:extLst>
          </p:cNvPr>
          <p:cNvGrpSpPr/>
          <p:nvPr/>
        </p:nvGrpSpPr>
        <p:grpSpPr>
          <a:xfrm>
            <a:off x="5993993" y="3188399"/>
            <a:ext cx="4002645" cy="868694"/>
            <a:chOff x="910640" y="2975794"/>
            <a:chExt cx="1527408" cy="217274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6040FD0-2612-288C-3DB4-78EFF53016A2}"/>
                </a:ext>
              </a:extLst>
            </p:cNvPr>
            <p:cNvSpPr txBox="1"/>
            <p:nvPr/>
          </p:nvSpPr>
          <p:spPr>
            <a:xfrm>
              <a:off x="910640" y="2975794"/>
              <a:ext cx="1527408" cy="76980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D4CE04-FFDE-AEA4-77A9-6A7CE34D50E8}"/>
                </a:ext>
              </a:extLst>
            </p:cNvPr>
            <p:cNvSpPr txBox="1"/>
            <p:nvPr/>
          </p:nvSpPr>
          <p:spPr>
            <a:xfrm>
              <a:off x="910640" y="3531961"/>
              <a:ext cx="1527408" cy="1616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 can simply impress your audience and add a unique zing and appeal to your Presentations. Easy to change colors, photos and Text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A4593BA-8132-BB66-A5AA-84478577E42B}"/>
              </a:ext>
            </a:extLst>
          </p:cNvPr>
          <p:cNvSpPr txBox="1"/>
          <p:nvPr/>
        </p:nvSpPr>
        <p:spPr>
          <a:xfrm>
            <a:off x="9996636" y="3214944"/>
            <a:ext cx="1080120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400" b="1" dirty="0">
                <a:solidFill>
                  <a:srgbClr val="EC7016"/>
                </a:solidFill>
                <a:latin typeface="Arial"/>
                <a:ea typeface="Arial Unicode MS"/>
                <a:cs typeface="Arial" pitchFamily="34" charset="0"/>
              </a:rPr>
              <a:t>67</a:t>
            </a:r>
            <a:r>
              <a:rPr lang="en-US" altLang="ko-KR" sz="2400" b="1" dirty="0">
                <a:solidFill>
                  <a:srgbClr val="EC7016"/>
                </a:solidFill>
                <a:latin typeface="Arial"/>
                <a:ea typeface="Arial Unicode MS"/>
                <a:cs typeface="Arial" pitchFamily="34" charset="0"/>
              </a:rPr>
              <a:t>%</a:t>
            </a:r>
            <a:endParaRPr lang="ko-KR" altLang="en-US" sz="2400" b="1" dirty="0">
              <a:solidFill>
                <a:srgbClr val="EC7016"/>
              </a:solidFill>
              <a:latin typeface="Arial"/>
              <a:ea typeface="Arial Unicode MS"/>
              <a:cs typeface="Arial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47D63B1-FD8E-7FAC-4AC0-0653F157084F}"/>
              </a:ext>
            </a:extLst>
          </p:cNvPr>
          <p:cNvGrpSpPr/>
          <p:nvPr/>
        </p:nvGrpSpPr>
        <p:grpSpPr>
          <a:xfrm>
            <a:off x="5993993" y="4354060"/>
            <a:ext cx="4002645" cy="868694"/>
            <a:chOff x="910640" y="2975794"/>
            <a:chExt cx="1527408" cy="217274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8B7EF88-DACA-33DF-C492-807EEAF3C821}"/>
                </a:ext>
              </a:extLst>
            </p:cNvPr>
            <p:cNvSpPr txBox="1"/>
            <p:nvPr/>
          </p:nvSpPr>
          <p:spPr>
            <a:xfrm>
              <a:off x="910640" y="2975794"/>
              <a:ext cx="1527408" cy="76980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8F3D94C-4085-C006-F125-EE6025125443}"/>
                </a:ext>
              </a:extLst>
            </p:cNvPr>
            <p:cNvSpPr txBox="1"/>
            <p:nvPr/>
          </p:nvSpPr>
          <p:spPr>
            <a:xfrm>
              <a:off x="910640" y="3531961"/>
              <a:ext cx="1527408" cy="1616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 can simply impress your audience and add a unique zing and appeal to your Presentations. Easy to change colors, photos and Text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51A3C516-53DE-6BEE-68F5-8F6F7D383F6A}"/>
              </a:ext>
            </a:extLst>
          </p:cNvPr>
          <p:cNvSpPr txBox="1"/>
          <p:nvPr/>
        </p:nvSpPr>
        <p:spPr>
          <a:xfrm>
            <a:off x="9996636" y="4380606"/>
            <a:ext cx="1080120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400" b="1" dirty="0">
                <a:solidFill>
                  <a:srgbClr val="E64823"/>
                </a:solidFill>
                <a:latin typeface="Arial"/>
                <a:ea typeface="Arial Unicode MS"/>
                <a:cs typeface="Arial" pitchFamily="34" charset="0"/>
              </a:rPr>
              <a:t>43</a:t>
            </a:r>
            <a:r>
              <a:rPr lang="en-US" altLang="ko-KR" sz="2400" b="1" dirty="0">
                <a:solidFill>
                  <a:srgbClr val="E64823"/>
                </a:solidFill>
                <a:latin typeface="Arial"/>
                <a:ea typeface="Arial Unicode MS"/>
                <a:cs typeface="Arial" pitchFamily="34" charset="0"/>
              </a:rPr>
              <a:t>%</a:t>
            </a:r>
            <a:endParaRPr lang="ko-KR" altLang="en-US" sz="2400" b="1" dirty="0">
              <a:solidFill>
                <a:srgbClr val="E64823"/>
              </a:solidFill>
              <a:latin typeface="Arial"/>
              <a:ea typeface="Arial Unicode MS"/>
              <a:cs typeface="Arial" pitchFamily="34" charset="0"/>
            </a:endParaRPr>
          </a:p>
        </p:txBody>
      </p:sp>
      <p:sp>
        <p:nvSpPr>
          <p:cNvPr id="28" name="Oval 21">
            <a:extLst>
              <a:ext uri="{FF2B5EF4-FFF2-40B4-BE49-F238E27FC236}">
                <a16:creationId xmlns:a16="http://schemas.microsoft.com/office/drawing/2014/main" id="{06B53D54-A6B6-D9EE-F381-833633325B80}"/>
              </a:ext>
            </a:extLst>
          </p:cNvPr>
          <p:cNvSpPr>
            <a:spLocks noChangeAspect="1"/>
          </p:cNvSpPr>
          <p:nvPr/>
        </p:nvSpPr>
        <p:spPr>
          <a:xfrm rot="20700000">
            <a:off x="5373089" y="3440358"/>
            <a:ext cx="387594" cy="314845"/>
          </a:xfrm>
          <a:custGeom>
            <a:avLst/>
            <a:gdLst/>
            <a:ahLst/>
            <a:cxnLst/>
            <a:rect l="l" t="t" r="r" b="b"/>
            <a:pathLst>
              <a:path w="4088377" h="3321003">
                <a:moveTo>
                  <a:pt x="1365628" y="1622218"/>
                </a:moveTo>
                <a:cubicBezTo>
                  <a:pt x="1121373" y="1556771"/>
                  <a:pt x="870309" y="1701722"/>
                  <a:pt x="804861" y="1945977"/>
                </a:cubicBezTo>
                <a:cubicBezTo>
                  <a:pt x="739413" y="2190232"/>
                  <a:pt x="884365" y="2441296"/>
                  <a:pt x="1128620" y="2506744"/>
                </a:cubicBezTo>
                <a:cubicBezTo>
                  <a:pt x="1372875" y="2572191"/>
                  <a:pt x="1623939" y="2427240"/>
                  <a:pt x="1689387" y="2182985"/>
                </a:cubicBezTo>
                <a:cubicBezTo>
                  <a:pt x="1754835" y="1938730"/>
                  <a:pt x="1609883" y="1687666"/>
                  <a:pt x="1365628" y="1622218"/>
                </a:cubicBezTo>
                <a:close/>
                <a:moveTo>
                  <a:pt x="1447099" y="1318163"/>
                </a:moveTo>
                <a:cubicBezTo>
                  <a:pt x="1859279" y="1428606"/>
                  <a:pt x="2103885" y="1852277"/>
                  <a:pt x="1993442" y="2264456"/>
                </a:cubicBezTo>
                <a:cubicBezTo>
                  <a:pt x="1882999" y="2676636"/>
                  <a:pt x="1459328" y="2921242"/>
                  <a:pt x="1047149" y="2810799"/>
                </a:cubicBezTo>
                <a:cubicBezTo>
                  <a:pt x="634969" y="2700356"/>
                  <a:pt x="390363" y="2276685"/>
                  <a:pt x="500806" y="1864505"/>
                </a:cubicBezTo>
                <a:cubicBezTo>
                  <a:pt x="611249" y="1452326"/>
                  <a:pt x="1034920" y="1207720"/>
                  <a:pt x="1447099" y="1318163"/>
                </a:cubicBezTo>
                <a:close/>
                <a:moveTo>
                  <a:pt x="1476725" y="1207597"/>
                </a:moveTo>
                <a:cubicBezTo>
                  <a:pt x="1003481" y="1080792"/>
                  <a:pt x="517045" y="1361635"/>
                  <a:pt x="390240" y="1834879"/>
                </a:cubicBezTo>
                <a:cubicBezTo>
                  <a:pt x="263435" y="2308124"/>
                  <a:pt x="544279" y="2794559"/>
                  <a:pt x="1017523" y="2921365"/>
                </a:cubicBezTo>
                <a:cubicBezTo>
                  <a:pt x="1490767" y="3048170"/>
                  <a:pt x="1977202" y="2767326"/>
                  <a:pt x="2104008" y="2294082"/>
                </a:cubicBezTo>
                <a:cubicBezTo>
                  <a:pt x="2230813" y="1820838"/>
                  <a:pt x="1949969" y="1334403"/>
                  <a:pt x="1476725" y="1207597"/>
                </a:cubicBezTo>
                <a:close/>
                <a:moveTo>
                  <a:pt x="3290290" y="1590224"/>
                </a:moveTo>
                <a:cubicBezTo>
                  <a:pt x="3269727" y="1586016"/>
                  <a:pt x="3248437" y="1583806"/>
                  <a:pt x="3226630" y="1583806"/>
                </a:cubicBezTo>
                <a:cubicBezTo>
                  <a:pt x="3052179" y="1583806"/>
                  <a:pt x="2910758" y="1725227"/>
                  <a:pt x="2910758" y="1899678"/>
                </a:cubicBezTo>
                <a:cubicBezTo>
                  <a:pt x="2910758" y="2074130"/>
                  <a:pt x="3052179" y="2215551"/>
                  <a:pt x="3226630" y="2215550"/>
                </a:cubicBezTo>
                <a:cubicBezTo>
                  <a:pt x="3401082" y="2215551"/>
                  <a:pt x="3542503" y="2074130"/>
                  <a:pt x="3542502" y="1899678"/>
                </a:cubicBezTo>
                <a:cubicBezTo>
                  <a:pt x="3542503" y="1747033"/>
                  <a:pt x="3434228" y="1619677"/>
                  <a:pt x="3290290" y="1590224"/>
                </a:cubicBezTo>
                <a:close/>
                <a:moveTo>
                  <a:pt x="3334055" y="1377473"/>
                </a:moveTo>
                <a:cubicBezTo>
                  <a:pt x="3576950" y="1427177"/>
                  <a:pt x="3759665" y="1642090"/>
                  <a:pt x="3759665" y="1899678"/>
                </a:cubicBezTo>
                <a:cubicBezTo>
                  <a:pt x="3759665" y="2194064"/>
                  <a:pt x="3521017" y="2432713"/>
                  <a:pt x="3226630" y="2432713"/>
                </a:cubicBezTo>
                <a:cubicBezTo>
                  <a:pt x="2932244" y="2432712"/>
                  <a:pt x="2693596" y="2194065"/>
                  <a:pt x="2693596" y="1899678"/>
                </a:cubicBezTo>
                <a:cubicBezTo>
                  <a:pt x="2693596" y="1605292"/>
                  <a:pt x="2932244" y="1366644"/>
                  <a:pt x="3226630" y="1366644"/>
                </a:cubicBezTo>
                <a:cubicBezTo>
                  <a:pt x="3263429" y="1366644"/>
                  <a:pt x="3299356" y="1370373"/>
                  <a:pt x="3334055" y="1377473"/>
                </a:cubicBezTo>
                <a:close/>
                <a:moveTo>
                  <a:pt x="1391137" y="789478"/>
                </a:moveTo>
                <a:lnTo>
                  <a:pt x="1759910" y="888290"/>
                </a:lnTo>
                <a:lnTo>
                  <a:pt x="1754625" y="1202375"/>
                </a:lnTo>
                <a:lnTo>
                  <a:pt x="1744979" y="1199790"/>
                </a:lnTo>
                <a:cubicBezTo>
                  <a:pt x="1823578" y="1244024"/>
                  <a:pt x="1894617" y="1298265"/>
                  <a:pt x="1954704" y="1362586"/>
                </a:cubicBezTo>
                <a:lnTo>
                  <a:pt x="2234317" y="1293059"/>
                </a:lnTo>
                <a:lnTo>
                  <a:pt x="2413554" y="1630152"/>
                </a:lnTo>
                <a:lnTo>
                  <a:pt x="2214321" y="1809770"/>
                </a:lnTo>
                <a:cubicBezTo>
                  <a:pt x="2239296" y="1900740"/>
                  <a:pt x="2251067" y="1995997"/>
                  <a:pt x="2246841" y="2092825"/>
                </a:cubicBezTo>
                <a:lnTo>
                  <a:pt x="2495698" y="2230974"/>
                </a:lnTo>
                <a:lnTo>
                  <a:pt x="2396885" y="2599747"/>
                </a:lnTo>
                <a:lnTo>
                  <a:pt x="2094912" y="2594668"/>
                </a:lnTo>
                <a:cubicBezTo>
                  <a:pt x="2056732" y="2658461"/>
                  <a:pt x="2010475" y="2715996"/>
                  <a:pt x="1958644" y="2767359"/>
                </a:cubicBezTo>
                <a:lnTo>
                  <a:pt x="2057814" y="3026193"/>
                </a:lnTo>
                <a:lnTo>
                  <a:pt x="1745078" y="3245174"/>
                </a:lnTo>
                <a:lnTo>
                  <a:pt x="1507869" y="3039237"/>
                </a:lnTo>
                <a:lnTo>
                  <a:pt x="1536736" y="3019025"/>
                </a:lnTo>
                <a:cubicBezTo>
                  <a:pt x="1445878" y="3048429"/>
                  <a:pt x="1349798" y="3062567"/>
                  <a:pt x="1251837" y="3062021"/>
                </a:cubicBezTo>
                <a:lnTo>
                  <a:pt x="1108065" y="3321003"/>
                </a:lnTo>
                <a:lnTo>
                  <a:pt x="739291" y="3222191"/>
                </a:lnTo>
                <a:lnTo>
                  <a:pt x="744274" y="2926021"/>
                </a:lnTo>
                <a:cubicBezTo>
                  <a:pt x="666128" y="2881484"/>
                  <a:pt x="595548" y="2827017"/>
                  <a:pt x="535891" y="2762576"/>
                </a:cubicBezTo>
                <a:lnTo>
                  <a:pt x="540671" y="2772825"/>
                </a:lnTo>
                <a:lnTo>
                  <a:pt x="232276" y="2832568"/>
                </a:lnTo>
                <a:lnTo>
                  <a:pt x="70927" y="2486556"/>
                </a:lnTo>
                <a:lnTo>
                  <a:pt x="279495" y="2317444"/>
                </a:lnTo>
                <a:cubicBezTo>
                  <a:pt x="257233" y="2235849"/>
                  <a:pt x="245603" y="2150814"/>
                  <a:pt x="245586" y="2064274"/>
                </a:cubicBezTo>
                <a:lnTo>
                  <a:pt x="0" y="1927940"/>
                </a:lnTo>
                <a:lnTo>
                  <a:pt x="98812" y="1559167"/>
                </a:lnTo>
                <a:lnTo>
                  <a:pt x="380240" y="1563901"/>
                </a:lnTo>
                <a:cubicBezTo>
                  <a:pt x="418421" y="1496524"/>
                  <a:pt x="464524" y="1435092"/>
                  <a:pt x="516679" y="1380105"/>
                </a:cubicBezTo>
                <a:lnTo>
                  <a:pt x="422419" y="1089378"/>
                </a:lnTo>
                <a:lnTo>
                  <a:pt x="746189" y="887063"/>
                </a:lnTo>
                <a:lnTo>
                  <a:pt x="972292" y="1105134"/>
                </a:lnTo>
                <a:lnTo>
                  <a:pt x="970019" y="1106554"/>
                </a:lnTo>
                <a:cubicBezTo>
                  <a:pt x="1058903" y="1078586"/>
                  <a:pt x="1152743" y="1065659"/>
                  <a:pt x="1248316" y="1066709"/>
                </a:cubicBezTo>
                <a:lnTo>
                  <a:pt x="1238669" y="1064125"/>
                </a:lnTo>
                <a:close/>
                <a:moveTo>
                  <a:pt x="3349970" y="1300109"/>
                </a:moveTo>
                <a:cubicBezTo>
                  <a:pt x="3310130" y="1291957"/>
                  <a:pt x="3268880" y="1287676"/>
                  <a:pt x="3226630" y="1287676"/>
                </a:cubicBezTo>
                <a:cubicBezTo>
                  <a:pt x="2888631" y="1287676"/>
                  <a:pt x="2614628" y="1561679"/>
                  <a:pt x="2614628" y="1899678"/>
                </a:cubicBezTo>
                <a:cubicBezTo>
                  <a:pt x="2614628" y="2237678"/>
                  <a:pt x="2888630" y="2511680"/>
                  <a:pt x="3226630" y="2511681"/>
                </a:cubicBezTo>
                <a:cubicBezTo>
                  <a:pt x="3564630" y="2511681"/>
                  <a:pt x="3838633" y="2237678"/>
                  <a:pt x="3838633" y="1899678"/>
                </a:cubicBezTo>
                <a:cubicBezTo>
                  <a:pt x="3838632" y="1603928"/>
                  <a:pt x="3628849" y="1357176"/>
                  <a:pt x="3349970" y="1300109"/>
                </a:cubicBezTo>
                <a:close/>
                <a:moveTo>
                  <a:pt x="3358324" y="1024334"/>
                </a:moveTo>
                <a:lnTo>
                  <a:pt x="3410883" y="1234575"/>
                </a:lnTo>
                <a:lnTo>
                  <a:pt x="3403994" y="1234575"/>
                </a:lnTo>
                <a:cubicBezTo>
                  <a:pt x="3464268" y="1250018"/>
                  <a:pt x="3521292" y="1273478"/>
                  <a:pt x="3572818" y="1305612"/>
                </a:cubicBezTo>
                <a:lnTo>
                  <a:pt x="3746730" y="1209354"/>
                </a:lnTo>
                <a:lnTo>
                  <a:pt x="3926358" y="1401981"/>
                </a:lnTo>
                <a:lnTo>
                  <a:pt x="3825667" y="1557247"/>
                </a:lnTo>
                <a:cubicBezTo>
                  <a:pt x="3858552" y="1613408"/>
                  <a:pt x="3883404" y="1674784"/>
                  <a:pt x="3897877" y="1740062"/>
                </a:cubicBezTo>
                <a:lnTo>
                  <a:pt x="4088377" y="1787686"/>
                </a:lnTo>
                <a:lnTo>
                  <a:pt x="4088377" y="2051071"/>
                </a:lnTo>
                <a:lnTo>
                  <a:pt x="3886243" y="2101605"/>
                </a:lnTo>
                <a:cubicBezTo>
                  <a:pt x="3872191" y="2150933"/>
                  <a:pt x="3851639" y="2197531"/>
                  <a:pt x="3826272" y="2241013"/>
                </a:cubicBezTo>
                <a:lnTo>
                  <a:pt x="3938572" y="2395786"/>
                </a:lnTo>
                <a:lnTo>
                  <a:pt x="3769272" y="2597551"/>
                </a:lnTo>
                <a:lnTo>
                  <a:pt x="3574432" y="2502674"/>
                </a:lnTo>
                <a:lnTo>
                  <a:pt x="3590059" y="2484050"/>
                </a:lnTo>
                <a:cubicBezTo>
                  <a:pt x="3534764" y="2519868"/>
                  <a:pt x="3473263" y="2546445"/>
                  <a:pt x="3407886" y="2563572"/>
                </a:cubicBezTo>
                <a:lnTo>
                  <a:pt x="3358323" y="2761823"/>
                </a:lnTo>
                <a:lnTo>
                  <a:pt x="3094938" y="2761823"/>
                </a:lnTo>
                <a:lnTo>
                  <a:pt x="3045375" y="2563574"/>
                </a:lnTo>
                <a:cubicBezTo>
                  <a:pt x="2985349" y="2547848"/>
                  <a:pt x="2928591" y="2524155"/>
                  <a:pt x="2877330" y="2491865"/>
                </a:cubicBezTo>
                <a:lnTo>
                  <a:pt x="2882346" y="2497841"/>
                </a:lnTo>
                <a:lnTo>
                  <a:pt x="2687507" y="2592718"/>
                </a:lnTo>
                <a:lnTo>
                  <a:pt x="2518206" y="2390954"/>
                </a:lnTo>
                <a:lnTo>
                  <a:pt x="2626994" y="2241021"/>
                </a:lnTo>
                <a:cubicBezTo>
                  <a:pt x="2597591" y="2190623"/>
                  <a:pt x="2574657" y="2136035"/>
                  <a:pt x="2559194" y="2078370"/>
                </a:cubicBezTo>
                <a:lnTo>
                  <a:pt x="2371198" y="2031371"/>
                </a:lnTo>
                <a:lnTo>
                  <a:pt x="2371198" y="1767986"/>
                </a:lnTo>
                <a:lnTo>
                  <a:pt x="2559579" y="1720890"/>
                </a:lnTo>
                <a:cubicBezTo>
                  <a:pt x="2572992" y="1669175"/>
                  <a:pt x="2592745" y="1620006"/>
                  <a:pt x="2617681" y="1574051"/>
                </a:cubicBezTo>
                <a:lnTo>
                  <a:pt x="2502958" y="1397149"/>
                </a:lnTo>
                <a:lnTo>
                  <a:pt x="2682587" y="1204520"/>
                </a:lnTo>
                <a:lnTo>
                  <a:pt x="2872193" y="1309466"/>
                </a:lnTo>
                <a:lnTo>
                  <a:pt x="2870932" y="1310818"/>
                </a:lnTo>
                <a:cubicBezTo>
                  <a:pt x="2925169" y="1276310"/>
                  <a:pt x="2985393" y="1250941"/>
                  <a:pt x="3049268" y="1234575"/>
                </a:cubicBezTo>
                <a:lnTo>
                  <a:pt x="3042378" y="1234576"/>
                </a:lnTo>
                <a:lnTo>
                  <a:pt x="3094939" y="1024334"/>
                </a:lnTo>
                <a:close/>
                <a:moveTo>
                  <a:pt x="2786480" y="402820"/>
                </a:moveTo>
                <a:cubicBezTo>
                  <a:pt x="2745900" y="389943"/>
                  <a:pt x="2701172" y="388627"/>
                  <a:pt x="2657264" y="401580"/>
                </a:cubicBezTo>
                <a:cubicBezTo>
                  <a:pt x="2540176" y="436121"/>
                  <a:pt x="2473258" y="559041"/>
                  <a:pt x="2507800" y="676128"/>
                </a:cubicBezTo>
                <a:cubicBezTo>
                  <a:pt x="2542340" y="793216"/>
                  <a:pt x="2665260" y="860133"/>
                  <a:pt x="2782348" y="825592"/>
                </a:cubicBezTo>
                <a:cubicBezTo>
                  <a:pt x="2899435" y="791051"/>
                  <a:pt x="2966353" y="668132"/>
                  <a:pt x="2931812" y="551045"/>
                </a:cubicBezTo>
                <a:cubicBezTo>
                  <a:pt x="2910223" y="477864"/>
                  <a:pt x="2854113" y="424282"/>
                  <a:pt x="2786480" y="402820"/>
                </a:cubicBezTo>
                <a:close/>
                <a:moveTo>
                  <a:pt x="2932202" y="47278"/>
                </a:moveTo>
                <a:lnTo>
                  <a:pt x="3090904" y="140999"/>
                </a:lnTo>
                <a:lnTo>
                  <a:pt x="3054065" y="265147"/>
                </a:lnTo>
                <a:cubicBezTo>
                  <a:pt x="3087256" y="296329"/>
                  <a:pt x="3116089" y="332603"/>
                  <a:pt x="3138727" y="373550"/>
                </a:cubicBezTo>
                <a:lnTo>
                  <a:pt x="3276016" y="367796"/>
                </a:lnTo>
                <a:lnTo>
                  <a:pt x="3328165" y="544574"/>
                </a:lnTo>
                <a:lnTo>
                  <a:pt x="3202503" y="618514"/>
                </a:lnTo>
                <a:cubicBezTo>
                  <a:pt x="3202838" y="654403"/>
                  <a:pt x="3198271" y="689748"/>
                  <a:pt x="3189855" y="723955"/>
                </a:cubicBezTo>
                <a:lnTo>
                  <a:pt x="3295873" y="805599"/>
                </a:lnTo>
                <a:lnTo>
                  <a:pt x="3222192" y="974540"/>
                </a:lnTo>
                <a:lnTo>
                  <a:pt x="3072634" y="949439"/>
                </a:lnTo>
                <a:lnTo>
                  <a:pt x="3079435" y="933845"/>
                </a:lnTo>
                <a:cubicBezTo>
                  <a:pt x="3049413" y="968833"/>
                  <a:pt x="3013398" y="998848"/>
                  <a:pt x="2972910" y="1023288"/>
                </a:cubicBezTo>
                <a:lnTo>
                  <a:pt x="2978897" y="1166163"/>
                </a:lnTo>
                <a:lnTo>
                  <a:pt x="2802119" y="1218312"/>
                </a:lnTo>
                <a:lnTo>
                  <a:pt x="2729602" y="1095065"/>
                </a:lnTo>
                <a:cubicBezTo>
                  <a:pt x="2686199" y="1096396"/>
                  <a:pt x="2643414" y="1091732"/>
                  <a:pt x="2602615" y="1080209"/>
                </a:cubicBezTo>
                <a:lnTo>
                  <a:pt x="2607165" y="1083226"/>
                </a:lnTo>
                <a:lnTo>
                  <a:pt x="2495179" y="1185484"/>
                </a:lnTo>
                <a:lnTo>
                  <a:pt x="2341599" y="1083585"/>
                </a:lnTo>
                <a:lnTo>
                  <a:pt x="2384929" y="961414"/>
                </a:lnTo>
                <a:cubicBezTo>
                  <a:pt x="2355215" y="933409"/>
                  <a:pt x="2329015" y="901312"/>
                  <a:pt x="2307218" y="865670"/>
                </a:cubicBezTo>
                <a:lnTo>
                  <a:pt x="2171734" y="871348"/>
                </a:lnTo>
                <a:lnTo>
                  <a:pt x="2119584" y="694571"/>
                </a:lnTo>
                <a:lnTo>
                  <a:pt x="2236697" y="625662"/>
                </a:lnTo>
                <a:cubicBezTo>
                  <a:pt x="2235459" y="588297"/>
                  <a:pt x="2238982" y="551385"/>
                  <a:pt x="2246620" y="515603"/>
                </a:cubicBezTo>
                <a:lnTo>
                  <a:pt x="2134594" y="419585"/>
                </a:lnTo>
                <a:lnTo>
                  <a:pt x="2217016" y="254732"/>
                </a:lnTo>
                <a:lnTo>
                  <a:pt x="2365055" y="287627"/>
                </a:lnTo>
                <a:lnTo>
                  <a:pt x="2364476" y="288784"/>
                </a:lnTo>
                <a:cubicBezTo>
                  <a:pt x="2394046" y="254885"/>
                  <a:pt x="2429444" y="225933"/>
                  <a:pt x="2469075" y="202302"/>
                </a:cubicBezTo>
                <a:lnTo>
                  <a:pt x="2464452" y="203666"/>
                </a:lnTo>
                <a:lnTo>
                  <a:pt x="2458102" y="52150"/>
                </a:lnTo>
                <a:lnTo>
                  <a:pt x="2634880" y="0"/>
                </a:lnTo>
                <a:lnTo>
                  <a:pt x="2711784" y="130703"/>
                </a:lnTo>
                <a:lnTo>
                  <a:pt x="2707159" y="132067"/>
                </a:lnTo>
                <a:cubicBezTo>
                  <a:pt x="2750672" y="130497"/>
                  <a:pt x="2793590" y="134953"/>
                  <a:pt x="2834535" y="146319"/>
                </a:cubicBez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29" name="Freeform 95">
            <a:extLst>
              <a:ext uri="{FF2B5EF4-FFF2-40B4-BE49-F238E27FC236}">
                <a16:creationId xmlns:a16="http://schemas.microsoft.com/office/drawing/2014/main" id="{F8CE94DE-4F71-1297-08CF-6C84B7FC022F}"/>
              </a:ext>
            </a:extLst>
          </p:cNvPr>
          <p:cNvSpPr>
            <a:spLocks/>
          </p:cNvSpPr>
          <p:nvPr/>
        </p:nvSpPr>
        <p:spPr>
          <a:xfrm>
            <a:off x="5397599" y="1099056"/>
            <a:ext cx="338573" cy="338573"/>
          </a:xfrm>
          <a:custGeom>
            <a:avLst/>
            <a:gdLst/>
            <a:ahLst/>
            <a:cxnLst/>
            <a:rect l="l" t="t" r="r" b="b"/>
            <a:pathLst>
              <a:path w="2376266" h="2700265">
                <a:moveTo>
                  <a:pt x="1656387" y="1972892"/>
                </a:moveTo>
                <a:cubicBezTo>
                  <a:pt x="1611887" y="1973356"/>
                  <a:pt x="1563385" y="2005080"/>
                  <a:pt x="1534629" y="2057337"/>
                </a:cubicBezTo>
                <a:cubicBezTo>
                  <a:pt x="1496288" y="2127013"/>
                  <a:pt x="1507568" y="2206808"/>
                  <a:pt x="1559826" y="2235565"/>
                </a:cubicBezTo>
                <a:cubicBezTo>
                  <a:pt x="1612084" y="2264320"/>
                  <a:pt x="1685527" y="2231149"/>
                  <a:pt x="1723869" y="2161473"/>
                </a:cubicBezTo>
                <a:cubicBezTo>
                  <a:pt x="1762211" y="2091796"/>
                  <a:pt x="1750931" y="2012000"/>
                  <a:pt x="1698673" y="1983245"/>
                </a:cubicBezTo>
                <a:cubicBezTo>
                  <a:pt x="1685608" y="1976055"/>
                  <a:pt x="1671220" y="1972736"/>
                  <a:pt x="1656387" y="1972892"/>
                </a:cubicBezTo>
                <a:close/>
                <a:moveTo>
                  <a:pt x="312688" y="1634792"/>
                </a:moveTo>
                <a:cubicBezTo>
                  <a:pt x="281116" y="1626772"/>
                  <a:pt x="249981" y="1631172"/>
                  <a:pt x="226763" y="1649891"/>
                </a:cubicBezTo>
                <a:cubicBezTo>
                  <a:pt x="180329" y="1687329"/>
                  <a:pt x="183153" y="1767868"/>
                  <a:pt x="233071" y="1829780"/>
                </a:cubicBezTo>
                <a:cubicBezTo>
                  <a:pt x="282989" y="1891692"/>
                  <a:pt x="361097" y="1911533"/>
                  <a:pt x="407532" y="1874094"/>
                </a:cubicBezTo>
                <a:cubicBezTo>
                  <a:pt x="453966" y="1836657"/>
                  <a:pt x="451142" y="1756118"/>
                  <a:pt x="401224" y="1694205"/>
                </a:cubicBezTo>
                <a:cubicBezTo>
                  <a:pt x="376265" y="1663249"/>
                  <a:pt x="344258" y="1642811"/>
                  <a:pt x="312688" y="1634792"/>
                </a:cubicBezTo>
                <a:close/>
                <a:moveTo>
                  <a:pt x="1869299" y="1519920"/>
                </a:moveTo>
                <a:cubicBezTo>
                  <a:pt x="1824865" y="1522388"/>
                  <a:pt x="1777842" y="1556264"/>
                  <a:pt x="1751468" y="1609764"/>
                </a:cubicBezTo>
                <a:cubicBezTo>
                  <a:pt x="1716305" y="1681096"/>
                  <a:pt x="1731168" y="1760303"/>
                  <a:pt x="1784668" y="1786676"/>
                </a:cubicBezTo>
                <a:cubicBezTo>
                  <a:pt x="1838168" y="1813049"/>
                  <a:pt x="1910044" y="1776602"/>
                  <a:pt x="1945208" y="1705269"/>
                </a:cubicBezTo>
                <a:cubicBezTo>
                  <a:pt x="1980371" y="1633937"/>
                  <a:pt x="1965508" y="1554730"/>
                  <a:pt x="1912008" y="1528357"/>
                </a:cubicBezTo>
                <a:cubicBezTo>
                  <a:pt x="1898633" y="1521764"/>
                  <a:pt x="1884109" y="1519097"/>
                  <a:pt x="1869299" y="1519920"/>
                </a:cubicBezTo>
                <a:close/>
                <a:moveTo>
                  <a:pt x="741251" y="1329992"/>
                </a:moveTo>
                <a:cubicBezTo>
                  <a:pt x="709680" y="1321974"/>
                  <a:pt x="678544" y="1326372"/>
                  <a:pt x="655326" y="1345092"/>
                </a:cubicBezTo>
                <a:cubicBezTo>
                  <a:pt x="608892" y="1382530"/>
                  <a:pt x="611716" y="1463069"/>
                  <a:pt x="661634" y="1524981"/>
                </a:cubicBezTo>
                <a:cubicBezTo>
                  <a:pt x="711552" y="1586893"/>
                  <a:pt x="789660" y="1606734"/>
                  <a:pt x="836094" y="1569294"/>
                </a:cubicBezTo>
                <a:cubicBezTo>
                  <a:pt x="882529" y="1531856"/>
                  <a:pt x="879704" y="1451317"/>
                  <a:pt x="829787" y="1389406"/>
                </a:cubicBezTo>
                <a:cubicBezTo>
                  <a:pt x="804828" y="1358450"/>
                  <a:pt x="772822" y="1338012"/>
                  <a:pt x="741251" y="1329992"/>
                </a:cubicBezTo>
                <a:close/>
                <a:moveTo>
                  <a:pt x="2079316" y="1065457"/>
                </a:moveTo>
                <a:cubicBezTo>
                  <a:pt x="2035146" y="1070876"/>
                  <a:pt x="1990481" y="1107807"/>
                  <a:pt x="1967725" y="1162943"/>
                </a:cubicBezTo>
                <a:cubicBezTo>
                  <a:pt x="1937386" y="1236457"/>
                  <a:pt x="1957487" y="1314499"/>
                  <a:pt x="2012623" y="1337253"/>
                </a:cubicBezTo>
                <a:cubicBezTo>
                  <a:pt x="2067759" y="1360009"/>
                  <a:pt x="2137051" y="1318860"/>
                  <a:pt x="2167391" y="1245345"/>
                </a:cubicBezTo>
                <a:cubicBezTo>
                  <a:pt x="2197730" y="1171831"/>
                  <a:pt x="2177629" y="1093789"/>
                  <a:pt x="2122493" y="1071035"/>
                </a:cubicBezTo>
                <a:cubicBezTo>
                  <a:pt x="2108709" y="1065345"/>
                  <a:pt x="2094040" y="1063650"/>
                  <a:pt x="2079316" y="1065457"/>
                </a:cubicBezTo>
                <a:close/>
                <a:moveTo>
                  <a:pt x="0" y="654162"/>
                </a:moveTo>
                <a:lnTo>
                  <a:pt x="1082073" y="1244384"/>
                </a:lnTo>
                <a:lnTo>
                  <a:pt x="1121421" y="2700265"/>
                </a:lnTo>
                <a:lnTo>
                  <a:pt x="4918" y="1923139"/>
                </a:lnTo>
                <a:cubicBezTo>
                  <a:pt x="3279" y="1498508"/>
                  <a:pt x="1639" y="1073875"/>
                  <a:pt x="0" y="654162"/>
                </a:cubicBezTo>
                <a:close/>
                <a:moveTo>
                  <a:pt x="2375644" y="688592"/>
                </a:moveTo>
                <a:lnTo>
                  <a:pt x="2360889" y="1967406"/>
                </a:lnTo>
                <a:lnTo>
                  <a:pt x="1293570" y="2700265"/>
                </a:lnTo>
                <a:lnTo>
                  <a:pt x="1249303" y="1239466"/>
                </a:lnTo>
                <a:close/>
                <a:moveTo>
                  <a:pt x="1214923" y="371219"/>
                </a:moveTo>
                <a:cubicBezTo>
                  <a:pt x="1197013" y="368793"/>
                  <a:pt x="1177834" y="369067"/>
                  <a:pt x="1158247" y="372480"/>
                </a:cubicBezTo>
                <a:cubicBezTo>
                  <a:pt x="1079899" y="386133"/>
                  <a:pt x="1024686" y="444836"/>
                  <a:pt x="1034926" y="503598"/>
                </a:cubicBezTo>
                <a:cubicBezTo>
                  <a:pt x="1045165" y="562359"/>
                  <a:pt x="1116980" y="598927"/>
                  <a:pt x="1195328" y="585274"/>
                </a:cubicBezTo>
                <a:cubicBezTo>
                  <a:pt x="1273676" y="571621"/>
                  <a:pt x="1328889" y="512918"/>
                  <a:pt x="1318650" y="454156"/>
                </a:cubicBezTo>
                <a:cubicBezTo>
                  <a:pt x="1310970" y="410086"/>
                  <a:pt x="1268654" y="378499"/>
                  <a:pt x="1214923" y="371219"/>
                </a:cubicBezTo>
                <a:close/>
                <a:moveTo>
                  <a:pt x="1185985" y="0"/>
                </a:moveTo>
                <a:lnTo>
                  <a:pt x="2376266" y="506608"/>
                </a:lnTo>
                <a:lnTo>
                  <a:pt x="1161392" y="1101748"/>
                </a:lnTo>
                <a:lnTo>
                  <a:pt x="10460" y="491852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30" name="Isosceles Triangle 20">
            <a:extLst>
              <a:ext uri="{FF2B5EF4-FFF2-40B4-BE49-F238E27FC236}">
                <a16:creationId xmlns:a16="http://schemas.microsoft.com/office/drawing/2014/main" id="{4EFC9882-2272-68D5-A8DD-932D3F41743C}"/>
              </a:ext>
            </a:extLst>
          </p:cNvPr>
          <p:cNvSpPr>
            <a:spLocks noChangeAspect="1"/>
          </p:cNvSpPr>
          <p:nvPr/>
        </p:nvSpPr>
        <p:spPr>
          <a:xfrm rot="8201235">
            <a:off x="5405402" y="4587280"/>
            <a:ext cx="322962" cy="356093"/>
          </a:xfrm>
          <a:custGeom>
            <a:avLst/>
            <a:gdLst/>
            <a:ahLst/>
            <a:cxnLst/>
            <a:rect l="l" t="t" r="r" b="b"/>
            <a:pathLst>
              <a:path w="4285801" h="4725490">
                <a:moveTo>
                  <a:pt x="1428251" y="4622752"/>
                </a:moveTo>
                <a:cubicBezTo>
                  <a:pt x="1313180" y="4505074"/>
                  <a:pt x="1240588" y="4345285"/>
                  <a:pt x="1235771" y="4167715"/>
                </a:cubicBezTo>
                <a:cubicBezTo>
                  <a:pt x="1227835" y="3875156"/>
                  <a:pt x="1406218" y="3620819"/>
                  <a:pt x="1664050" y="3520754"/>
                </a:cubicBezTo>
                <a:lnTo>
                  <a:pt x="1635892" y="2482688"/>
                </a:lnTo>
                <a:lnTo>
                  <a:pt x="1044642" y="2469039"/>
                </a:lnTo>
                <a:lnTo>
                  <a:pt x="1044642" y="2667331"/>
                </a:lnTo>
                <a:cubicBezTo>
                  <a:pt x="1044642" y="2727000"/>
                  <a:pt x="996271" y="2775371"/>
                  <a:pt x="936601" y="2775372"/>
                </a:cubicBezTo>
                <a:lnTo>
                  <a:pt x="657382" y="2775371"/>
                </a:lnTo>
                <a:cubicBezTo>
                  <a:pt x="637755" y="2823613"/>
                  <a:pt x="630101" y="2874237"/>
                  <a:pt x="622448" y="2945800"/>
                </a:cubicBezTo>
                <a:lnTo>
                  <a:pt x="252030" y="2945800"/>
                </a:lnTo>
                <a:cubicBezTo>
                  <a:pt x="256275" y="2883407"/>
                  <a:pt x="252593" y="2828938"/>
                  <a:pt x="235967" y="2775370"/>
                </a:cubicBezTo>
                <a:lnTo>
                  <a:pt x="7267" y="2775370"/>
                </a:lnTo>
                <a:cubicBezTo>
                  <a:pt x="1003" y="2679903"/>
                  <a:pt x="-1109" y="2594661"/>
                  <a:pt x="535" y="2514852"/>
                </a:cubicBezTo>
                <a:cubicBezTo>
                  <a:pt x="5466" y="2275424"/>
                  <a:pt x="44187" y="2084887"/>
                  <a:pt x="105917" y="1813823"/>
                </a:cubicBezTo>
                <a:cubicBezTo>
                  <a:pt x="258635" y="1288584"/>
                  <a:pt x="488046" y="911620"/>
                  <a:pt x="870837" y="570445"/>
                </a:cubicBezTo>
                <a:cubicBezTo>
                  <a:pt x="674179" y="1284154"/>
                  <a:pt x="622718" y="1497188"/>
                  <a:pt x="741752" y="1669956"/>
                </a:cubicBezTo>
                <a:cubicBezTo>
                  <a:pt x="882751" y="1699943"/>
                  <a:pt x="788174" y="1674807"/>
                  <a:pt x="936601" y="1710419"/>
                </a:cubicBezTo>
                <a:cubicBezTo>
                  <a:pt x="1001384" y="1730870"/>
                  <a:pt x="1044642" y="1758791"/>
                  <a:pt x="1044642" y="1818460"/>
                </a:cubicBezTo>
                <a:lnTo>
                  <a:pt x="1044642" y="1970448"/>
                </a:lnTo>
                <a:lnTo>
                  <a:pt x="1621635" y="1957128"/>
                </a:lnTo>
                <a:lnTo>
                  <a:pt x="1601569" y="1217379"/>
                </a:lnTo>
                <a:cubicBezTo>
                  <a:pt x="1338692" y="1131438"/>
                  <a:pt x="1146783" y="887145"/>
                  <a:pt x="1138847" y="594588"/>
                </a:cubicBezTo>
                <a:cubicBezTo>
                  <a:pt x="1132425" y="357828"/>
                  <a:pt x="1248029" y="146099"/>
                  <a:pt x="1428910" y="20243"/>
                </a:cubicBezTo>
                <a:lnTo>
                  <a:pt x="1447318" y="698863"/>
                </a:lnTo>
                <a:lnTo>
                  <a:pt x="2193594" y="678620"/>
                </a:lnTo>
                <a:lnTo>
                  <a:pt x="2175185" y="0"/>
                </a:lnTo>
                <a:cubicBezTo>
                  <a:pt x="2362624" y="115865"/>
                  <a:pt x="2489536" y="321015"/>
                  <a:pt x="2495958" y="557775"/>
                </a:cubicBezTo>
                <a:cubicBezTo>
                  <a:pt x="2503894" y="850332"/>
                  <a:pt x="2325511" y="1104670"/>
                  <a:pt x="2067679" y="1204735"/>
                </a:cubicBezTo>
                <a:lnTo>
                  <a:pt x="2087796" y="1946367"/>
                </a:lnTo>
                <a:lnTo>
                  <a:pt x="4285801" y="1895627"/>
                </a:lnTo>
                <a:lnTo>
                  <a:pt x="4285801" y="2543859"/>
                </a:lnTo>
                <a:lnTo>
                  <a:pt x="2102637" y="2493462"/>
                </a:lnTo>
                <a:lnTo>
                  <a:pt x="2130160" y="3508110"/>
                </a:lnTo>
                <a:cubicBezTo>
                  <a:pt x="2393037" y="3594051"/>
                  <a:pt x="2584946" y="3838344"/>
                  <a:pt x="2592882" y="4130902"/>
                </a:cubicBezTo>
                <a:cubicBezTo>
                  <a:pt x="2599304" y="4367662"/>
                  <a:pt x="2483700" y="4579391"/>
                  <a:pt x="2302820" y="4705247"/>
                </a:cubicBezTo>
                <a:lnTo>
                  <a:pt x="2284411" y="4026626"/>
                </a:lnTo>
                <a:lnTo>
                  <a:pt x="1538135" y="4046869"/>
                </a:lnTo>
                <a:lnTo>
                  <a:pt x="1556544" y="4725490"/>
                </a:lnTo>
                <a:cubicBezTo>
                  <a:pt x="1509684" y="4696524"/>
                  <a:pt x="1466607" y="4661977"/>
                  <a:pt x="1428251" y="4622752"/>
                </a:cubicBezTo>
                <a:close/>
                <a:moveTo>
                  <a:pt x="44807" y="3562389"/>
                </a:moveTo>
                <a:cubicBezTo>
                  <a:pt x="25255" y="3542837"/>
                  <a:pt x="13162" y="3515827"/>
                  <a:pt x="13162" y="3485992"/>
                </a:cubicBezTo>
                <a:lnTo>
                  <a:pt x="13162" y="3053842"/>
                </a:lnTo>
                <a:cubicBezTo>
                  <a:pt x="13162" y="2994173"/>
                  <a:pt x="61534" y="2945801"/>
                  <a:pt x="121203" y="2945801"/>
                </a:cubicBezTo>
                <a:lnTo>
                  <a:pt x="757287" y="2945801"/>
                </a:lnTo>
                <a:cubicBezTo>
                  <a:pt x="816956" y="2945801"/>
                  <a:pt x="865328" y="2994173"/>
                  <a:pt x="865328" y="3053842"/>
                </a:cubicBezTo>
                <a:lnTo>
                  <a:pt x="865328" y="3485992"/>
                </a:lnTo>
                <a:cubicBezTo>
                  <a:pt x="865328" y="3545662"/>
                  <a:pt x="816956" y="3594033"/>
                  <a:pt x="757287" y="3594033"/>
                </a:cubicBezTo>
                <a:lnTo>
                  <a:pt x="121203" y="3594033"/>
                </a:lnTo>
                <a:cubicBezTo>
                  <a:pt x="91368" y="3594033"/>
                  <a:pt x="64358" y="3581940"/>
                  <a:pt x="44807" y="3562389"/>
                </a:cubicBez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31" name="Rounded Rectangle 1">
            <a:extLst>
              <a:ext uri="{FF2B5EF4-FFF2-40B4-BE49-F238E27FC236}">
                <a16:creationId xmlns:a16="http://schemas.microsoft.com/office/drawing/2014/main" id="{9CB01024-243D-E0A9-D18C-E0380155C869}"/>
              </a:ext>
            </a:extLst>
          </p:cNvPr>
          <p:cNvSpPr>
            <a:spLocks noChangeAspect="1"/>
          </p:cNvSpPr>
          <p:nvPr/>
        </p:nvSpPr>
        <p:spPr>
          <a:xfrm>
            <a:off x="5466569" y="2269708"/>
            <a:ext cx="200630" cy="338573"/>
          </a:xfrm>
          <a:custGeom>
            <a:avLst/>
            <a:gdLst/>
            <a:ahLst/>
            <a:cxnLst/>
            <a:rect l="l" t="t" r="r" b="b"/>
            <a:pathLst>
              <a:path w="2337548" h="3944720">
                <a:moveTo>
                  <a:pt x="2013548" y="1242075"/>
                </a:moveTo>
                <a:lnTo>
                  <a:pt x="2337548" y="1242075"/>
                </a:lnTo>
                <a:lnTo>
                  <a:pt x="2337548" y="1945866"/>
                </a:lnTo>
                <a:lnTo>
                  <a:pt x="2337548" y="1962155"/>
                </a:lnTo>
                <a:lnTo>
                  <a:pt x="2336798" y="1962155"/>
                </a:lnTo>
                <a:cubicBezTo>
                  <a:pt x="2330129" y="2597501"/>
                  <a:pt x="1898450" y="3121603"/>
                  <a:pt x="1336990" y="3208701"/>
                </a:cubicBezTo>
                <a:lnTo>
                  <a:pt x="1336990" y="3620720"/>
                </a:lnTo>
                <a:lnTo>
                  <a:pt x="1895070" y="3620720"/>
                </a:lnTo>
                <a:lnTo>
                  <a:pt x="1895070" y="3944720"/>
                </a:lnTo>
                <a:lnTo>
                  <a:pt x="454910" y="3944720"/>
                </a:lnTo>
                <a:lnTo>
                  <a:pt x="454910" y="3620720"/>
                </a:lnTo>
                <a:lnTo>
                  <a:pt x="1012990" y="3620720"/>
                </a:lnTo>
                <a:lnTo>
                  <a:pt x="1012990" y="3210585"/>
                </a:lnTo>
                <a:cubicBezTo>
                  <a:pt x="447376" y="3129632"/>
                  <a:pt x="8655" y="2604919"/>
                  <a:pt x="389" y="1964536"/>
                </a:cubicBezTo>
                <a:lnTo>
                  <a:pt x="0" y="1964536"/>
                </a:lnTo>
                <a:lnTo>
                  <a:pt x="0" y="1244456"/>
                </a:lnTo>
                <a:lnTo>
                  <a:pt x="324000" y="1244456"/>
                </a:lnTo>
                <a:lnTo>
                  <a:pt x="324000" y="1964536"/>
                </a:lnTo>
                <a:lnTo>
                  <a:pt x="323361" y="1964536"/>
                </a:lnTo>
                <a:cubicBezTo>
                  <a:pt x="331926" y="2486037"/>
                  <a:pt x="710705" y="2903701"/>
                  <a:pt x="1173940" y="2900510"/>
                </a:cubicBezTo>
                <a:cubicBezTo>
                  <a:pt x="1634302" y="2897337"/>
                  <a:pt x="2006933" y="2479634"/>
                  <a:pt x="2014006" y="1962155"/>
                </a:cubicBezTo>
                <a:lnTo>
                  <a:pt x="2013548" y="1962155"/>
                </a:lnTo>
                <a:close/>
                <a:moveTo>
                  <a:pt x="1168773" y="0"/>
                </a:moveTo>
                <a:cubicBezTo>
                  <a:pt x="1546536" y="0"/>
                  <a:pt x="1852773" y="306237"/>
                  <a:pt x="1852773" y="684000"/>
                </a:cubicBezTo>
                <a:lnTo>
                  <a:pt x="1852773" y="1980000"/>
                </a:lnTo>
                <a:cubicBezTo>
                  <a:pt x="1852773" y="2357763"/>
                  <a:pt x="1546536" y="2664000"/>
                  <a:pt x="1168773" y="2664000"/>
                </a:cubicBezTo>
                <a:cubicBezTo>
                  <a:pt x="791010" y="2664000"/>
                  <a:pt x="484773" y="2357763"/>
                  <a:pt x="484773" y="1980000"/>
                </a:cubicBezTo>
                <a:lnTo>
                  <a:pt x="484773" y="684000"/>
                </a:lnTo>
                <a:cubicBezTo>
                  <a:pt x="484773" y="306237"/>
                  <a:pt x="791010" y="0"/>
                  <a:pt x="1168773" y="0"/>
                </a:cubicBez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749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: Shape 38">
            <a:extLst>
              <a:ext uri="{FF2B5EF4-FFF2-40B4-BE49-F238E27FC236}">
                <a16:creationId xmlns:a16="http://schemas.microsoft.com/office/drawing/2014/main" id="{E16E988F-8EB2-357F-219C-269E15249C4C}"/>
              </a:ext>
            </a:extLst>
          </p:cNvPr>
          <p:cNvSpPr/>
          <p:nvPr/>
        </p:nvSpPr>
        <p:spPr>
          <a:xfrm rot="17102282" flipH="1">
            <a:off x="904009" y="2052596"/>
            <a:ext cx="2200022" cy="2200021"/>
          </a:xfrm>
          <a:custGeom>
            <a:avLst/>
            <a:gdLst>
              <a:gd name="connsiteX0" fmla="*/ 127534 w 2113910"/>
              <a:gd name="connsiteY0" fmla="*/ 1986375 h 2113909"/>
              <a:gd name="connsiteX1" fmla="*/ 435429 w 2113910"/>
              <a:gd name="connsiteY1" fmla="*/ 2113909 h 2113909"/>
              <a:gd name="connsiteX2" fmla="*/ 870858 w 2113910"/>
              <a:gd name="connsiteY2" fmla="*/ 1678480 h 2113909"/>
              <a:gd name="connsiteX3" fmla="*/ 913964 w 2113910"/>
              <a:gd name="connsiteY3" fmla="*/ 1374555 h 2113909"/>
              <a:gd name="connsiteX4" fmla="*/ 942229 w 2113910"/>
              <a:gd name="connsiteY4" fmla="*/ 1294839 h 2113909"/>
              <a:gd name="connsiteX5" fmla="*/ 1294837 w 2113910"/>
              <a:gd name="connsiteY5" fmla="*/ 942230 h 2113909"/>
              <a:gd name="connsiteX6" fmla="*/ 1374556 w 2113910"/>
              <a:gd name="connsiteY6" fmla="*/ 913964 h 2113909"/>
              <a:gd name="connsiteX7" fmla="*/ 1678481 w 2113910"/>
              <a:gd name="connsiteY7" fmla="*/ 870859 h 2113909"/>
              <a:gd name="connsiteX8" fmla="*/ 2113910 w 2113910"/>
              <a:gd name="connsiteY8" fmla="*/ 435429 h 2113909"/>
              <a:gd name="connsiteX9" fmla="*/ 1678481 w 2113910"/>
              <a:gd name="connsiteY9" fmla="*/ 0 h 2113909"/>
              <a:gd name="connsiteX10" fmla="*/ 1243052 w 2113910"/>
              <a:gd name="connsiteY10" fmla="*/ 435429 h 2113909"/>
              <a:gd name="connsiteX11" fmla="*/ 1199947 w 2113910"/>
              <a:gd name="connsiteY11" fmla="*/ 739355 h 2113909"/>
              <a:gd name="connsiteX12" fmla="*/ 1171682 w 2113910"/>
              <a:gd name="connsiteY12" fmla="*/ 819068 h 2113909"/>
              <a:gd name="connsiteX13" fmla="*/ 819070 w 2113910"/>
              <a:gd name="connsiteY13" fmla="*/ 1171680 h 2113909"/>
              <a:gd name="connsiteX14" fmla="*/ 739354 w 2113910"/>
              <a:gd name="connsiteY14" fmla="*/ 1199946 h 2113909"/>
              <a:gd name="connsiteX15" fmla="*/ 435429 w 2113910"/>
              <a:gd name="connsiteY15" fmla="*/ 1243051 h 2113909"/>
              <a:gd name="connsiteX16" fmla="*/ 0 w 2113910"/>
              <a:gd name="connsiteY16" fmla="*/ 1678480 h 2113909"/>
              <a:gd name="connsiteX17" fmla="*/ 127534 w 2113910"/>
              <a:gd name="connsiteY17" fmla="*/ 1986375 h 2113909"/>
              <a:gd name="connsiteX0" fmla="*/ 127534 w 2113910"/>
              <a:gd name="connsiteY0" fmla="*/ 1986375 h 2113909"/>
              <a:gd name="connsiteX1" fmla="*/ 435429 w 2113910"/>
              <a:gd name="connsiteY1" fmla="*/ 2113909 h 2113909"/>
              <a:gd name="connsiteX2" fmla="*/ 870858 w 2113910"/>
              <a:gd name="connsiteY2" fmla="*/ 1678480 h 2113909"/>
              <a:gd name="connsiteX3" fmla="*/ 913964 w 2113910"/>
              <a:gd name="connsiteY3" fmla="*/ 1374555 h 2113909"/>
              <a:gd name="connsiteX4" fmla="*/ 942229 w 2113910"/>
              <a:gd name="connsiteY4" fmla="*/ 1294839 h 2113909"/>
              <a:gd name="connsiteX5" fmla="*/ 1294837 w 2113910"/>
              <a:gd name="connsiteY5" fmla="*/ 942230 h 2113909"/>
              <a:gd name="connsiteX6" fmla="*/ 1374556 w 2113910"/>
              <a:gd name="connsiteY6" fmla="*/ 913964 h 2113909"/>
              <a:gd name="connsiteX7" fmla="*/ 1678481 w 2113910"/>
              <a:gd name="connsiteY7" fmla="*/ 870859 h 2113909"/>
              <a:gd name="connsiteX8" fmla="*/ 2113910 w 2113910"/>
              <a:gd name="connsiteY8" fmla="*/ 435429 h 2113909"/>
              <a:gd name="connsiteX9" fmla="*/ 1678481 w 2113910"/>
              <a:gd name="connsiteY9" fmla="*/ 0 h 2113909"/>
              <a:gd name="connsiteX10" fmla="*/ 1243052 w 2113910"/>
              <a:gd name="connsiteY10" fmla="*/ 435429 h 2113909"/>
              <a:gd name="connsiteX11" fmla="*/ 1199947 w 2113910"/>
              <a:gd name="connsiteY11" fmla="*/ 739355 h 2113909"/>
              <a:gd name="connsiteX12" fmla="*/ 1171682 w 2113910"/>
              <a:gd name="connsiteY12" fmla="*/ 819068 h 2113909"/>
              <a:gd name="connsiteX13" fmla="*/ 819070 w 2113910"/>
              <a:gd name="connsiteY13" fmla="*/ 1171680 h 2113909"/>
              <a:gd name="connsiteX14" fmla="*/ 739354 w 2113910"/>
              <a:gd name="connsiteY14" fmla="*/ 1199946 h 2113909"/>
              <a:gd name="connsiteX15" fmla="*/ 435429 w 2113910"/>
              <a:gd name="connsiteY15" fmla="*/ 1243051 h 2113909"/>
              <a:gd name="connsiteX16" fmla="*/ 0 w 2113910"/>
              <a:gd name="connsiteY16" fmla="*/ 1678480 h 2113909"/>
              <a:gd name="connsiteX17" fmla="*/ 127534 w 2113910"/>
              <a:gd name="connsiteY17" fmla="*/ 1986375 h 2113909"/>
              <a:gd name="connsiteX0" fmla="*/ 127534 w 2113910"/>
              <a:gd name="connsiteY0" fmla="*/ 1986375 h 2113909"/>
              <a:gd name="connsiteX1" fmla="*/ 435429 w 2113910"/>
              <a:gd name="connsiteY1" fmla="*/ 2113909 h 2113909"/>
              <a:gd name="connsiteX2" fmla="*/ 870858 w 2113910"/>
              <a:gd name="connsiteY2" fmla="*/ 1678480 h 2113909"/>
              <a:gd name="connsiteX3" fmla="*/ 913964 w 2113910"/>
              <a:gd name="connsiteY3" fmla="*/ 1374555 h 2113909"/>
              <a:gd name="connsiteX4" fmla="*/ 942229 w 2113910"/>
              <a:gd name="connsiteY4" fmla="*/ 1294839 h 2113909"/>
              <a:gd name="connsiteX5" fmla="*/ 1294837 w 2113910"/>
              <a:gd name="connsiteY5" fmla="*/ 942230 h 2113909"/>
              <a:gd name="connsiteX6" fmla="*/ 1374556 w 2113910"/>
              <a:gd name="connsiteY6" fmla="*/ 913964 h 2113909"/>
              <a:gd name="connsiteX7" fmla="*/ 1678481 w 2113910"/>
              <a:gd name="connsiteY7" fmla="*/ 870859 h 2113909"/>
              <a:gd name="connsiteX8" fmla="*/ 2113910 w 2113910"/>
              <a:gd name="connsiteY8" fmla="*/ 435429 h 2113909"/>
              <a:gd name="connsiteX9" fmla="*/ 1678481 w 2113910"/>
              <a:gd name="connsiteY9" fmla="*/ 0 h 2113909"/>
              <a:gd name="connsiteX10" fmla="*/ 1243052 w 2113910"/>
              <a:gd name="connsiteY10" fmla="*/ 435429 h 2113909"/>
              <a:gd name="connsiteX11" fmla="*/ 1199947 w 2113910"/>
              <a:gd name="connsiteY11" fmla="*/ 739355 h 2113909"/>
              <a:gd name="connsiteX12" fmla="*/ 1171682 w 2113910"/>
              <a:gd name="connsiteY12" fmla="*/ 819068 h 2113909"/>
              <a:gd name="connsiteX13" fmla="*/ 819070 w 2113910"/>
              <a:gd name="connsiteY13" fmla="*/ 1171680 h 2113909"/>
              <a:gd name="connsiteX14" fmla="*/ 739354 w 2113910"/>
              <a:gd name="connsiteY14" fmla="*/ 1199946 h 2113909"/>
              <a:gd name="connsiteX15" fmla="*/ 435429 w 2113910"/>
              <a:gd name="connsiteY15" fmla="*/ 1243051 h 2113909"/>
              <a:gd name="connsiteX16" fmla="*/ 0 w 2113910"/>
              <a:gd name="connsiteY16" fmla="*/ 1678480 h 2113909"/>
              <a:gd name="connsiteX17" fmla="*/ 127534 w 2113910"/>
              <a:gd name="connsiteY17" fmla="*/ 1986375 h 2113909"/>
              <a:gd name="connsiteX0" fmla="*/ 127534 w 2113910"/>
              <a:gd name="connsiteY0" fmla="*/ 1986375 h 2113909"/>
              <a:gd name="connsiteX1" fmla="*/ 435429 w 2113910"/>
              <a:gd name="connsiteY1" fmla="*/ 2113909 h 2113909"/>
              <a:gd name="connsiteX2" fmla="*/ 870858 w 2113910"/>
              <a:gd name="connsiteY2" fmla="*/ 1678480 h 2113909"/>
              <a:gd name="connsiteX3" fmla="*/ 913964 w 2113910"/>
              <a:gd name="connsiteY3" fmla="*/ 1374555 h 2113909"/>
              <a:gd name="connsiteX4" fmla="*/ 942229 w 2113910"/>
              <a:gd name="connsiteY4" fmla="*/ 1294839 h 2113909"/>
              <a:gd name="connsiteX5" fmla="*/ 1294837 w 2113910"/>
              <a:gd name="connsiteY5" fmla="*/ 942230 h 2113909"/>
              <a:gd name="connsiteX6" fmla="*/ 1374556 w 2113910"/>
              <a:gd name="connsiteY6" fmla="*/ 913964 h 2113909"/>
              <a:gd name="connsiteX7" fmla="*/ 1678481 w 2113910"/>
              <a:gd name="connsiteY7" fmla="*/ 870859 h 2113909"/>
              <a:gd name="connsiteX8" fmla="*/ 2113910 w 2113910"/>
              <a:gd name="connsiteY8" fmla="*/ 435429 h 2113909"/>
              <a:gd name="connsiteX9" fmla="*/ 1678481 w 2113910"/>
              <a:gd name="connsiteY9" fmla="*/ 0 h 2113909"/>
              <a:gd name="connsiteX10" fmla="*/ 1243052 w 2113910"/>
              <a:gd name="connsiteY10" fmla="*/ 435429 h 2113909"/>
              <a:gd name="connsiteX11" fmla="*/ 1199947 w 2113910"/>
              <a:gd name="connsiteY11" fmla="*/ 739355 h 2113909"/>
              <a:gd name="connsiteX12" fmla="*/ 1171682 w 2113910"/>
              <a:gd name="connsiteY12" fmla="*/ 819068 h 2113909"/>
              <a:gd name="connsiteX13" fmla="*/ 819070 w 2113910"/>
              <a:gd name="connsiteY13" fmla="*/ 1171680 h 2113909"/>
              <a:gd name="connsiteX14" fmla="*/ 739354 w 2113910"/>
              <a:gd name="connsiteY14" fmla="*/ 1199946 h 2113909"/>
              <a:gd name="connsiteX15" fmla="*/ 435429 w 2113910"/>
              <a:gd name="connsiteY15" fmla="*/ 1243051 h 2113909"/>
              <a:gd name="connsiteX16" fmla="*/ 0 w 2113910"/>
              <a:gd name="connsiteY16" fmla="*/ 1678480 h 2113909"/>
              <a:gd name="connsiteX17" fmla="*/ 127534 w 2113910"/>
              <a:gd name="connsiteY17" fmla="*/ 1986375 h 2113909"/>
              <a:gd name="connsiteX0" fmla="*/ 127534 w 2113910"/>
              <a:gd name="connsiteY0" fmla="*/ 1986375 h 2113909"/>
              <a:gd name="connsiteX1" fmla="*/ 435429 w 2113910"/>
              <a:gd name="connsiteY1" fmla="*/ 2113909 h 2113909"/>
              <a:gd name="connsiteX2" fmla="*/ 870858 w 2113910"/>
              <a:gd name="connsiteY2" fmla="*/ 1678480 h 2113909"/>
              <a:gd name="connsiteX3" fmla="*/ 913964 w 2113910"/>
              <a:gd name="connsiteY3" fmla="*/ 1374555 h 2113909"/>
              <a:gd name="connsiteX4" fmla="*/ 942229 w 2113910"/>
              <a:gd name="connsiteY4" fmla="*/ 1294839 h 2113909"/>
              <a:gd name="connsiteX5" fmla="*/ 1294837 w 2113910"/>
              <a:gd name="connsiteY5" fmla="*/ 942230 h 2113909"/>
              <a:gd name="connsiteX6" fmla="*/ 1374556 w 2113910"/>
              <a:gd name="connsiteY6" fmla="*/ 913964 h 2113909"/>
              <a:gd name="connsiteX7" fmla="*/ 1678481 w 2113910"/>
              <a:gd name="connsiteY7" fmla="*/ 870859 h 2113909"/>
              <a:gd name="connsiteX8" fmla="*/ 2113910 w 2113910"/>
              <a:gd name="connsiteY8" fmla="*/ 435429 h 2113909"/>
              <a:gd name="connsiteX9" fmla="*/ 1678481 w 2113910"/>
              <a:gd name="connsiteY9" fmla="*/ 0 h 2113909"/>
              <a:gd name="connsiteX10" fmla="*/ 1243052 w 2113910"/>
              <a:gd name="connsiteY10" fmla="*/ 435429 h 2113909"/>
              <a:gd name="connsiteX11" fmla="*/ 1199947 w 2113910"/>
              <a:gd name="connsiteY11" fmla="*/ 739355 h 2113909"/>
              <a:gd name="connsiteX12" fmla="*/ 1171682 w 2113910"/>
              <a:gd name="connsiteY12" fmla="*/ 819068 h 2113909"/>
              <a:gd name="connsiteX13" fmla="*/ 819070 w 2113910"/>
              <a:gd name="connsiteY13" fmla="*/ 1171680 h 2113909"/>
              <a:gd name="connsiteX14" fmla="*/ 739354 w 2113910"/>
              <a:gd name="connsiteY14" fmla="*/ 1199946 h 2113909"/>
              <a:gd name="connsiteX15" fmla="*/ 435429 w 2113910"/>
              <a:gd name="connsiteY15" fmla="*/ 1243051 h 2113909"/>
              <a:gd name="connsiteX16" fmla="*/ 0 w 2113910"/>
              <a:gd name="connsiteY16" fmla="*/ 1678480 h 2113909"/>
              <a:gd name="connsiteX17" fmla="*/ 127534 w 2113910"/>
              <a:gd name="connsiteY17" fmla="*/ 1986375 h 211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113910" h="2113909">
                <a:moveTo>
                  <a:pt x="127534" y="1986375"/>
                </a:moveTo>
                <a:cubicBezTo>
                  <a:pt x="206331" y="2065172"/>
                  <a:pt x="315189" y="2113909"/>
                  <a:pt x="435429" y="2113909"/>
                </a:cubicBezTo>
                <a:cubicBezTo>
                  <a:pt x="675910" y="2113909"/>
                  <a:pt x="870858" y="1918961"/>
                  <a:pt x="870858" y="1678480"/>
                </a:cubicBezTo>
                <a:cubicBezTo>
                  <a:pt x="870858" y="1577172"/>
                  <a:pt x="885226" y="1475863"/>
                  <a:pt x="913964" y="1374555"/>
                </a:cubicBezTo>
                <a:lnTo>
                  <a:pt x="942229" y="1294839"/>
                </a:lnTo>
                <a:cubicBezTo>
                  <a:pt x="1044503" y="1136603"/>
                  <a:pt x="1154407" y="1036872"/>
                  <a:pt x="1294837" y="942230"/>
                </a:cubicBezTo>
                <a:lnTo>
                  <a:pt x="1374556" y="913964"/>
                </a:lnTo>
                <a:cubicBezTo>
                  <a:pt x="1475864" y="885227"/>
                  <a:pt x="1577172" y="870859"/>
                  <a:pt x="1678481" y="870859"/>
                </a:cubicBezTo>
                <a:cubicBezTo>
                  <a:pt x="1918962" y="870859"/>
                  <a:pt x="2113910" y="675911"/>
                  <a:pt x="2113910" y="435429"/>
                </a:cubicBezTo>
                <a:cubicBezTo>
                  <a:pt x="2113910" y="194948"/>
                  <a:pt x="1918962" y="0"/>
                  <a:pt x="1678481" y="0"/>
                </a:cubicBezTo>
                <a:cubicBezTo>
                  <a:pt x="1438000" y="0"/>
                  <a:pt x="1243052" y="194948"/>
                  <a:pt x="1243052" y="435429"/>
                </a:cubicBezTo>
                <a:cubicBezTo>
                  <a:pt x="1243052" y="536738"/>
                  <a:pt x="1228684" y="638046"/>
                  <a:pt x="1199947" y="739355"/>
                </a:cubicBezTo>
                <a:lnTo>
                  <a:pt x="1171682" y="819068"/>
                </a:lnTo>
                <a:cubicBezTo>
                  <a:pt x="1082126" y="959499"/>
                  <a:pt x="969676" y="1082124"/>
                  <a:pt x="819070" y="1171680"/>
                </a:cubicBezTo>
                <a:lnTo>
                  <a:pt x="739354" y="1199946"/>
                </a:lnTo>
                <a:cubicBezTo>
                  <a:pt x="638046" y="1228683"/>
                  <a:pt x="536737" y="1243051"/>
                  <a:pt x="435429" y="1243051"/>
                </a:cubicBezTo>
                <a:cubicBezTo>
                  <a:pt x="194948" y="1243051"/>
                  <a:pt x="0" y="1437999"/>
                  <a:pt x="0" y="1678480"/>
                </a:cubicBezTo>
                <a:cubicBezTo>
                  <a:pt x="0" y="1798720"/>
                  <a:pt x="48737" y="1907578"/>
                  <a:pt x="127534" y="1986375"/>
                </a:cubicBezTo>
                <a:close/>
              </a:path>
            </a:pathLst>
          </a:custGeom>
          <a:solidFill>
            <a:srgbClr val="FFCA08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37" name="Freeform: Shape 39">
            <a:extLst>
              <a:ext uri="{FF2B5EF4-FFF2-40B4-BE49-F238E27FC236}">
                <a16:creationId xmlns:a16="http://schemas.microsoft.com/office/drawing/2014/main" id="{E1ABB6F6-64CE-30B4-5547-E62446042C75}"/>
              </a:ext>
            </a:extLst>
          </p:cNvPr>
          <p:cNvSpPr/>
          <p:nvPr/>
        </p:nvSpPr>
        <p:spPr>
          <a:xfrm rot="4497718">
            <a:off x="2488098" y="2052596"/>
            <a:ext cx="2200022" cy="2200021"/>
          </a:xfrm>
          <a:custGeom>
            <a:avLst/>
            <a:gdLst>
              <a:gd name="connsiteX0" fmla="*/ 127534 w 2113910"/>
              <a:gd name="connsiteY0" fmla="*/ 1986375 h 2113909"/>
              <a:gd name="connsiteX1" fmla="*/ 435429 w 2113910"/>
              <a:gd name="connsiteY1" fmla="*/ 2113909 h 2113909"/>
              <a:gd name="connsiteX2" fmla="*/ 870858 w 2113910"/>
              <a:gd name="connsiteY2" fmla="*/ 1678480 h 2113909"/>
              <a:gd name="connsiteX3" fmla="*/ 913964 w 2113910"/>
              <a:gd name="connsiteY3" fmla="*/ 1374555 h 2113909"/>
              <a:gd name="connsiteX4" fmla="*/ 942229 w 2113910"/>
              <a:gd name="connsiteY4" fmla="*/ 1294839 h 2113909"/>
              <a:gd name="connsiteX5" fmla="*/ 1294837 w 2113910"/>
              <a:gd name="connsiteY5" fmla="*/ 942230 h 2113909"/>
              <a:gd name="connsiteX6" fmla="*/ 1374556 w 2113910"/>
              <a:gd name="connsiteY6" fmla="*/ 913964 h 2113909"/>
              <a:gd name="connsiteX7" fmla="*/ 1678481 w 2113910"/>
              <a:gd name="connsiteY7" fmla="*/ 870859 h 2113909"/>
              <a:gd name="connsiteX8" fmla="*/ 2113910 w 2113910"/>
              <a:gd name="connsiteY8" fmla="*/ 435429 h 2113909"/>
              <a:gd name="connsiteX9" fmla="*/ 1678481 w 2113910"/>
              <a:gd name="connsiteY9" fmla="*/ 0 h 2113909"/>
              <a:gd name="connsiteX10" fmla="*/ 1243052 w 2113910"/>
              <a:gd name="connsiteY10" fmla="*/ 435429 h 2113909"/>
              <a:gd name="connsiteX11" fmla="*/ 1199947 w 2113910"/>
              <a:gd name="connsiteY11" fmla="*/ 739355 h 2113909"/>
              <a:gd name="connsiteX12" fmla="*/ 1171682 w 2113910"/>
              <a:gd name="connsiteY12" fmla="*/ 819068 h 2113909"/>
              <a:gd name="connsiteX13" fmla="*/ 819070 w 2113910"/>
              <a:gd name="connsiteY13" fmla="*/ 1171680 h 2113909"/>
              <a:gd name="connsiteX14" fmla="*/ 739354 w 2113910"/>
              <a:gd name="connsiteY14" fmla="*/ 1199946 h 2113909"/>
              <a:gd name="connsiteX15" fmla="*/ 435429 w 2113910"/>
              <a:gd name="connsiteY15" fmla="*/ 1243051 h 2113909"/>
              <a:gd name="connsiteX16" fmla="*/ 0 w 2113910"/>
              <a:gd name="connsiteY16" fmla="*/ 1678480 h 2113909"/>
              <a:gd name="connsiteX17" fmla="*/ 127534 w 2113910"/>
              <a:gd name="connsiteY17" fmla="*/ 1986375 h 2113909"/>
              <a:gd name="connsiteX0" fmla="*/ 127534 w 2113910"/>
              <a:gd name="connsiteY0" fmla="*/ 1986375 h 2113909"/>
              <a:gd name="connsiteX1" fmla="*/ 435429 w 2113910"/>
              <a:gd name="connsiteY1" fmla="*/ 2113909 h 2113909"/>
              <a:gd name="connsiteX2" fmla="*/ 870858 w 2113910"/>
              <a:gd name="connsiteY2" fmla="*/ 1678480 h 2113909"/>
              <a:gd name="connsiteX3" fmla="*/ 913964 w 2113910"/>
              <a:gd name="connsiteY3" fmla="*/ 1374555 h 2113909"/>
              <a:gd name="connsiteX4" fmla="*/ 942229 w 2113910"/>
              <a:gd name="connsiteY4" fmla="*/ 1294839 h 2113909"/>
              <a:gd name="connsiteX5" fmla="*/ 1294837 w 2113910"/>
              <a:gd name="connsiteY5" fmla="*/ 942230 h 2113909"/>
              <a:gd name="connsiteX6" fmla="*/ 1374556 w 2113910"/>
              <a:gd name="connsiteY6" fmla="*/ 913964 h 2113909"/>
              <a:gd name="connsiteX7" fmla="*/ 1678481 w 2113910"/>
              <a:gd name="connsiteY7" fmla="*/ 870859 h 2113909"/>
              <a:gd name="connsiteX8" fmla="*/ 2113910 w 2113910"/>
              <a:gd name="connsiteY8" fmla="*/ 435429 h 2113909"/>
              <a:gd name="connsiteX9" fmla="*/ 1678481 w 2113910"/>
              <a:gd name="connsiteY9" fmla="*/ 0 h 2113909"/>
              <a:gd name="connsiteX10" fmla="*/ 1243052 w 2113910"/>
              <a:gd name="connsiteY10" fmla="*/ 435429 h 2113909"/>
              <a:gd name="connsiteX11" fmla="*/ 1199947 w 2113910"/>
              <a:gd name="connsiteY11" fmla="*/ 739355 h 2113909"/>
              <a:gd name="connsiteX12" fmla="*/ 1171682 w 2113910"/>
              <a:gd name="connsiteY12" fmla="*/ 819068 h 2113909"/>
              <a:gd name="connsiteX13" fmla="*/ 819070 w 2113910"/>
              <a:gd name="connsiteY13" fmla="*/ 1171680 h 2113909"/>
              <a:gd name="connsiteX14" fmla="*/ 739354 w 2113910"/>
              <a:gd name="connsiteY14" fmla="*/ 1199946 h 2113909"/>
              <a:gd name="connsiteX15" fmla="*/ 435429 w 2113910"/>
              <a:gd name="connsiteY15" fmla="*/ 1243051 h 2113909"/>
              <a:gd name="connsiteX16" fmla="*/ 0 w 2113910"/>
              <a:gd name="connsiteY16" fmla="*/ 1678480 h 2113909"/>
              <a:gd name="connsiteX17" fmla="*/ 127534 w 2113910"/>
              <a:gd name="connsiteY17" fmla="*/ 1986375 h 2113909"/>
              <a:gd name="connsiteX0" fmla="*/ 127534 w 2113910"/>
              <a:gd name="connsiteY0" fmla="*/ 1986375 h 2113909"/>
              <a:gd name="connsiteX1" fmla="*/ 435429 w 2113910"/>
              <a:gd name="connsiteY1" fmla="*/ 2113909 h 2113909"/>
              <a:gd name="connsiteX2" fmla="*/ 870858 w 2113910"/>
              <a:gd name="connsiteY2" fmla="*/ 1678480 h 2113909"/>
              <a:gd name="connsiteX3" fmla="*/ 913964 w 2113910"/>
              <a:gd name="connsiteY3" fmla="*/ 1374555 h 2113909"/>
              <a:gd name="connsiteX4" fmla="*/ 942229 w 2113910"/>
              <a:gd name="connsiteY4" fmla="*/ 1294839 h 2113909"/>
              <a:gd name="connsiteX5" fmla="*/ 1294837 w 2113910"/>
              <a:gd name="connsiteY5" fmla="*/ 942230 h 2113909"/>
              <a:gd name="connsiteX6" fmla="*/ 1374556 w 2113910"/>
              <a:gd name="connsiteY6" fmla="*/ 913964 h 2113909"/>
              <a:gd name="connsiteX7" fmla="*/ 1678481 w 2113910"/>
              <a:gd name="connsiteY7" fmla="*/ 870859 h 2113909"/>
              <a:gd name="connsiteX8" fmla="*/ 2113910 w 2113910"/>
              <a:gd name="connsiteY8" fmla="*/ 435429 h 2113909"/>
              <a:gd name="connsiteX9" fmla="*/ 1678481 w 2113910"/>
              <a:gd name="connsiteY9" fmla="*/ 0 h 2113909"/>
              <a:gd name="connsiteX10" fmla="*/ 1243052 w 2113910"/>
              <a:gd name="connsiteY10" fmla="*/ 435429 h 2113909"/>
              <a:gd name="connsiteX11" fmla="*/ 1199947 w 2113910"/>
              <a:gd name="connsiteY11" fmla="*/ 739355 h 2113909"/>
              <a:gd name="connsiteX12" fmla="*/ 1171682 w 2113910"/>
              <a:gd name="connsiteY12" fmla="*/ 819068 h 2113909"/>
              <a:gd name="connsiteX13" fmla="*/ 819070 w 2113910"/>
              <a:gd name="connsiteY13" fmla="*/ 1171680 h 2113909"/>
              <a:gd name="connsiteX14" fmla="*/ 739354 w 2113910"/>
              <a:gd name="connsiteY14" fmla="*/ 1199946 h 2113909"/>
              <a:gd name="connsiteX15" fmla="*/ 435429 w 2113910"/>
              <a:gd name="connsiteY15" fmla="*/ 1243051 h 2113909"/>
              <a:gd name="connsiteX16" fmla="*/ 0 w 2113910"/>
              <a:gd name="connsiteY16" fmla="*/ 1678480 h 2113909"/>
              <a:gd name="connsiteX17" fmla="*/ 127534 w 2113910"/>
              <a:gd name="connsiteY17" fmla="*/ 1986375 h 2113909"/>
              <a:gd name="connsiteX0" fmla="*/ 127534 w 2113910"/>
              <a:gd name="connsiteY0" fmla="*/ 1986375 h 2113909"/>
              <a:gd name="connsiteX1" fmla="*/ 435429 w 2113910"/>
              <a:gd name="connsiteY1" fmla="*/ 2113909 h 2113909"/>
              <a:gd name="connsiteX2" fmla="*/ 870858 w 2113910"/>
              <a:gd name="connsiteY2" fmla="*/ 1678480 h 2113909"/>
              <a:gd name="connsiteX3" fmla="*/ 913964 w 2113910"/>
              <a:gd name="connsiteY3" fmla="*/ 1374555 h 2113909"/>
              <a:gd name="connsiteX4" fmla="*/ 942229 w 2113910"/>
              <a:gd name="connsiteY4" fmla="*/ 1294839 h 2113909"/>
              <a:gd name="connsiteX5" fmla="*/ 1294837 w 2113910"/>
              <a:gd name="connsiteY5" fmla="*/ 942230 h 2113909"/>
              <a:gd name="connsiteX6" fmla="*/ 1374556 w 2113910"/>
              <a:gd name="connsiteY6" fmla="*/ 913964 h 2113909"/>
              <a:gd name="connsiteX7" fmla="*/ 1678481 w 2113910"/>
              <a:gd name="connsiteY7" fmla="*/ 870859 h 2113909"/>
              <a:gd name="connsiteX8" fmla="*/ 2113910 w 2113910"/>
              <a:gd name="connsiteY8" fmla="*/ 435429 h 2113909"/>
              <a:gd name="connsiteX9" fmla="*/ 1678481 w 2113910"/>
              <a:gd name="connsiteY9" fmla="*/ 0 h 2113909"/>
              <a:gd name="connsiteX10" fmla="*/ 1243052 w 2113910"/>
              <a:gd name="connsiteY10" fmla="*/ 435429 h 2113909"/>
              <a:gd name="connsiteX11" fmla="*/ 1199947 w 2113910"/>
              <a:gd name="connsiteY11" fmla="*/ 739355 h 2113909"/>
              <a:gd name="connsiteX12" fmla="*/ 1171682 w 2113910"/>
              <a:gd name="connsiteY12" fmla="*/ 819068 h 2113909"/>
              <a:gd name="connsiteX13" fmla="*/ 819070 w 2113910"/>
              <a:gd name="connsiteY13" fmla="*/ 1171680 h 2113909"/>
              <a:gd name="connsiteX14" fmla="*/ 739354 w 2113910"/>
              <a:gd name="connsiteY14" fmla="*/ 1199946 h 2113909"/>
              <a:gd name="connsiteX15" fmla="*/ 435429 w 2113910"/>
              <a:gd name="connsiteY15" fmla="*/ 1243051 h 2113909"/>
              <a:gd name="connsiteX16" fmla="*/ 0 w 2113910"/>
              <a:gd name="connsiteY16" fmla="*/ 1678480 h 2113909"/>
              <a:gd name="connsiteX17" fmla="*/ 127534 w 2113910"/>
              <a:gd name="connsiteY17" fmla="*/ 1986375 h 2113909"/>
              <a:gd name="connsiteX0" fmla="*/ 127534 w 2113910"/>
              <a:gd name="connsiteY0" fmla="*/ 1986375 h 2113909"/>
              <a:gd name="connsiteX1" fmla="*/ 435429 w 2113910"/>
              <a:gd name="connsiteY1" fmla="*/ 2113909 h 2113909"/>
              <a:gd name="connsiteX2" fmla="*/ 870858 w 2113910"/>
              <a:gd name="connsiteY2" fmla="*/ 1678480 h 2113909"/>
              <a:gd name="connsiteX3" fmla="*/ 913964 w 2113910"/>
              <a:gd name="connsiteY3" fmla="*/ 1374555 h 2113909"/>
              <a:gd name="connsiteX4" fmla="*/ 942229 w 2113910"/>
              <a:gd name="connsiteY4" fmla="*/ 1294839 h 2113909"/>
              <a:gd name="connsiteX5" fmla="*/ 1294837 w 2113910"/>
              <a:gd name="connsiteY5" fmla="*/ 942230 h 2113909"/>
              <a:gd name="connsiteX6" fmla="*/ 1374556 w 2113910"/>
              <a:gd name="connsiteY6" fmla="*/ 913964 h 2113909"/>
              <a:gd name="connsiteX7" fmla="*/ 1678481 w 2113910"/>
              <a:gd name="connsiteY7" fmla="*/ 870859 h 2113909"/>
              <a:gd name="connsiteX8" fmla="*/ 2113910 w 2113910"/>
              <a:gd name="connsiteY8" fmla="*/ 435429 h 2113909"/>
              <a:gd name="connsiteX9" fmla="*/ 1678481 w 2113910"/>
              <a:gd name="connsiteY9" fmla="*/ 0 h 2113909"/>
              <a:gd name="connsiteX10" fmla="*/ 1243052 w 2113910"/>
              <a:gd name="connsiteY10" fmla="*/ 435429 h 2113909"/>
              <a:gd name="connsiteX11" fmla="*/ 1199947 w 2113910"/>
              <a:gd name="connsiteY11" fmla="*/ 739355 h 2113909"/>
              <a:gd name="connsiteX12" fmla="*/ 1171682 w 2113910"/>
              <a:gd name="connsiteY12" fmla="*/ 819068 h 2113909"/>
              <a:gd name="connsiteX13" fmla="*/ 819070 w 2113910"/>
              <a:gd name="connsiteY13" fmla="*/ 1171680 h 2113909"/>
              <a:gd name="connsiteX14" fmla="*/ 739354 w 2113910"/>
              <a:gd name="connsiteY14" fmla="*/ 1199946 h 2113909"/>
              <a:gd name="connsiteX15" fmla="*/ 435429 w 2113910"/>
              <a:gd name="connsiteY15" fmla="*/ 1243051 h 2113909"/>
              <a:gd name="connsiteX16" fmla="*/ 0 w 2113910"/>
              <a:gd name="connsiteY16" fmla="*/ 1678480 h 2113909"/>
              <a:gd name="connsiteX17" fmla="*/ 127534 w 2113910"/>
              <a:gd name="connsiteY17" fmla="*/ 1986375 h 211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113910" h="2113909">
                <a:moveTo>
                  <a:pt x="127534" y="1986375"/>
                </a:moveTo>
                <a:cubicBezTo>
                  <a:pt x="206331" y="2065172"/>
                  <a:pt x="315189" y="2113909"/>
                  <a:pt x="435429" y="2113909"/>
                </a:cubicBezTo>
                <a:cubicBezTo>
                  <a:pt x="675910" y="2113909"/>
                  <a:pt x="870858" y="1918961"/>
                  <a:pt x="870858" y="1678480"/>
                </a:cubicBezTo>
                <a:cubicBezTo>
                  <a:pt x="870858" y="1577172"/>
                  <a:pt x="885226" y="1475863"/>
                  <a:pt x="913964" y="1374555"/>
                </a:cubicBezTo>
                <a:lnTo>
                  <a:pt x="942229" y="1294839"/>
                </a:lnTo>
                <a:cubicBezTo>
                  <a:pt x="1044503" y="1136603"/>
                  <a:pt x="1154407" y="1036872"/>
                  <a:pt x="1294837" y="942230"/>
                </a:cubicBezTo>
                <a:lnTo>
                  <a:pt x="1374556" y="913964"/>
                </a:lnTo>
                <a:cubicBezTo>
                  <a:pt x="1475864" y="885227"/>
                  <a:pt x="1577172" y="870859"/>
                  <a:pt x="1678481" y="870859"/>
                </a:cubicBezTo>
                <a:cubicBezTo>
                  <a:pt x="1918962" y="870859"/>
                  <a:pt x="2113910" y="675911"/>
                  <a:pt x="2113910" y="435429"/>
                </a:cubicBezTo>
                <a:cubicBezTo>
                  <a:pt x="2113910" y="194948"/>
                  <a:pt x="1918962" y="0"/>
                  <a:pt x="1678481" y="0"/>
                </a:cubicBezTo>
                <a:cubicBezTo>
                  <a:pt x="1438000" y="0"/>
                  <a:pt x="1243052" y="194948"/>
                  <a:pt x="1243052" y="435429"/>
                </a:cubicBezTo>
                <a:cubicBezTo>
                  <a:pt x="1243052" y="536738"/>
                  <a:pt x="1228684" y="638046"/>
                  <a:pt x="1199947" y="739355"/>
                </a:cubicBezTo>
                <a:lnTo>
                  <a:pt x="1171682" y="819068"/>
                </a:lnTo>
                <a:cubicBezTo>
                  <a:pt x="1082126" y="959499"/>
                  <a:pt x="969676" y="1082124"/>
                  <a:pt x="819070" y="1171680"/>
                </a:cubicBezTo>
                <a:lnTo>
                  <a:pt x="739354" y="1199946"/>
                </a:lnTo>
                <a:cubicBezTo>
                  <a:pt x="638046" y="1228683"/>
                  <a:pt x="536737" y="1243051"/>
                  <a:pt x="435429" y="1243051"/>
                </a:cubicBezTo>
                <a:cubicBezTo>
                  <a:pt x="194948" y="1243051"/>
                  <a:pt x="0" y="1437999"/>
                  <a:pt x="0" y="1678480"/>
                </a:cubicBezTo>
                <a:cubicBezTo>
                  <a:pt x="0" y="1798720"/>
                  <a:pt x="48737" y="1907578"/>
                  <a:pt x="127534" y="1986375"/>
                </a:cubicBezTo>
                <a:close/>
              </a:path>
            </a:pathLst>
          </a:custGeom>
          <a:solidFill>
            <a:srgbClr val="F8931D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38" name="Freeform: Shape 40">
            <a:extLst>
              <a:ext uri="{FF2B5EF4-FFF2-40B4-BE49-F238E27FC236}">
                <a16:creationId xmlns:a16="http://schemas.microsoft.com/office/drawing/2014/main" id="{29B6F221-8412-A02C-2845-80F96FCBD273}"/>
              </a:ext>
            </a:extLst>
          </p:cNvPr>
          <p:cNvSpPr/>
          <p:nvPr/>
        </p:nvSpPr>
        <p:spPr>
          <a:xfrm rot="17102282" flipH="1">
            <a:off x="4072187" y="2052596"/>
            <a:ext cx="2200022" cy="2200021"/>
          </a:xfrm>
          <a:custGeom>
            <a:avLst/>
            <a:gdLst>
              <a:gd name="connsiteX0" fmla="*/ 127534 w 2113910"/>
              <a:gd name="connsiteY0" fmla="*/ 1986375 h 2113909"/>
              <a:gd name="connsiteX1" fmla="*/ 435429 w 2113910"/>
              <a:gd name="connsiteY1" fmla="*/ 2113909 h 2113909"/>
              <a:gd name="connsiteX2" fmla="*/ 870858 w 2113910"/>
              <a:gd name="connsiteY2" fmla="*/ 1678480 h 2113909"/>
              <a:gd name="connsiteX3" fmla="*/ 913964 w 2113910"/>
              <a:gd name="connsiteY3" fmla="*/ 1374555 h 2113909"/>
              <a:gd name="connsiteX4" fmla="*/ 942229 w 2113910"/>
              <a:gd name="connsiteY4" fmla="*/ 1294839 h 2113909"/>
              <a:gd name="connsiteX5" fmla="*/ 1294837 w 2113910"/>
              <a:gd name="connsiteY5" fmla="*/ 942230 h 2113909"/>
              <a:gd name="connsiteX6" fmla="*/ 1374556 w 2113910"/>
              <a:gd name="connsiteY6" fmla="*/ 913964 h 2113909"/>
              <a:gd name="connsiteX7" fmla="*/ 1678481 w 2113910"/>
              <a:gd name="connsiteY7" fmla="*/ 870859 h 2113909"/>
              <a:gd name="connsiteX8" fmla="*/ 2113910 w 2113910"/>
              <a:gd name="connsiteY8" fmla="*/ 435429 h 2113909"/>
              <a:gd name="connsiteX9" fmla="*/ 1678481 w 2113910"/>
              <a:gd name="connsiteY9" fmla="*/ 0 h 2113909"/>
              <a:gd name="connsiteX10" fmla="*/ 1243052 w 2113910"/>
              <a:gd name="connsiteY10" fmla="*/ 435429 h 2113909"/>
              <a:gd name="connsiteX11" fmla="*/ 1199947 w 2113910"/>
              <a:gd name="connsiteY11" fmla="*/ 739355 h 2113909"/>
              <a:gd name="connsiteX12" fmla="*/ 1171682 w 2113910"/>
              <a:gd name="connsiteY12" fmla="*/ 819068 h 2113909"/>
              <a:gd name="connsiteX13" fmla="*/ 819070 w 2113910"/>
              <a:gd name="connsiteY13" fmla="*/ 1171680 h 2113909"/>
              <a:gd name="connsiteX14" fmla="*/ 739354 w 2113910"/>
              <a:gd name="connsiteY14" fmla="*/ 1199946 h 2113909"/>
              <a:gd name="connsiteX15" fmla="*/ 435429 w 2113910"/>
              <a:gd name="connsiteY15" fmla="*/ 1243051 h 2113909"/>
              <a:gd name="connsiteX16" fmla="*/ 0 w 2113910"/>
              <a:gd name="connsiteY16" fmla="*/ 1678480 h 2113909"/>
              <a:gd name="connsiteX17" fmla="*/ 127534 w 2113910"/>
              <a:gd name="connsiteY17" fmla="*/ 1986375 h 2113909"/>
              <a:gd name="connsiteX0" fmla="*/ 127534 w 2113910"/>
              <a:gd name="connsiteY0" fmla="*/ 1986375 h 2113909"/>
              <a:gd name="connsiteX1" fmla="*/ 435429 w 2113910"/>
              <a:gd name="connsiteY1" fmla="*/ 2113909 h 2113909"/>
              <a:gd name="connsiteX2" fmla="*/ 870858 w 2113910"/>
              <a:gd name="connsiteY2" fmla="*/ 1678480 h 2113909"/>
              <a:gd name="connsiteX3" fmla="*/ 913964 w 2113910"/>
              <a:gd name="connsiteY3" fmla="*/ 1374555 h 2113909"/>
              <a:gd name="connsiteX4" fmla="*/ 942229 w 2113910"/>
              <a:gd name="connsiteY4" fmla="*/ 1294839 h 2113909"/>
              <a:gd name="connsiteX5" fmla="*/ 1294837 w 2113910"/>
              <a:gd name="connsiteY5" fmla="*/ 942230 h 2113909"/>
              <a:gd name="connsiteX6" fmla="*/ 1374556 w 2113910"/>
              <a:gd name="connsiteY6" fmla="*/ 913964 h 2113909"/>
              <a:gd name="connsiteX7" fmla="*/ 1678481 w 2113910"/>
              <a:gd name="connsiteY7" fmla="*/ 870859 h 2113909"/>
              <a:gd name="connsiteX8" fmla="*/ 2113910 w 2113910"/>
              <a:gd name="connsiteY8" fmla="*/ 435429 h 2113909"/>
              <a:gd name="connsiteX9" fmla="*/ 1678481 w 2113910"/>
              <a:gd name="connsiteY9" fmla="*/ 0 h 2113909"/>
              <a:gd name="connsiteX10" fmla="*/ 1243052 w 2113910"/>
              <a:gd name="connsiteY10" fmla="*/ 435429 h 2113909"/>
              <a:gd name="connsiteX11" fmla="*/ 1199947 w 2113910"/>
              <a:gd name="connsiteY11" fmla="*/ 739355 h 2113909"/>
              <a:gd name="connsiteX12" fmla="*/ 1171682 w 2113910"/>
              <a:gd name="connsiteY12" fmla="*/ 819068 h 2113909"/>
              <a:gd name="connsiteX13" fmla="*/ 819070 w 2113910"/>
              <a:gd name="connsiteY13" fmla="*/ 1171680 h 2113909"/>
              <a:gd name="connsiteX14" fmla="*/ 739354 w 2113910"/>
              <a:gd name="connsiteY14" fmla="*/ 1199946 h 2113909"/>
              <a:gd name="connsiteX15" fmla="*/ 435429 w 2113910"/>
              <a:gd name="connsiteY15" fmla="*/ 1243051 h 2113909"/>
              <a:gd name="connsiteX16" fmla="*/ 0 w 2113910"/>
              <a:gd name="connsiteY16" fmla="*/ 1678480 h 2113909"/>
              <a:gd name="connsiteX17" fmla="*/ 127534 w 2113910"/>
              <a:gd name="connsiteY17" fmla="*/ 1986375 h 2113909"/>
              <a:gd name="connsiteX0" fmla="*/ 127534 w 2113910"/>
              <a:gd name="connsiteY0" fmla="*/ 1986375 h 2113909"/>
              <a:gd name="connsiteX1" fmla="*/ 435429 w 2113910"/>
              <a:gd name="connsiteY1" fmla="*/ 2113909 h 2113909"/>
              <a:gd name="connsiteX2" fmla="*/ 870858 w 2113910"/>
              <a:gd name="connsiteY2" fmla="*/ 1678480 h 2113909"/>
              <a:gd name="connsiteX3" fmla="*/ 913964 w 2113910"/>
              <a:gd name="connsiteY3" fmla="*/ 1374555 h 2113909"/>
              <a:gd name="connsiteX4" fmla="*/ 942229 w 2113910"/>
              <a:gd name="connsiteY4" fmla="*/ 1294839 h 2113909"/>
              <a:gd name="connsiteX5" fmla="*/ 1294837 w 2113910"/>
              <a:gd name="connsiteY5" fmla="*/ 942230 h 2113909"/>
              <a:gd name="connsiteX6" fmla="*/ 1374556 w 2113910"/>
              <a:gd name="connsiteY6" fmla="*/ 913964 h 2113909"/>
              <a:gd name="connsiteX7" fmla="*/ 1678481 w 2113910"/>
              <a:gd name="connsiteY7" fmla="*/ 870859 h 2113909"/>
              <a:gd name="connsiteX8" fmla="*/ 2113910 w 2113910"/>
              <a:gd name="connsiteY8" fmla="*/ 435429 h 2113909"/>
              <a:gd name="connsiteX9" fmla="*/ 1678481 w 2113910"/>
              <a:gd name="connsiteY9" fmla="*/ 0 h 2113909"/>
              <a:gd name="connsiteX10" fmla="*/ 1243052 w 2113910"/>
              <a:gd name="connsiteY10" fmla="*/ 435429 h 2113909"/>
              <a:gd name="connsiteX11" fmla="*/ 1199947 w 2113910"/>
              <a:gd name="connsiteY11" fmla="*/ 739355 h 2113909"/>
              <a:gd name="connsiteX12" fmla="*/ 1171682 w 2113910"/>
              <a:gd name="connsiteY12" fmla="*/ 819068 h 2113909"/>
              <a:gd name="connsiteX13" fmla="*/ 819070 w 2113910"/>
              <a:gd name="connsiteY13" fmla="*/ 1171680 h 2113909"/>
              <a:gd name="connsiteX14" fmla="*/ 739354 w 2113910"/>
              <a:gd name="connsiteY14" fmla="*/ 1199946 h 2113909"/>
              <a:gd name="connsiteX15" fmla="*/ 435429 w 2113910"/>
              <a:gd name="connsiteY15" fmla="*/ 1243051 h 2113909"/>
              <a:gd name="connsiteX16" fmla="*/ 0 w 2113910"/>
              <a:gd name="connsiteY16" fmla="*/ 1678480 h 2113909"/>
              <a:gd name="connsiteX17" fmla="*/ 127534 w 2113910"/>
              <a:gd name="connsiteY17" fmla="*/ 1986375 h 2113909"/>
              <a:gd name="connsiteX0" fmla="*/ 127534 w 2113910"/>
              <a:gd name="connsiteY0" fmla="*/ 1986375 h 2113909"/>
              <a:gd name="connsiteX1" fmla="*/ 435429 w 2113910"/>
              <a:gd name="connsiteY1" fmla="*/ 2113909 h 2113909"/>
              <a:gd name="connsiteX2" fmla="*/ 870858 w 2113910"/>
              <a:gd name="connsiteY2" fmla="*/ 1678480 h 2113909"/>
              <a:gd name="connsiteX3" fmla="*/ 913964 w 2113910"/>
              <a:gd name="connsiteY3" fmla="*/ 1374555 h 2113909"/>
              <a:gd name="connsiteX4" fmla="*/ 942229 w 2113910"/>
              <a:gd name="connsiteY4" fmla="*/ 1294839 h 2113909"/>
              <a:gd name="connsiteX5" fmla="*/ 1294837 w 2113910"/>
              <a:gd name="connsiteY5" fmla="*/ 942230 h 2113909"/>
              <a:gd name="connsiteX6" fmla="*/ 1374556 w 2113910"/>
              <a:gd name="connsiteY6" fmla="*/ 913964 h 2113909"/>
              <a:gd name="connsiteX7" fmla="*/ 1678481 w 2113910"/>
              <a:gd name="connsiteY7" fmla="*/ 870859 h 2113909"/>
              <a:gd name="connsiteX8" fmla="*/ 2113910 w 2113910"/>
              <a:gd name="connsiteY8" fmla="*/ 435429 h 2113909"/>
              <a:gd name="connsiteX9" fmla="*/ 1678481 w 2113910"/>
              <a:gd name="connsiteY9" fmla="*/ 0 h 2113909"/>
              <a:gd name="connsiteX10" fmla="*/ 1243052 w 2113910"/>
              <a:gd name="connsiteY10" fmla="*/ 435429 h 2113909"/>
              <a:gd name="connsiteX11" fmla="*/ 1199947 w 2113910"/>
              <a:gd name="connsiteY11" fmla="*/ 739355 h 2113909"/>
              <a:gd name="connsiteX12" fmla="*/ 1171682 w 2113910"/>
              <a:gd name="connsiteY12" fmla="*/ 819068 h 2113909"/>
              <a:gd name="connsiteX13" fmla="*/ 819070 w 2113910"/>
              <a:gd name="connsiteY13" fmla="*/ 1171680 h 2113909"/>
              <a:gd name="connsiteX14" fmla="*/ 739354 w 2113910"/>
              <a:gd name="connsiteY14" fmla="*/ 1199946 h 2113909"/>
              <a:gd name="connsiteX15" fmla="*/ 435429 w 2113910"/>
              <a:gd name="connsiteY15" fmla="*/ 1243051 h 2113909"/>
              <a:gd name="connsiteX16" fmla="*/ 0 w 2113910"/>
              <a:gd name="connsiteY16" fmla="*/ 1678480 h 2113909"/>
              <a:gd name="connsiteX17" fmla="*/ 127534 w 2113910"/>
              <a:gd name="connsiteY17" fmla="*/ 1986375 h 2113909"/>
              <a:gd name="connsiteX0" fmla="*/ 127534 w 2113910"/>
              <a:gd name="connsiteY0" fmla="*/ 1986375 h 2113909"/>
              <a:gd name="connsiteX1" fmla="*/ 435429 w 2113910"/>
              <a:gd name="connsiteY1" fmla="*/ 2113909 h 2113909"/>
              <a:gd name="connsiteX2" fmla="*/ 870858 w 2113910"/>
              <a:gd name="connsiteY2" fmla="*/ 1678480 h 2113909"/>
              <a:gd name="connsiteX3" fmla="*/ 913964 w 2113910"/>
              <a:gd name="connsiteY3" fmla="*/ 1374555 h 2113909"/>
              <a:gd name="connsiteX4" fmla="*/ 942229 w 2113910"/>
              <a:gd name="connsiteY4" fmla="*/ 1294839 h 2113909"/>
              <a:gd name="connsiteX5" fmla="*/ 1294837 w 2113910"/>
              <a:gd name="connsiteY5" fmla="*/ 942230 h 2113909"/>
              <a:gd name="connsiteX6" fmla="*/ 1374556 w 2113910"/>
              <a:gd name="connsiteY6" fmla="*/ 913964 h 2113909"/>
              <a:gd name="connsiteX7" fmla="*/ 1678481 w 2113910"/>
              <a:gd name="connsiteY7" fmla="*/ 870859 h 2113909"/>
              <a:gd name="connsiteX8" fmla="*/ 2113910 w 2113910"/>
              <a:gd name="connsiteY8" fmla="*/ 435429 h 2113909"/>
              <a:gd name="connsiteX9" fmla="*/ 1678481 w 2113910"/>
              <a:gd name="connsiteY9" fmla="*/ 0 h 2113909"/>
              <a:gd name="connsiteX10" fmla="*/ 1243052 w 2113910"/>
              <a:gd name="connsiteY10" fmla="*/ 435429 h 2113909"/>
              <a:gd name="connsiteX11" fmla="*/ 1199947 w 2113910"/>
              <a:gd name="connsiteY11" fmla="*/ 739355 h 2113909"/>
              <a:gd name="connsiteX12" fmla="*/ 1171682 w 2113910"/>
              <a:gd name="connsiteY12" fmla="*/ 819068 h 2113909"/>
              <a:gd name="connsiteX13" fmla="*/ 819070 w 2113910"/>
              <a:gd name="connsiteY13" fmla="*/ 1171680 h 2113909"/>
              <a:gd name="connsiteX14" fmla="*/ 739354 w 2113910"/>
              <a:gd name="connsiteY14" fmla="*/ 1199946 h 2113909"/>
              <a:gd name="connsiteX15" fmla="*/ 435429 w 2113910"/>
              <a:gd name="connsiteY15" fmla="*/ 1243051 h 2113909"/>
              <a:gd name="connsiteX16" fmla="*/ 0 w 2113910"/>
              <a:gd name="connsiteY16" fmla="*/ 1678480 h 2113909"/>
              <a:gd name="connsiteX17" fmla="*/ 127534 w 2113910"/>
              <a:gd name="connsiteY17" fmla="*/ 1986375 h 211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113910" h="2113909">
                <a:moveTo>
                  <a:pt x="127534" y="1986375"/>
                </a:moveTo>
                <a:cubicBezTo>
                  <a:pt x="206331" y="2065172"/>
                  <a:pt x="315189" y="2113909"/>
                  <a:pt x="435429" y="2113909"/>
                </a:cubicBezTo>
                <a:cubicBezTo>
                  <a:pt x="675910" y="2113909"/>
                  <a:pt x="870858" y="1918961"/>
                  <a:pt x="870858" y="1678480"/>
                </a:cubicBezTo>
                <a:cubicBezTo>
                  <a:pt x="870858" y="1577172"/>
                  <a:pt x="885226" y="1475863"/>
                  <a:pt x="913964" y="1374555"/>
                </a:cubicBezTo>
                <a:lnTo>
                  <a:pt x="942229" y="1294839"/>
                </a:lnTo>
                <a:cubicBezTo>
                  <a:pt x="1044503" y="1136603"/>
                  <a:pt x="1154407" y="1036872"/>
                  <a:pt x="1294837" y="942230"/>
                </a:cubicBezTo>
                <a:lnTo>
                  <a:pt x="1374556" y="913964"/>
                </a:lnTo>
                <a:cubicBezTo>
                  <a:pt x="1475864" y="885227"/>
                  <a:pt x="1577172" y="870859"/>
                  <a:pt x="1678481" y="870859"/>
                </a:cubicBezTo>
                <a:cubicBezTo>
                  <a:pt x="1918962" y="870859"/>
                  <a:pt x="2113910" y="675911"/>
                  <a:pt x="2113910" y="435429"/>
                </a:cubicBezTo>
                <a:cubicBezTo>
                  <a:pt x="2113910" y="194948"/>
                  <a:pt x="1918962" y="0"/>
                  <a:pt x="1678481" y="0"/>
                </a:cubicBezTo>
                <a:cubicBezTo>
                  <a:pt x="1438000" y="0"/>
                  <a:pt x="1243052" y="194948"/>
                  <a:pt x="1243052" y="435429"/>
                </a:cubicBezTo>
                <a:cubicBezTo>
                  <a:pt x="1243052" y="536738"/>
                  <a:pt x="1228684" y="638046"/>
                  <a:pt x="1199947" y="739355"/>
                </a:cubicBezTo>
                <a:lnTo>
                  <a:pt x="1171682" y="819068"/>
                </a:lnTo>
                <a:cubicBezTo>
                  <a:pt x="1082126" y="959499"/>
                  <a:pt x="969676" y="1082124"/>
                  <a:pt x="819070" y="1171680"/>
                </a:cubicBezTo>
                <a:lnTo>
                  <a:pt x="739354" y="1199946"/>
                </a:lnTo>
                <a:cubicBezTo>
                  <a:pt x="638046" y="1228683"/>
                  <a:pt x="536737" y="1243051"/>
                  <a:pt x="435429" y="1243051"/>
                </a:cubicBezTo>
                <a:cubicBezTo>
                  <a:pt x="194948" y="1243051"/>
                  <a:pt x="0" y="1437999"/>
                  <a:pt x="0" y="1678480"/>
                </a:cubicBezTo>
                <a:cubicBezTo>
                  <a:pt x="0" y="1798720"/>
                  <a:pt x="48737" y="1907578"/>
                  <a:pt x="127534" y="1986375"/>
                </a:cubicBezTo>
                <a:close/>
              </a:path>
            </a:pathLst>
          </a:custGeom>
          <a:solidFill>
            <a:srgbClr val="CE8D3E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39" name="Freeform: Shape 41">
            <a:extLst>
              <a:ext uri="{FF2B5EF4-FFF2-40B4-BE49-F238E27FC236}">
                <a16:creationId xmlns:a16="http://schemas.microsoft.com/office/drawing/2014/main" id="{09F75D33-82FC-019F-047C-B351F3B3E1A7}"/>
              </a:ext>
            </a:extLst>
          </p:cNvPr>
          <p:cNvSpPr/>
          <p:nvPr/>
        </p:nvSpPr>
        <p:spPr>
          <a:xfrm rot="4497718">
            <a:off x="5656276" y="2052596"/>
            <a:ext cx="2200022" cy="2200021"/>
          </a:xfrm>
          <a:custGeom>
            <a:avLst/>
            <a:gdLst>
              <a:gd name="connsiteX0" fmla="*/ 127534 w 2113910"/>
              <a:gd name="connsiteY0" fmla="*/ 1986375 h 2113909"/>
              <a:gd name="connsiteX1" fmla="*/ 435429 w 2113910"/>
              <a:gd name="connsiteY1" fmla="*/ 2113909 h 2113909"/>
              <a:gd name="connsiteX2" fmla="*/ 870858 w 2113910"/>
              <a:gd name="connsiteY2" fmla="*/ 1678480 h 2113909"/>
              <a:gd name="connsiteX3" fmla="*/ 913964 w 2113910"/>
              <a:gd name="connsiteY3" fmla="*/ 1374555 h 2113909"/>
              <a:gd name="connsiteX4" fmla="*/ 942229 w 2113910"/>
              <a:gd name="connsiteY4" fmla="*/ 1294839 h 2113909"/>
              <a:gd name="connsiteX5" fmla="*/ 1294837 w 2113910"/>
              <a:gd name="connsiteY5" fmla="*/ 942230 h 2113909"/>
              <a:gd name="connsiteX6" fmla="*/ 1374556 w 2113910"/>
              <a:gd name="connsiteY6" fmla="*/ 913964 h 2113909"/>
              <a:gd name="connsiteX7" fmla="*/ 1678481 w 2113910"/>
              <a:gd name="connsiteY7" fmla="*/ 870859 h 2113909"/>
              <a:gd name="connsiteX8" fmla="*/ 2113910 w 2113910"/>
              <a:gd name="connsiteY8" fmla="*/ 435429 h 2113909"/>
              <a:gd name="connsiteX9" fmla="*/ 1678481 w 2113910"/>
              <a:gd name="connsiteY9" fmla="*/ 0 h 2113909"/>
              <a:gd name="connsiteX10" fmla="*/ 1243052 w 2113910"/>
              <a:gd name="connsiteY10" fmla="*/ 435429 h 2113909"/>
              <a:gd name="connsiteX11" fmla="*/ 1199947 w 2113910"/>
              <a:gd name="connsiteY11" fmla="*/ 739355 h 2113909"/>
              <a:gd name="connsiteX12" fmla="*/ 1171682 w 2113910"/>
              <a:gd name="connsiteY12" fmla="*/ 819068 h 2113909"/>
              <a:gd name="connsiteX13" fmla="*/ 819070 w 2113910"/>
              <a:gd name="connsiteY13" fmla="*/ 1171680 h 2113909"/>
              <a:gd name="connsiteX14" fmla="*/ 739354 w 2113910"/>
              <a:gd name="connsiteY14" fmla="*/ 1199946 h 2113909"/>
              <a:gd name="connsiteX15" fmla="*/ 435429 w 2113910"/>
              <a:gd name="connsiteY15" fmla="*/ 1243051 h 2113909"/>
              <a:gd name="connsiteX16" fmla="*/ 0 w 2113910"/>
              <a:gd name="connsiteY16" fmla="*/ 1678480 h 2113909"/>
              <a:gd name="connsiteX17" fmla="*/ 127534 w 2113910"/>
              <a:gd name="connsiteY17" fmla="*/ 1986375 h 2113909"/>
              <a:gd name="connsiteX0" fmla="*/ 127534 w 2113910"/>
              <a:gd name="connsiteY0" fmla="*/ 1986375 h 2113909"/>
              <a:gd name="connsiteX1" fmla="*/ 435429 w 2113910"/>
              <a:gd name="connsiteY1" fmla="*/ 2113909 h 2113909"/>
              <a:gd name="connsiteX2" fmla="*/ 870858 w 2113910"/>
              <a:gd name="connsiteY2" fmla="*/ 1678480 h 2113909"/>
              <a:gd name="connsiteX3" fmla="*/ 913964 w 2113910"/>
              <a:gd name="connsiteY3" fmla="*/ 1374555 h 2113909"/>
              <a:gd name="connsiteX4" fmla="*/ 942229 w 2113910"/>
              <a:gd name="connsiteY4" fmla="*/ 1294839 h 2113909"/>
              <a:gd name="connsiteX5" fmla="*/ 1294837 w 2113910"/>
              <a:gd name="connsiteY5" fmla="*/ 942230 h 2113909"/>
              <a:gd name="connsiteX6" fmla="*/ 1374556 w 2113910"/>
              <a:gd name="connsiteY6" fmla="*/ 913964 h 2113909"/>
              <a:gd name="connsiteX7" fmla="*/ 1678481 w 2113910"/>
              <a:gd name="connsiteY7" fmla="*/ 870859 h 2113909"/>
              <a:gd name="connsiteX8" fmla="*/ 2113910 w 2113910"/>
              <a:gd name="connsiteY8" fmla="*/ 435429 h 2113909"/>
              <a:gd name="connsiteX9" fmla="*/ 1678481 w 2113910"/>
              <a:gd name="connsiteY9" fmla="*/ 0 h 2113909"/>
              <a:gd name="connsiteX10" fmla="*/ 1243052 w 2113910"/>
              <a:gd name="connsiteY10" fmla="*/ 435429 h 2113909"/>
              <a:gd name="connsiteX11" fmla="*/ 1199947 w 2113910"/>
              <a:gd name="connsiteY11" fmla="*/ 739355 h 2113909"/>
              <a:gd name="connsiteX12" fmla="*/ 1171682 w 2113910"/>
              <a:gd name="connsiteY12" fmla="*/ 819068 h 2113909"/>
              <a:gd name="connsiteX13" fmla="*/ 819070 w 2113910"/>
              <a:gd name="connsiteY13" fmla="*/ 1171680 h 2113909"/>
              <a:gd name="connsiteX14" fmla="*/ 739354 w 2113910"/>
              <a:gd name="connsiteY14" fmla="*/ 1199946 h 2113909"/>
              <a:gd name="connsiteX15" fmla="*/ 435429 w 2113910"/>
              <a:gd name="connsiteY15" fmla="*/ 1243051 h 2113909"/>
              <a:gd name="connsiteX16" fmla="*/ 0 w 2113910"/>
              <a:gd name="connsiteY16" fmla="*/ 1678480 h 2113909"/>
              <a:gd name="connsiteX17" fmla="*/ 127534 w 2113910"/>
              <a:gd name="connsiteY17" fmla="*/ 1986375 h 2113909"/>
              <a:gd name="connsiteX0" fmla="*/ 127534 w 2113910"/>
              <a:gd name="connsiteY0" fmla="*/ 1986375 h 2113909"/>
              <a:gd name="connsiteX1" fmla="*/ 435429 w 2113910"/>
              <a:gd name="connsiteY1" fmla="*/ 2113909 h 2113909"/>
              <a:gd name="connsiteX2" fmla="*/ 870858 w 2113910"/>
              <a:gd name="connsiteY2" fmla="*/ 1678480 h 2113909"/>
              <a:gd name="connsiteX3" fmla="*/ 913964 w 2113910"/>
              <a:gd name="connsiteY3" fmla="*/ 1374555 h 2113909"/>
              <a:gd name="connsiteX4" fmla="*/ 942229 w 2113910"/>
              <a:gd name="connsiteY4" fmla="*/ 1294839 h 2113909"/>
              <a:gd name="connsiteX5" fmla="*/ 1294837 w 2113910"/>
              <a:gd name="connsiteY5" fmla="*/ 942230 h 2113909"/>
              <a:gd name="connsiteX6" fmla="*/ 1374556 w 2113910"/>
              <a:gd name="connsiteY6" fmla="*/ 913964 h 2113909"/>
              <a:gd name="connsiteX7" fmla="*/ 1678481 w 2113910"/>
              <a:gd name="connsiteY7" fmla="*/ 870859 h 2113909"/>
              <a:gd name="connsiteX8" fmla="*/ 2113910 w 2113910"/>
              <a:gd name="connsiteY8" fmla="*/ 435429 h 2113909"/>
              <a:gd name="connsiteX9" fmla="*/ 1678481 w 2113910"/>
              <a:gd name="connsiteY9" fmla="*/ 0 h 2113909"/>
              <a:gd name="connsiteX10" fmla="*/ 1243052 w 2113910"/>
              <a:gd name="connsiteY10" fmla="*/ 435429 h 2113909"/>
              <a:gd name="connsiteX11" fmla="*/ 1199947 w 2113910"/>
              <a:gd name="connsiteY11" fmla="*/ 739355 h 2113909"/>
              <a:gd name="connsiteX12" fmla="*/ 1171682 w 2113910"/>
              <a:gd name="connsiteY12" fmla="*/ 819068 h 2113909"/>
              <a:gd name="connsiteX13" fmla="*/ 819070 w 2113910"/>
              <a:gd name="connsiteY13" fmla="*/ 1171680 h 2113909"/>
              <a:gd name="connsiteX14" fmla="*/ 739354 w 2113910"/>
              <a:gd name="connsiteY14" fmla="*/ 1199946 h 2113909"/>
              <a:gd name="connsiteX15" fmla="*/ 435429 w 2113910"/>
              <a:gd name="connsiteY15" fmla="*/ 1243051 h 2113909"/>
              <a:gd name="connsiteX16" fmla="*/ 0 w 2113910"/>
              <a:gd name="connsiteY16" fmla="*/ 1678480 h 2113909"/>
              <a:gd name="connsiteX17" fmla="*/ 127534 w 2113910"/>
              <a:gd name="connsiteY17" fmla="*/ 1986375 h 2113909"/>
              <a:gd name="connsiteX0" fmla="*/ 127534 w 2113910"/>
              <a:gd name="connsiteY0" fmla="*/ 1986375 h 2113909"/>
              <a:gd name="connsiteX1" fmla="*/ 435429 w 2113910"/>
              <a:gd name="connsiteY1" fmla="*/ 2113909 h 2113909"/>
              <a:gd name="connsiteX2" fmla="*/ 870858 w 2113910"/>
              <a:gd name="connsiteY2" fmla="*/ 1678480 h 2113909"/>
              <a:gd name="connsiteX3" fmla="*/ 913964 w 2113910"/>
              <a:gd name="connsiteY3" fmla="*/ 1374555 h 2113909"/>
              <a:gd name="connsiteX4" fmla="*/ 942229 w 2113910"/>
              <a:gd name="connsiteY4" fmla="*/ 1294839 h 2113909"/>
              <a:gd name="connsiteX5" fmla="*/ 1294837 w 2113910"/>
              <a:gd name="connsiteY5" fmla="*/ 942230 h 2113909"/>
              <a:gd name="connsiteX6" fmla="*/ 1374556 w 2113910"/>
              <a:gd name="connsiteY6" fmla="*/ 913964 h 2113909"/>
              <a:gd name="connsiteX7" fmla="*/ 1678481 w 2113910"/>
              <a:gd name="connsiteY7" fmla="*/ 870859 h 2113909"/>
              <a:gd name="connsiteX8" fmla="*/ 2113910 w 2113910"/>
              <a:gd name="connsiteY8" fmla="*/ 435429 h 2113909"/>
              <a:gd name="connsiteX9" fmla="*/ 1678481 w 2113910"/>
              <a:gd name="connsiteY9" fmla="*/ 0 h 2113909"/>
              <a:gd name="connsiteX10" fmla="*/ 1243052 w 2113910"/>
              <a:gd name="connsiteY10" fmla="*/ 435429 h 2113909"/>
              <a:gd name="connsiteX11" fmla="*/ 1199947 w 2113910"/>
              <a:gd name="connsiteY11" fmla="*/ 739355 h 2113909"/>
              <a:gd name="connsiteX12" fmla="*/ 1171682 w 2113910"/>
              <a:gd name="connsiteY12" fmla="*/ 819068 h 2113909"/>
              <a:gd name="connsiteX13" fmla="*/ 819070 w 2113910"/>
              <a:gd name="connsiteY13" fmla="*/ 1171680 h 2113909"/>
              <a:gd name="connsiteX14" fmla="*/ 739354 w 2113910"/>
              <a:gd name="connsiteY14" fmla="*/ 1199946 h 2113909"/>
              <a:gd name="connsiteX15" fmla="*/ 435429 w 2113910"/>
              <a:gd name="connsiteY15" fmla="*/ 1243051 h 2113909"/>
              <a:gd name="connsiteX16" fmla="*/ 0 w 2113910"/>
              <a:gd name="connsiteY16" fmla="*/ 1678480 h 2113909"/>
              <a:gd name="connsiteX17" fmla="*/ 127534 w 2113910"/>
              <a:gd name="connsiteY17" fmla="*/ 1986375 h 2113909"/>
              <a:gd name="connsiteX0" fmla="*/ 127534 w 2113910"/>
              <a:gd name="connsiteY0" fmla="*/ 1986375 h 2113909"/>
              <a:gd name="connsiteX1" fmla="*/ 435429 w 2113910"/>
              <a:gd name="connsiteY1" fmla="*/ 2113909 h 2113909"/>
              <a:gd name="connsiteX2" fmla="*/ 870858 w 2113910"/>
              <a:gd name="connsiteY2" fmla="*/ 1678480 h 2113909"/>
              <a:gd name="connsiteX3" fmla="*/ 913964 w 2113910"/>
              <a:gd name="connsiteY3" fmla="*/ 1374555 h 2113909"/>
              <a:gd name="connsiteX4" fmla="*/ 942229 w 2113910"/>
              <a:gd name="connsiteY4" fmla="*/ 1294839 h 2113909"/>
              <a:gd name="connsiteX5" fmla="*/ 1294837 w 2113910"/>
              <a:gd name="connsiteY5" fmla="*/ 942230 h 2113909"/>
              <a:gd name="connsiteX6" fmla="*/ 1374556 w 2113910"/>
              <a:gd name="connsiteY6" fmla="*/ 913964 h 2113909"/>
              <a:gd name="connsiteX7" fmla="*/ 1678481 w 2113910"/>
              <a:gd name="connsiteY7" fmla="*/ 870859 h 2113909"/>
              <a:gd name="connsiteX8" fmla="*/ 2113910 w 2113910"/>
              <a:gd name="connsiteY8" fmla="*/ 435429 h 2113909"/>
              <a:gd name="connsiteX9" fmla="*/ 1678481 w 2113910"/>
              <a:gd name="connsiteY9" fmla="*/ 0 h 2113909"/>
              <a:gd name="connsiteX10" fmla="*/ 1243052 w 2113910"/>
              <a:gd name="connsiteY10" fmla="*/ 435429 h 2113909"/>
              <a:gd name="connsiteX11" fmla="*/ 1199947 w 2113910"/>
              <a:gd name="connsiteY11" fmla="*/ 739355 h 2113909"/>
              <a:gd name="connsiteX12" fmla="*/ 1171682 w 2113910"/>
              <a:gd name="connsiteY12" fmla="*/ 819068 h 2113909"/>
              <a:gd name="connsiteX13" fmla="*/ 819070 w 2113910"/>
              <a:gd name="connsiteY13" fmla="*/ 1171680 h 2113909"/>
              <a:gd name="connsiteX14" fmla="*/ 739354 w 2113910"/>
              <a:gd name="connsiteY14" fmla="*/ 1199946 h 2113909"/>
              <a:gd name="connsiteX15" fmla="*/ 435429 w 2113910"/>
              <a:gd name="connsiteY15" fmla="*/ 1243051 h 2113909"/>
              <a:gd name="connsiteX16" fmla="*/ 0 w 2113910"/>
              <a:gd name="connsiteY16" fmla="*/ 1678480 h 2113909"/>
              <a:gd name="connsiteX17" fmla="*/ 127534 w 2113910"/>
              <a:gd name="connsiteY17" fmla="*/ 1986375 h 211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113910" h="2113909">
                <a:moveTo>
                  <a:pt x="127534" y="1986375"/>
                </a:moveTo>
                <a:cubicBezTo>
                  <a:pt x="206331" y="2065172"/>
                  <a:pt x="315189" y="2113909"/>
                  <a:pt x="435429" y="2113909"/>
                </a:cubicBezTo>
                <a:cubicBezTo>
                  <a:pt x="675910" y="2113909"/>
                  <a:pt x="870858" y="1918961"/>
                  <a:pt x="870858" y="1678480"/>
                </a:cubicBezTo>
                <a:cubicBezTo>
                  <a:pt x="870858" y="1577172"/>
                  <a:pt x="885226" y="1475863"/>
                  <a:pt x="913964" y="1374555"/>
                </a:cubicBezTo>
                <a:lnTo>
                  <a:pt x="942229" y="1294839"/>
                </a:lnTo>
                <a:cubicBezTo>
                  <a:pt x="1044503" y="1136603"/>
                  <a:pt x="1154407" y="1036872"/>
                  <a:pt x="1294837" y="942230"/>
                </a:cubicBezTo>
                <a:lnTo>
                  <a:pt x="1374556" y="913964"/>
                </a:lnTo>
                <a:cubicBezTo>
                  <a:pt x="1475864" y="885227"/>
                  <a:pt x="1577172" y="870859"/>
                  <a:pt x="1678481" y="870859"/>
                </a:cubicBezTo>
                <a:cubicBezTo>
                  <a:pt x="1918962" y="870859"/>
                  <a:pt x="2113910" y="675911"/>
                  <a:pt x="2113910" y="435429"/>
                </a:cubicBezTo>
                <a:cubicBezTo>
                  <a:pt x="2113910" y="194948"/>
                  <a:pt x="1918962" y="0"/>
                  <a:pt x="1678481" y="0"/>
                </a:cubicBezTo>
                <a:cubicBezTo>
                  <a:pt x="1438000" y="0"/>
                  <a:pt x="1243052" y="194948"/>
                  <a:pt x="1243052" y="435429"/>
                </a:cubicBezTo>
                <a:cubicBezTo>
                  <a:pt x="1243052" y="536738"/>
                  <a:pt x="1228684" y="638046"/>
                  <a:pt x="1199947" y="739355"/>
                </a:cubicBezTo>
                <a:lnTo>
                  <a:pt x="1171682" y="819068"/>
                </a:lnTo>
                <a:cubicBezTo>
                  <a:pt x="1082126" y="959499"/>
                  <a:pt x="969676" y="1082124"/>
                  <a:pt x="819070" y="1171680"/>
                </a:cubicBezTo>
                <a:lnTo>
                  <a:pt x="739354" y="1199946"/>
                </a:lnTo>
                <a:cubicBezTo>
                  <a:pt x="638046" y="1228683"/>
                  <a:pt x="536737" y="1243051"/>
                  <a:pt x="435429" y="1243051"/>
                </a:cubicBezTo>
                <a:cubicBezTo>
                  <a:pt x="194948" y="1243051"/>
                  <a:pt x="0" y="1437999"/>
                  <a:pt x="0" y="1678480"/>
                </a:cubicBezTo>
                <a:cubicBezTo>
                  <a:pt x="0" y="1798720"/>
                  <a:pt x="48737" y="1907578"/>
                  <a:pt x="127534" y="1986375"/>
                </a:cubicBezTo>
                <a:close/>
              </a:path>
            </a:pathLst>
          </a:custGeom>
          <a:solidFill>
            <a:srgbClr val="EC7016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40" name="Freeform: Shape 42">
            <a:extLst>
              <a:ext uri="{FF2B5EF4-FFF2-40B4-BE49-F238E27FC236}">
                <a16:creationId xmlns:a16="http://schemas.microsoft.com/office/drawing/2014/main" id="{B2044788-035E-F9AF-CBCD-45B067870793}"/>
              </a:ext>
            </a:extLst>
          </p:cNvPr>
          <p:cNvSpPr/>
          <p:nvPr/>
        </p:nvSpPr>
        <p:spPr>
          <a:xfrm rot="17102282" flipH="1">
            <a:off x="7240365" y="2052596"/>
            <a:ext cx="2200022" cy="2200021"/>
          </a:xfrm>
          <a:custGeom>
            <a:avLst/>
            <a:gdLst>
              <a:gd name="connsiteX0" fmla="*/ 127534 w 2113910"/>
              <a:gd name="connsiteY0" fmla="*/ 1986375 h 2113909"/>
              <a:gd name="connsiteX1" fmla="*/ 435429 w 2113910"/>
              <a:gd name="connsiteY1" fmla="*/ 2113909 h 2113909"/>
              <a:gd name="connsiteX2" fmla="*/ 870858 w 2113910"/>
              <a:gd name="connsiteY2" fmla="*/ 1678480 h 2113909"/>
              <a:gd name="connsiteX3" fmla="*/ 913964 w 2113910"/>
              <a:gd name="connsiteY3" fmla="*/ 1374555 h 2113909"/>
              <a:gd name="connsiteX4" fmla="*/ 942229 w 2113910"/>
              <a:gd name="connsiteY4" fmla="*/ 1294839 h 2113909"/>
              <a:gd name="connsiteX5" fmla="*/ 1294837 w 2113910"/>
              <a:gd name="connsiteY5" fmla="*/ 942230 h 2113909"/>
              <a:gd name="connsiteX6" fmla="*/ 1374556 w 2113910"/>
              <a:gd name="connsiteY6" fmla="*/ 913964 h 2113909"/>
              <a:gd name="connsiteX7" fmla="*/ 1678481 w 2113910"/>
              <a:gd name="connsiteY7" fmla="*/ 870859 h 2113909"/>
              <a:gd name="connsiteX8" fmla="*/ 2113910 w 2113910"/>
              <a:gd name="connsiteY8" fmla="*/ 435429 h 2113909"/>
              <a:gd name="connsiteX9" fmla="*/ 1678481 w 2113910"/>
              <a:gd name="connsiteY9" fmla="*/ 0 h 2113909"/>
              <a:gd name="connsiteX10" fmla="*/ 1243052 w 2113910"/>
              <a:gd name="connsiteY10" fmla="*/ 435429 h 2113909"/>
              <a:gd name="connsiteX11" fmla="*/ 1199947 w 2113910"/>
              <a:gd name="connsiteY11" fmla="*/ 739355 h 2113909"/>
              <a:gd name="connsiteX12" fmla="*/ 1171682 w 2113910"/>
              <a:gd name="connsiteY12" fmla="*/ 819068 h 2113909"/>
              <a:gd name="connsiteX13" fmla="*/ 819070 w 2113910"/>
              <a:gd name="connsiteY13" fmla="*/ 1171680 h 2113909"/>
              <a:gd name="connsiteX14" fmla="*/ 739354 w 2113910"/>
              <a:gd name="connsiteY14" fmla="*/ 1199946 h 2113909"/>
              <a:gd name="connsiteX15" fmla="*/ 435429 w 2113910"/>
              <a:gd name="connsiteY15" fmla="*/ 1243051 h 2113909"/>
              <a:gd name="connsiteX16" fmla="*/ 0 w 2113910"/>
              <a:gd name="connsiteY16" fmla="*/ 1678480 h 2113909"/>
              <a:gd name="connsiteX17" fmla="*/ 127534 w 2113910"/>
              <a:gd name="connsiteY17" fmla="*/ 1986375 h 2113909"/>
              <a:gd name="connsiteX0" fmla="*/ 127534 w 2113910"/>
              <a:gd name="connsiteY0" fmla="*/ 1986375 h 2113909"/>
              <a:gd name="connsiteX1" fmla="*/ 435429 w 2113910"/>
              <a:gd name="connsiteY1" fmla="*/ 2113909 h 2113909"/>
              <a:gd name="connsiteX2" fmla="*/ 870858 w 2113910"/>
              <a:gd name="connsiteY2" fmla="*/ 1678480 h 2113909"/>
              <a:gd name="connsiteX3" fmla="*/ 913964 w 2113910"/>
              <a:gd name="connsiteY3" fmla="*/ 1374555 h 2113909"/>
              <a:gd name="connsiteX4" fmla="*/ 942229 w 2113910"/>
              <a:gd name="connsiteY4" fmla="*/ 1294839 h 2113909"/>
              <a:gd name="connsiteX5" fmla="*/ 1294837 w 2113910"/>
              <a:gd name="connsiteY5" fmla="*/ 942230 h 2113909"/>
              <a:gd name="connsiteX6" fmla="*/ 1374556 w 2113910"/>
              <a:gd name="connsiteY6" fmla="*/ 913964 h 2113909"/>
              <a:gd name="connsiteX7" fmla="*/ 1678481 w 2113910"/>
              <a:gd name="connsiteY7" fmla="*/ 870859 h 2113909"/>
              <a:gd name="connsiteX8" fmla="*/ 2113910 w 2113910"/>
              <a:gd name="connsiteY8" fmla="*/ 435429 h 2113909"/>
              <a:gd name="connsiteX9" fmla="*/ 1678481 w 2113910"/>
              <a:gd name="connsiteY9" fmla="*/ 0 h 2113909"/>
              <a:gd name="connsiteX10" fmla="*/ 1243052 w 2113910"/>
              <a:gd name="connsiteY10" fmla="*/ 435429 h 2113909"/>
              <a:gd name="connsiteX11" fmla="*/ 1199947 w 2113910"/>
              <a:gd name="connsiteY11" fmla="*/ 739355 h 2113909"/>
              <a:gd name="connsiteX12" fmla="*/ 1171682 w 2113910"/>
              <a:gd name="connsiteY12" fmla="*/ 819068 h 2113909"/>
              <a:gd name="connsiteX13" fmla="*/ 819070 w 2113910"/>
              <a:gd name="connsiteY13" fmla="*/ 1171680 h 2113909"/>
              <a:gd name="connsiteX14" fmla="*/ 739354 w 2113910"/>
              <a:gd name="connsiteY14" fmla="*/ 1199946 h 2113909"/>
              <a:gd name="connsiteX15" fmla="*/ 435429 w 2113910"/>
              <a:gd name="connsiteY15" fmla="*/ 1243051 h 2113909"/>
              <a:gd name="connsiteX16" fmla="*/ 0 w 2113910"/>
              <a:gd name="connsiteY16" fmla="*/ 1678480 h 2113909"/>
              <a:gd name="connsiteX17" fmla="*/ 127534 w 2113910"/>
              <a:gd name="connsiteY17" fmla="*/ 1986375 h 2113909"/>
              <a:gd name="connsiteX0" fmla="*/ 127534 w 2113910"/>
              <a:gd name="connsiteY0" fmla="*/ 1986375 h 2113909"/>
              <a:gd name="connsiteX1" fmla="*/ 435429 w 2113910"/>
              <a:gd name="connsiteY1" fmla="*/ 2113909 h 2113909"/>
              <a:gd name="connsiteX2" fmla="*/ 870858 w 2113910"/>
              <a:gd name="connsiteY2" fmla="*/ 1678480 h 2113909"/>
              <a:gd name="connsiteX3" fmla="*/ 913964 w 2113910"/>
              <a:gd name="connsiteY3" fmla="*/ 1374555 h 2113909"/>
              <a:gd name="connsiteX4" fmla="*/ 942229 w 2113910"/>
              <a:gd name="connsiteY4" fmla="*/ 1294839 h 2113909"/>
              <a:gd name="connsiteX5" fmla="*/ 1294837 w 2113910"/>
              <a:gd name="connsiteY5" fmla="*/ 942230 h 2113909"/>
              <a:gd name="connsiteX6" fmla="*/ 1374556 w 2113910"/>
              <a:gd name="connsiteY6" fmla="*/ 913964 h 2113909"/>
              <a:gd name="connsiteX7" fmla="*/ 1678481 w 2113910"/>
              <a:gd name="connsiteY7" fmla="*/ 870859 h 2113909"/>
              <a:gd name="connsiteX8" fmla="*/ 2113910 w 2113910"/>
              <a:gd name="connsiteY8" fmla="*/ 435429 h 2113909"/>
              <a:gd name="connsiteX9" fmla="*/ 1678481 w 2113910"/>
              <a:gd name="connsiteY9" fmla="*/ 0 h 2113909"/>
              <a:gd name="connsiteX10" fmla="*/ 1243052 w 2113910"/>
              <a:gd name="connsiteY10" fmla="*/ 435429 h 2113909"/>
              <a:gd name="connsiteX11" fmla="*/ 1199947 w 2113910"/>
              <a:gd name="connsiteY11" fmla="*/ 739355 h 2113909"/>
              <a:gd name="connsiteX12" fmla="*/ 1171682 w 2113910"/>
              <a:gd name="connsiteY12" fmla="*/ 819068 h 2113909"/>
              <a:gd name="connsiteX13" fmla="*/ 819070 w 2113910"/>
              <a:gd name="connsiteY13" fmla="*/ 1171680 h 2113909"/>
              <a:gd name="connsiteX14" fmla="*/ 739354 w 2113910"/>
              <a:gd name="connsiteY14" fmla="*/ 1199946 h 2113909"/>
              <a:gd name="connsiteX15" fmla="*/ 435429 w 2113910"/>
              <a:gd name="connsiteY15" fmla="*/ 1243051 h 2113909"/>
              <a:gd name="connsiteX16" fmla="*/ 0 w 2113910"/>
              <a:gd name="connsiteY16" fmla="*/ 1678480 h 2113909"/>
              <a:gd name="connsiteX17" fmla="*/ 127534 w 2113910"/>
              <a:gd name="connsiteY17" fmla="*/ 1986375 h 2113909"/>
              <a:gd name="connsiteX0" fmla="*/ 127534 w 2113910"/>
              <a:gd name="connsiteY0" fmla="*/ 1986375 h 2113909"/>
              <a:gd name="connsiteX1" fmla="*/ 435429 w 2113910"/>
              <a:gd name="connsiteY1" fmla="*/ 2113909 h 2113909"/>
              <a:gd name="connsiteX2" fmla="*/ 870858 w 2113910"/>
              <a:gd name="connsiteY2" fmla="*/ 1678480 h 2113909"/>
              <a:gd name="connsiteX3" fmla="*/ 913964 w 2113910"/>
              <a:gd name="connsiteY3" fmla="*/ 1374555 h 2113909"/>
              <a:gd name="connsiteX4" fmla="*/ 942229 w 2113910"/>
              <a:gd name="connsiteY4" fmla="*/ 1294839 h 2113909"/>
              <a:gd name="connsiteX5" fmla="*/ 1294837 w 2113910"/>
              <a:gd name="connsiteY5" fmla="*/ 942230 h 2113909"/>
              <a:gd name="connsiteX6" fmla="*/ 1374556 w 2113910"/>
              <a:gd name="connsiteY6" fmla="*/ 913964 h 2113909"/>
              <a:gd name="connsiteX7" fmla="*/ 1678481 w 2113910"/>
              <a:gd name="connsiteY7" fmla="*/ 870859 h 2113909"/>
              <a:gd name="connsiteX8" fmla="*/ 2113910 w 2113910"/>
              <a:gd name="connsiteY8" fmla="*/ 435429 h 2113909"/>
              <a:gd name="connsiteX9" fmla="*/ 1678481 w 2113910"/>
              <a:gd name="connsiteY9" fmla="*/ 0 h 2113909"/>
              <a:gd name="connsiteX10" fmla="*/ 1243052 w 2113910"/>
              <a:gd name="connsiteY10" fmla="*/ 435429 h 2113909"/>
              <a:gd name="connsiteX11" fmla="*/ 1199947 w 2113910"/>
              <a:gd name="connsiteY11" fmla="*/ 739355 h 2113909"/>
              <a:gd name="connsiteX12" fmla="*/ 1171682 w 2113910"/>
              <a:gd name="connsiteY12" fmla="*/ 819068 h 2113909"/>
              <a:gd name="connsiteX13" fmla="*/ 819070 w 2113910"/>
              <a:gd name="connsiteY13" fmla="*/ 1171680 h 2113909"/>
              <a:gd name="connsiteX14" fmla="*/ 739354 w 2113910"/>
              <a:gd name="connsiteY14" fmla="*/ 1199946 h 2113909"/>
              <a:gd name="connsiteX15" fmla="*/ 435429 w 2113910"/>
              <a:gd name="connsiteY15" fmla="*/ 1243051 h 2113909"/>
              <a:gd name="connsiteX16" fmla="*/ 0 w 2113910"/>
              <a:gd name="connsiteY16" fmla="*/ 1678480 h 2113909"/>
              <a:gd name="connsiteX17" fmla="*/ 127534 w 2113910"/>
              <a:gd name="connsiteY17" fmla="*/ 1986375 h 2113909"/>
              <a:gd name="connsiteX0" fmla="*/ 127534 w 2113910"/>
              <a:gd name="connsiteY0" fmla="*/ 1986375 h 2113909"/>
              <a:gd name="connsiteX1" fmla="*/ 435429 w 2113910"/>
              <a:gd name="connsiteY1" fmla="*/ 2113909 h 2113909"/>
              <a:gd name="connsiteX2" fmla="*/ 870858 w 2113910"/>
              <a:gd name="connsiteY2" fmla="*/ 1678480 h 2113909"/>
              <a:gd name="connsiteX3" fmla="*/ 913964 w 2113910"/>
              <a:gd name="connsiteY3" fmla="*/ 1374555 h 2113909"/>
              <a:gd name="connsiteX4" fmla="*/ 942229 w 2113910"/>
              <a:gd name="connsiteY4" fmla="*/ 1294839 h 2113909"/>
              <a:gd name="connsiteX5" fmla="*/ 1294837 w 2113910"/>
              <a:gd name="connsiteY5" fmla="*/ 942230 h 2113909"/>
              <a:gd name="connsiteX6" fmla="*/ 1374556 w 2113910"/>
              <a:gd name="connsiteY6" fmla="*/ 913964 h 2113909"/>
              <a:gd name="connsiteX7" fmla="*/ 1678481 w 2113910"/>
              <a:gd name="connsiteY7" fmla="*/ 870859 h 2113909"/>
              <a:gd name="connsiteX8" fmla="*/ 2113910 w 2113910"/>
              <a:gd name="connsiteY8" fmla="*/ 435429 h 2113909"/>
              <a:gd name="connsiteX9" fmla="*/ 1678481 w 2113910"/>
              <a:gd name="connsiteY9" fmla="*/ 0 h 2113909"/>
              <a:gd name="connsiteX10" fmla="*/ 1243052 w 2113910"/>
              <a:gd name="connsiteY10" fmla="*/ 435429 h 2113909"/>
              <a:gd name="connsiteX11" fmla="*/ 1199947 w 2113910"/>
              <a:gd name="connsiteY11" fmla="*/ 739355 h 2113909"/>
              <a:gd name="connsiteX12" fmla="*/ 1171682 w 2113910"/>
              <a:gd name="connsiteY12" fmla="*/ 819068 h 2113909"/>
              <a:gd name="connsiteX13" fmla="*/ 819070 w 2113910"/>
              <a:gd name="connsiteY13" fmla="*/ 1171680 h 2113909"/>
              <a:gd name="connsiteX14" fmla="*/ 739354 w 2113910"/>
              <a:gd name="connsiteY14" fmla="*/ 1199946 h 2113909"/>
              <a:gd name="connsiteX15" fmla="*/ 435429 w 2113910"/>
              <a:gd name="connsiteY15" fmla="*/ 1243051 h 2113909"/>
              <a:gd name="connsiteX16" fmla="*/ 0 w 2113910"/>
              <a:gd name="connsiteY16" fmla="*/ 1678480 h 2113909"/>
              <a:gd name="connsiteX17" fmla="*/ 127534 w 2113910"/>
              <a:gd name="connsiteY17" fmla="*/ 1986375 h 211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113910" h="2113909">
                <a:moveTo>
                  <a:pt x="127534" y="1986375"/>
                </a:moveTo>
                <a:cubicBezTo>
                  <a:pt x="206331" y="2065172"/>
                  <a:pt x="315189" y="2113909"/>
                  <a:pt x="435429" y="2113909"/>
                </a:cubicBezTo>
                <a:cubicBezTo>
                  <a:pt x="675910" y="2113909"/>
                  <a:pt x="870858" y="1918961"/>
                  <a:pt x="870858" y="1678480"/>
                </a:cubicBezTo>
                <a:cubicBezTo>
                  <a:pt x="870858" y="1577172"/>
                  <a:pt x="885226" y="1475863"/>
                  <a:pt x="913964" y="1374555"/>
                </a:cubicBezTo>
                <a:lnTo>
                  <a:pt x="942229" y="1294839"/>
                </a:lnTo>
                <a:cubicBezTo>
                  <a:pt x="1044503" y="1136603"/>
                  <a:pt x="1154407" y="1036872"/>
                  <a:pt x="1294837" y="942230"/>
                </a:cubicBezTo>
                <a:lnTo>
                  <a:pt x="1374556" y="913964"/>
                </a:lnTo>
                <a:cubicBezTo>
                  <a:pt x="1475864" y="885227"/>
                  <a:pt x="1577172" y="870859"/>
                  <a:pt x="1678481" y="870859"/>
                </a:cubicBezTo>
                <a:cubicBezTo>
                  <a:pt x="1918962" y="870859"/>
                  <a:pt x="2113910" y="675911"/>
                  <a:pt x="2113910" y="435429"/>
                </a:cubicBezTo>
                <a:cubicBezTo>
                  <a:pt x="2113910" y="194948"/>
                  <a:pt x="1918962" y="0"/>
                  <a:pt x="1678481" y="0"/>
                </a:cubicBezTo>
                <a:cubicBezTo>
                  <a:pt x="1438000" y="0"/>
                  <a:pt x="1243052" y="194948"/>
                  <a:pt x="1243052" y="435429"/>
                </a:cubicBezTo>
                <a:cubicBezTo>
                  <a:pt x="1243052" y="536738"/>
                  <a:pt x="1228684" y="638046"/>
                  <a:pt x="1199947" y="739355"/>
                </a:cubicBezTo>
                <a:lnTo>
                  <a:pt x="1171682" y="819068"/>
                </a:lnTo>
                <a:cubicBezTo>
                  <a:pt x="1082126" y="959499"/>
                  <a:pt x="969676" y="1082124"/>
                  <a:pt x="819070" y="1171680"/>
                </a:cubicBezTo>
                <a:lnTo>
                  <a:pt x="739354" y="1199946"/>
                </a:lnTo>
                <a:cubicBezTo>
                  <a:pt x="638046" y="1228683"/>
                  <a:pt x="536737" y="1243051"/>
                  <a:pt x="435429" y="1243051"/>
                </a:cubicBezTo>
                <a:cubicBezTo>
                  <a:pt x="194948" y="1243051"/>
                  <a:pt x="0" y="1437999"/>
                  <a:pt x="0" y="1678480"/>
                </a:cubicBezTo>
                <a:cubicBezTo>
                  <a:pt x="0" y="1798720"/>
                  <a:pt x="48737" y="1907578"/>
                  <a:pt x="127534" y="1986375"/>
                </a:cubicBezTo>
                <a:close/>
              </a:path>
            </a:pathLst>
          </a:custGeom>
          <a:solidFill>
            <a:srgbClr val="E64823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41" name="Freeform: Shape 43">
            <a:extLst>
              <a:ext uri="{FF2B5EF4-FFF2-40B4-BE49-F238E27FC236}">
                <a16:creationId xmlns:a16="http://schemas.microsoft.com/office/drawing/2014/main" id="{B649A1E6-66FE-6653-811F-9BBAD58EF6EF}"/>
              </a:ext>
            </a:extLst>
          </p:cNvPr>
          <p:cNvSpPr/>
          <p:nvPr/>
        </p:nvSpPr>
        <p:spPr>
          <a:xfrm rot="4497718">
            <a:off x="8824453" y="2052596"/>
            <a:ext cx="2200022" cy="2200021"/>
          </a:xfrm>
          <a:custGeom>
            <a:avLst/>
            <a:gdLst>
              <a:gd name="connsiteX0" fmla="*/ 127534 w 2113910"/>
              <a:gd name="connsiteY0" fmla="*/ 1986375 h 2113909"/>
              <a:gd name="connsiteX1" fmla="*/ 435429 w 2113910"/>
              <a:gd name="connsiteY1" fmla="*/ 2113909 h 2113909"/>
              <a:gd name="connsiteX2" fmla="*/ 870858 w 2113910"/>
              <a:gd name="connsiteY2" fmla="*/ 1678480 h 2113909"/>
              <a:gd name="connsiteX3" fmla="*/ 913964 w 2113910"/>
              <a:gd name="connsiteY3" fmla="*/ 1374555 h 2113909"/>
              <a:gd name="connsiteX4" fmla="*/ 942229 w 2113910"/>
              <a:gd name="connsiteY4" fmla="*/ 1294839 h 2113909"/>
              <a:gd name="connsiteX5" fmla="*/ 1294837 w 2113910"/>
              <a:gd name="connsiteY5" fmla="*/ 942230 h 2113909"/>
              <a:gd name="connsiteX6" fmla="*/ 1374556 w 2113910"/>
              <a:gd name="connsiteY6" fmla="*/ 913964 h 2113909"/>
              <a:gd name="connsiteX7" fmla="*/ 1678481 w 2113910"/>
              <a:gd name="connsiteY7" fmla="*/ 870859 h 2113909"/>
              <a:gd name="connsiteX8" fmla="*/ 2113910 w 2113910"/>
              <a:gd name="connsiteY8" fmla="*/ 435429 h 2113909"/>
              <a:gd name="connsiteX9" fmla="*/ 1678481 w 2113910"/>
              <a:gd name="connsiteY9" fmla="*/ 0 h 2113909"/>
              <a:gd name="connsiteX10" fmla="*/ 1243052 w 2113910"/>
              <a:gd name="connsiteY10" fmla="*/ 435429 h 2113909"/>
              <a:gd name="connsiteX11" fmla="*/ 1199947 w 2113910"/>
              <a:gd name="connsiteY11" fmla="*/ 739355 h 2113909"/>
              <a:gd name="connsiteX12" fmla="*/ 1171682 w 2113910"/>
              <a:gd name="connsiteY12" fmla="*/ 819068 h 2113909"/>
              <a:gd name="connsiteX13" fmla="*/ 819070 w 2113910"/>
              <a:gd name="connsiteY13" fmla="*/ 1171680 h 2113909"/>
              <a:gd name="connsiteX14" fmla="*/ 739354 w 2113910"/>
              <a:gd name="connsiteY14" fmla="*/ 1199946 h 2113909"/>
              <a:gd name="connsiteX15" fmla="*/ 435429 w 2113910"/>
              <a:gd name="connsiteY15" fmla="*/ 1243051 h 2113909"/>
              <a:gd name="connsiteX16" fmla="*/ 0 w 2113910"/>
              <a:gd name="connsiteY16" fmla="*/ 1678480 h 2113909"/>
              <a:gd name="connsiteX17" fmla="*/ 127534 w 2113910"/>
              <a:gd name="connsiteY17" fmla="*/ 1986375 h 2113909"/>
              <a:gd name="connsiteX0" fmla="*/ 127534 w 2113910"/>
              <a:gd name="connsiteY0" fmla="*/ 1986375 h 2113909"/>
              <a:gd name="connsiteX1" fmla="*/ 435429 w 2113910"/>
              <a:gd name="connsiteY1" fmla="*/ 2113909 h 2113909"/>
              <a:gd name="connsiteX2" fmla="*/ 870858 w 2113910"/>
              <a:gd name="connsiteY2" fmla="*/ 1678480 h 2113909"/>
              <a:gd name="connsiteX3" fmla="*/ 913964 w 2113910"/>
              <a:gd name="connsiteY3" fmla="*/ 1374555 h 2113909"/>
              <a:gd name="connsiteX4" fmla="*/ 942229 w 2113910"/>
              <a:gd name="connsiteY4" fmla="*/ 1294839 h 2113909"/>
              <a:gd name="connsiteX5" fmla="*/ 1294837 w 2113910"/>
              <a:gd name="connsiteY5" fmla="*/ 942230 h 2113909"/>
              <a:gd name="connsiteX6" fmla="*/ 1374556 w 2113910"/>
              <a:gd name="connsiteY6" fmla="*/ 913964 h 2113909"/>
              <a:gd name="connsiteX7" fmla="*/ 1678481 w 2113910"/>
              <a:gd name="connsiteY7" fmla="*/ 870859 h 2113909"/>
              <a:gd name="connsiteX8" fmla="*/ 2113910 w 2113910"/>
              <a:gd name="connsiteY8" fmla="*/ 435429 h 2113909"/>
              <a:gd name="connsiteX9" fmla="*/ 1678481 w 2113910"/>
              <a:gd name="connsiteY9" fmla="*/ 0 h 2113909"/>
              <a:gd name="connsiteX10" fmla="*/ 1243052 w 2113910"/>
              <a:gd name="connsiteY10" fmla="*/ 435429 h 2113909"/>
              <a:gd name="connsiteX11" fmla="*/ 1199947 w 2113910"/>
              <a:gd name="connsiteY11" fmla="*/ 739355 h 2113909"/>
              <a:gd name="connsiteX12" fmla="*/ 1171682 w 2113910"/>
              <a:gd name="connsiteY12" fmla="*/ 819068 h 2113909"/>
              <a:gd name="connsiteX13" fmla="*/ 819070 w 2113910"/>
              <a:gd name="connsiteY13" fmla="*/ 1171680 h 2113909"/>
              <a:gd name="connsiteX14" fmla="*/ 739354 w 2113910"/>
              <a:gd name="connsiteY14" fmla="*/ 1199946 h 2113909"/>
              <a:gd name="connsiteX15" fmla="*/ 435429 w 2113910"/>
              <a:gd name="connsiteY15" fmla="*/ 1243051 h 2113909"/>
              <a:gd name="connsiteX16" fmla="*/ 0 w 2113910"/>
              <a:gd name="connsiteY16" fmla="*/ 1678480 h 2113909"/>
              <a:gd name="connsiteX17" fmla="*/ 127534 w 2113910"/>
              <a:gd name="connsiteY17" fmla="*/ 1986375 h 2113909"/>
              <a:gd name="connsiteX0" fmla="*/ 127534 w 2113910"/>
              <a:gd name="connsiteY0" fmla="*/ 1986375 h 2113909"/>
              <a:gd name="connsiteX1" fmla="*/ 435429 w 2113910"/>
              <a:gd name="connsiteY1" fmla="*/ 2113909 h 2113909"/>
              <a:gd name="connsiteX2" fmla="*/ 870858 w 2113910"/>
              <a:gd name="connsiteY2" fmla="*/ 1678480 h 2113909"/>
              <a:gd name="connsiteX3" fmla="*/ 913964 w 2113910"/>
              <a:gd name="connsiteY3" fmla="*/ 1374555 h 2113909"/>
              <a:gd name="connsiteX4" fmla="*/ 942229 w 2113910"/>
              <a:gd name="connsiteY4" fmla="*/ 1294839 h 2113909"/>
              <a:gd name="connsiteX5" fmla="*/ 1294837 w 2113910"/>
              <a:gd name="connsiteY5" fmla="*/ 942230 h 2113909"/>
              <a:gd name="connsiteX6" fmla="*/ 1374556 w 2113910"/>
              <a:gd name="connsiteY6" fmla="*/ 913964 h 2113909"/>
              <a:gd name="connsiteX7" fmla="*/ 1678481 w 2113910"/>
              <a:gd name="connsiteY7" fmla="*/ 870859 h 2113909"/>
              <a:gd name="connsiteX8" fmla="*/ 2113910 w 2113910"/>
              <a:gd name="connsiteY8" fmla="*/ 435429 h 2113909"/>
              <a:gd name="connsiteX9" fmla="*/ 1678481 w 2113910"/>
              <a:gd name="connsiteY9" fmla="*/ 0 h 2113909"/>
              <a:gd name="connsiteX10" fmla="*/ 1243052 w 2113910"/>
              <a:gd name="connsiteY10" fmla="*/ 435429 h 2113909"/>
              <a:gd name="connsiteX11" fmla="*/ 1199947 w 2113910"/>
              <a:gd name="connsiteY11" fmla="*/ 739355 h 2113909"/>
              <a:gd name="connsiteX12" fmla="*/ 1171682 w 2113910"/>
              <a:gd name="connsiteY12" fmla="*/ 819068 h 2113909"/>
              <a:gd name="connsiteX13" fmla="*/ 819070 w 2113910"/>
              <a:gd name="connsiteY13" fmla="*/ 1171680 h 2113909"/>
              <a:gd name="connsiteX14" fmla="*/ 739354 w 2113910"/>
              <a:gd name="connsiteY14" fmla="*/ 1199946 h 2113909"/>
              <a:gd name="connsiteX15" fmla="*/ 435429 w 2113910"/>
              <a:gd name="connsiteY15" fmla="*/ 1243051 h 2113909"/>
              <a:gd name="connsiteX16" fmla="*/ 0 w 2113910"/>
              <a:gd name="connsiteY16" fmla="*/ 1678480 h 2113909"/>
              <a:gd name="connsiteX17" fmla="*/ 127534 w 2113910"/>
              <a:gd name="connsiteY17" fmla="*/ 1986375 h 2113909"/>
              <a:gd name="connsiteX0" fmla="*/ 127534 w 2113910"/>
              <a:gd name="connsiteY0" fmla="*/ 1986375 h 2113909"/>
              <a:gd name="connsiteX1" fmla="*/ 435429 w 2113910"/>
              <a:gd name="connsiteY1" fmla="*/ 2113909 h 2113909"/>
              <a:gd name="connsiteX2" fmla="*/ 870858 w 2113910"/>
              <a:gd name="connsiteY2" fmla="*/ 1678480 h 2113909"/>
              <a:gd name="connsiteX3" fmla="*/ 913964 w 2113910"/>
              <a:gd name="connsiteY3" fmla="*/ 1374555 h 2113909"/>
              <a:gd name="connsiteX4" fmla="*/ 942229 w 2113910"/>
              <a:gd name="connsiteY4" fmla="*/ 1294839 h 2113909"/>
              <a:gd name="connsiteX5" fmla="*/ 1294837 w 2113910"/>
              <a:gd name="connsiteY5" fmla="*/ 942230 h 2113909"/>
              <a:gd name="connsiteX6" fmla="*/ 1374556 w 2113910"/>
              <a:gd name="connsiteY6" fmla="*/ 913964 h 2113909"/>
              <a:gd name="connsiteX7" fmla="*/ 1678481 w 2113910"/>
              <a:gd name="connsiteY7" fmla="*/ 870859 h 2113909"/>
              <a:gd name="connsiteX8" fmla="*/ 2113910 w 2113910"/>
              <a:gd name="connsiteY8" fmla="*/ 435429 h 2113909"/>
              <a:gd name="connsiteX9" fmla="*/ 1678481 w 2113910"/>
              <a:gd name="connsiteY9" fmla="*/ 0 h 2113909"/>
              <a:gd name="connsiteX10" fmla="*/ 1243052 w 2113910"/>
              <a:gd name="connsiteY10" fmla="*/ 435429 h 2113909"/>
              <a:gd name="connsiteX11" fmla="*/ 1199947 w 2113910"/>
              <a:gd name="connsiteY11" fmla="*/ 739355 h 2113909"/>
              <a:gd name="connsiteX12" fmla="*/ 1171682 w 2113910"/>
              <a:gd name="connsiteY12" fmla="*/ 819068 h 2113909"/>
              <a:gd name="connsiteX13" fmla="*/ 819070 w 2113910"/>
              <a:gd name="connsiteY13" fmla="*/ 1171680 h 2113909"/>
              <a:gd name="connsiteX14" fmla="*/ 739354 w 2113910"/>
              <a:gd name="connsiteY14" fmla="*/ 1199946 h 2113909"/>
              <a:gd name="connsiteX15" fmla="*/ 435429 w 2113910"/>
              <a:gd name="connsiteY15" fmla="*/ 1243051 h 2113909"/>
              <a:gd name="connsiteX16" fmla="*/ 0 w 2113910"/>
              <a:gd name="connsiteY16" fmla="*/ 1678480 h 2113909"/>
              <a:gd name="connsiteX17" fmla="*/ 127534 w 2113910"/>
              <a:gd name="connsiteY17" fmla="*/ 1986375 h 2113909"/>
              <a:gd name="connsiteX0" fmla="*/ 127534 w 2113910"/>
              <a:gd name="connsiteY0" fmla="*/ 1986375 h 2113909"/>
              <a:gd name="connsiteX1" fmla="*/ 435429 w 2113910"/>
              <a:gd name="connsiteY1" fmla="*/ 2113909 h 2113909"/>
              <a:gd name="connsiteX2" fmla="*/ 870858 w 2113910"/>
              <a:gd name="connsiteY2" fmla="*/ 1678480 h 2113909"/>
              <a:gd name="connsiteX3" fmla="*/ 913964 w 2113910"/>
              <a:gd name="connsiteY3" fmla="*/ 1374555 h 2113909"/>
              <a:gd name="connsiteX4" fmla="*/ 942229 w 2113910"/>
              <a:gd name="connsiteY4" fmla="*/ 1294839 h 2113909"/>
              <a:gd name="connsiteX5" fmla="*/ 1294837 w 2113910"/>
              <a:gd name="connsiteY5" fmla="*/ 942230 h 2113909"/>
              <a:gd name="connsiteX6" fmla="*/ 1374556 w 2113910"/>
              <a:gd name="connsiteY6" fmla="*/ 913964 h 2113909"/>
              <a:gd name="connsiteX7" fmla="*/ 1678481 w 2113910"/>
              <a:gd name="connsiteY7" fmla="*/ 870859 h 2113909"/>
              <a:gd name="connsiteX8" fmla="*/ 2113910 w 2113910"/>
              <a:gd name="connsiteY8" fmla="*/ 435429 h 2113909"/>
              <a:gd name="connsiteX9" fmla="*/ 1678481 w 2113910"/>
              <a:gd name="connsiteY9" fmla="*/ 0 h 2113909"/>
              <a:gd name="connsiteX10" fmla="*/ 1243052 w 2113910"/>
              <a:gd name="connsiteY10" fmla="*/ 435429 h 2113909"/>
              <a:gd name="connsiteX11" fmla="*/ 1199947 w 2113910"/>
              <a:gd name="connsiteY11" fmla="*/ 739355 h 2113909"/>
              <a:gd name="connsiteX12" fmla="*/ 1171682 w 2113910"/>
              <a:gd name="connsiteY12" fmla="*/ 819068 h 2113909"/>
              <a:gd name="connsiteX13" fmla="*/ 819070 w 2113910"/>
              <a:gd name="connsiteY13" fmla="*/ 1171680 h 2113909"/>
              <a:gd name="connsiteX14" fmla="*/ 739354 w 2113910"/>
              <a:gd name="connsiteY14" fmla="*/ 1199946 h 2113909"/>
              <a:gd name="connsiteX15" fmla="*/ 435429 w 2113910"/>
              <a:gd name="connsiteY15" fmla="*/ 1243051 h 2113909"/>
              <a:gd name="connsiteX16" fmla="*/ 0 w 2113910"/>
              <a:gd name="connsiteY16" fmla="*/ 1678480 h 2113909"/>
              <a:gd name="connsiteX17" fmla="*/ 127534 w 2113910"/>
              <a:gd name="connsiteY17" fmla="*/ 1986375 h 211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113910" h="2113909">
                <a:moveTo>
                  <a:pt x="127534" y="1986375"/>
                </a:moveTo>
                <a:cubicBezTo>
                  <a:pt x="206331" y="2065172"/>
                  <a:pt x="315189" y="2113909"/>
                  <a:pt x="435429" y="2113909"/>
                </a:cubicBezTo>
                <a:cubicBezTo>
                  <a:pt x="675910" y="2113909"/>
                  <a:pt x="870858" y="1918961"/>
                  <a:pt x="870858" y="1678480"/>
                </a:cubicBezTo>
                <a:cubicBezTo>
                  <a:pt x="870858" y="1577172"/>
                  <a:pt x="885226" y="1475863"/>
                  <a:pt x="913964" y="1374555"/>
                </a:cubicBezTo>
                <a:lnTo>
                  <a:pt x="942229" y="1294839"/>
                </a:lnTo>
                <a:cubicBezTo>
                  <a:pt x="1044503" y="1136603"/>
                  <a:pt x="1154407" y="1036872"/>
                  <a:pt x="1294837" y="942230"/>
                </a:cubicBezTo>
                <a:lnTo>
                  <a:pt x="1374556" y="913964"/>
                </a:lnTo>
                <a:cubicBezTo>
                  <a:pt x="1475864" y="885227"/>
                  <a:pt x="1577172" y="870859"/>
                  <a:pt x="1678481" y="870859"/>
                </a:cubicBezTo>
                <a:cubicBezTo>
                  <a:pt x="1918962" y="870859"/>
                  <a:pt x="2113910" y="675911"/>
                  <a:pt x="2113910" y="435429"/>
                </a:cubicBezTo>
                <a:cubicBezTo>
                  <a:pt x="2113910" y="194948"/>
                  <a:pt x="1918962" y="0"/>
                  <a:pt x="1678481" y="0"/>
                </a:cubicBezTo>
                <a:cubicBezTo>
                  <a:pt x="1438000" y="0"/>
                  <a:pt x="1243052" y="194948"/>
                  <a:pt x="1243052" y="435429"/>
                </a:cubicBezTo>
                <a:cubicBezTo>
                  <a:pt x="1243052" y="536738"/>
                  <a:pt x="1228684" y="638046"/>
                  <a:pt x="1199947" y="739355"/>
                </a:cubicBezTo>
                <a:lnTo>
                  <a:pt x="1171682" y="819068"/>
                </a:lnTo>
                <a:cubicBezTo>
                  <a:pt x="1082126" y="959499"/>
                  <a:pt x="969676" y="1082124"/>
                  <a:pt x="819070" y="1171680"/>
                </a:cubicBezTo>
                <a:lnTo>
                  <a:pt x="739354" y="1199946"/>
                </a:lnTo>
                <a:cubicBezTo>
                  <a:pt x="638046" y="1228683"/>
                  <a:pt x="536737" y="1243051"/>
                  <a:pt x="435429" y="1243051"/>
                </a:cubicBezTo>
                <a:cubicBezTo>
                  <a:pt x="194948" y="1243051"/>
                  <a:pt x="0" y="1437999"/>
                  <a:pt x="0" y="1678480"/>
                </a:cubicBezTo>
                <a:cubicBezTo>
                  <a:pt x="0" y="1798720"/>
                  <a:pt x="48737" y="1907578"/>
                  <a:pt x="127534" y="1986375"/>
                </a:cubicBezTo>
                <a:close/>
              </a:path>
            </a:pathLst>
          </a:custGeom>
          <a:solidFill>
            <a:srgbClr val="9C6A6A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grpSp>
        <p:nvGrpSpPr>
          <p:cNvPr id="42" name="Group 17">
            <a:extLst>
              <a:ext uri="{FF2B5EF4-FFF2-40B4-BE49-F238E27FC236}">
                <a16:creationId xmlns:a16="http://schemas.microsoft.com/office/drawing/2014/main" id="{1AE71D4A-2B78-5A90-0386-DFC33A081E58}"/>
              </a:ext>
            </a:extLst>
          </p:cNvPr>
          <p:cNvGrpSpPr/>
          <p:nvPr/>
        </p:nvGrpSpPr>
        <p:grpSpPr>
          <a:xfrm>
            <a:off x="1732844" y="1181088"/>
            <a:ext cx="2101386" cy="901805"/>
            <a:chOff x="7119339" y="3350432"/>
            <a:chExt cx="1550267" cy="901805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B3349C9-27EB-133B-83D3-823B11FB318E}"/>
                </a:ext>
              </a:extLst>
            </p:cNvPr>
            <p:cNvSpPr txBox="1"/>
            <p:nvPr/>
          </p:nvSpPr>
          <p:spPr>
            <a:xfrm>
              <a:off x="7119339" y="3350432"/>
              <a:ext cx="1550267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F580B40-0C3D-9C4F-EDCB-4FD6B8FE8186}"/>
                </a:ext>
              </a:extLst>
            </p:cNvPr>
            <p:cNvSpPr txBox="1"/>
            <p:nvPr/>
          </p:nvSpPr>
          <p:spPr>
            <a:xfrm>
              <a:off x="7119339" y="3605906"/>
              <a:ext cx="15502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Get a modern PowerPoint  Presentation that is beautifully designed.</a:t>
              </a:r>
              <a:endPara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03FC0726-1028-B089-0835-8D0D92555815}"/>
              </a:ext>
            </a:extLst>
          </p:cNvPr>
          <p:cNvSpPr txBox="1"/>
          <p:nvPr/>
        </p:nvSpPr>
        <p:spPr>
          <a:xfrm>
            <a:off x="2317198" y="3227897"/>
            <a:ext cx="93267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F8931D"/>
                </a:solidFill>
                <a:latin typeface="Arial"/>
                <a:ea typeface="Arial Unicode MS"/>
                <a:cs typeface="Arial" pitchFamily="34" charset="0"/>
              </a:rPr>
              <a:t>2017</a:t>
            </a:r>
            <a:endParaRPr lang="ko-KR" altLang="en-US" sz="2000" b="1" dirty="0">
              <a:solidFill>
                <a:srgbClr val="F8931D"/>
              </a:solidFill>
              <a:latin typeface="Arial"/>
              <a:ea typeface="Arial Unicode MS"/>
              <a:cs typeface="Arial" pitchFamily="34" charset="0"/>
            </a:endParaRPr>
          </a:p>
        </p:txBody>
      </p:sp>
      <p:grpSp>
        <p:nvGrpSpPr>
          <p:cNvPr id="46" name="Group 17">
            <a:extLst>
              <a:ext uri="{FF2B5EF4-FFF2-40B4-BE49-F238E27FC236}">
                <a16:creationId xmlns:a16="http://schemas.microsoft.com/office/drawing/2014/main" id="{A6BB557D-25DB-0C92-E406-0D7BDC63CD30}"/>
              </a:ext>
            </a:extLst>
          </p:cNvPr>
          <p:cNvGrpSpPr/>
          <p:nvPr/>
        </p:nvGrpSpPr>
        <p:grpSpPr>
          <a:xfrm>
            <a:off x="4903192" y="1181088"/>
            <a:ext cx="2101386" cy="901805"/>
            <a:chOff x="7119339" y="3350432"/>
            <a:chExt cx="1550267" cy="901805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829B6DB-6B5F-C905-9697-3710F62FC5B4}"/>
                </a:ext>
              </a:extLst>
            </p:cNvPr>
            <p:cNvSpPr txBox="1"/>
            <p:nvPr/>
          </p:nvSpPr>
          <p:spPr>
            <a:xfrm>
              <a:off x="7119339" y="3350432"/>
              <a:ext cx="1550267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1907414-E446-6B4B-C9F0-FE10FC25474A}"/>
                </a:ext>
              </a:extLst>
            </p:cNvPr>
            <p:cNvSpPr txBox="1"/>
            <p:nvPr/>
          </p:nvSpPr>
          <p:spPr>
            <a:xfrm>
              <a:off x="7119339" y="3605906"/>
              <a:ext cx="15502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Get a modern PowerPoint  Presentation that is beautifully designed.</a:t>
              </a:r>
              <a:endPara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A86B0558-942A-E60F-8416-3E278AD57E80}"/>
              </a:ext>
            </a:extLst>
          </p:cNvPr>
          <p:cNvSpPr txBox="1"/>
          <p:nvPr/>
        </p:nvSpPr>
        <p:spPr>
          <a:xfrm>
            <a:off x="5487546" y="3227897"/>
            <a:ext cx="93267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EC7016"/>
                </a:solidFill>
                <a:latin typeface="Arial"/>
                <a:ea typeface="Arial Unicode MS"/>
                <a:cs typeface="Arial" pitchFamily="34" charset="0"/>
              </a:rPr>
              <a:t>2019</a:t>
            </a:r>
            <a:endParaRPr lang="ko-KR" altLang="en-US" sz="2000" b="1" dirty="0">
              <a:solidFill>
                <a:srgbClr val="EC7016"/>
              </a:solidFill>
              <a:latin typeface="Arial"/>
              <a:ea typeface="Arial Unicode MS"/>
              <a:cs typeface="Arial" pitchFamily="34" charset="0"/>
            </a:endParaRPr>
          </a:p>
        </p:txBody>
      </p:sp>
      <p:grpSp>
        <p:nvGrpSpPr>
          <p:cNvPr id="50" name="Group 17">
            <a:extLst>
              <a:ext uri="{FF2B5EF4-FFF2-40B4-BE49-F238E27FC236}">
                <a16:creationId xmlns:a16="http://schemas.microsoft.com/office/drawing/2014/main" id="{C243B1B4-8545-1B94-BF86-02EFEDD2BE37}"/>
              </a:ext>
            </a:extLst>
          </p:cNvPr>
          <p:cNvGrpSpPr/>
          <p:nvPr/>
        </p:nvGrpSpPr>
        <p:grpSpPr>
          <a:xfrm>
            <a:off x="8073539" y="1181088"/>
            <a:ext cx="2101386" cy="901805"/>
            <a:chOff x="7119339" y="3350432"/>
            <a:chExt cx="1550267" cy="901805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E4E3B0B-E26D-A164-D6C7-AC30290368FB}"/>
                </a:ext>
              </a:extLst>
            </p:cNvPr>
            <p:cNvSpPr txBox="1"/>
            <p:nvPr/>
          </p:nvSpPr>
          <p:spPr>
            <a:xfrm>
              <a:off x="7119339" y="3350432"/>
              <a:ext cx="1550267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C25EE6E-28A9-0E58-BAF4-C9C441BE0CA8}"/>
                </a:ext>
              </a:extLst>
            </p:cNvPr>
            <p:cNvSpPr txBox="1"/>
            <p:nvPr/>
          </p:nvSpPr>
          <p:spPr>
            <a:xfrm>
              <a:off x="7119339" y="3605906"/>
              <a:ext cx="15502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Get a modern PowerPoint  Presentation that is beautifully designed.</a:t>
              </a:r>
              <a:endPara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DBB771F5-CD32-EFF5-F959-F7F729A66B58}"/>
              </a:ext>
            </a:extLst>
          </p:cNvPr>
          <p:cNvSpPr txBox="1"/>
          <p:nvPr/>
        </p:nvSpPr>
        <p:spPr>
          <a:xfrm>
            <a:off x="8657893" y="3227897"/>
            <a:ext cx="93267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9C6A6A"/>
                </a:solidFill>
                <a:latin typeface="Arial"/>
                <a:ea typeface="Arial Unicode MS"/>
                <a:cs typeface="Arial" pitchFamily="34" charset="0"/>
              </a:rPr>
              <a:t>2021</a:t>
            </a:r>
            <a:endParaRPr lang="ko-KR" altLang="en-US" sz="2000" b="1" dirty="0">
              <a:solidFill>
                <a:srgbClr val="9C6A6A"/>
              </a:solidFill>
              <a:latin typeface="Arial"/>
              <a:ea typeface="Arial Unicode MS"/>
              <a:cs typeface="Arial" pitchFamily="34" charset="0"/>
            </a:endParaRPr>
          </a:p>
        </p:txBody>
      </p:sp>
      <p:grpSp>
        <p:nvGrpSpPr>
          <p:cNvPr id="54" name="Group 17">
            <a:extLst>
              <a:ext uri="{FF2B5EF4-FFF2-40B4-BE49-F238E27FC236}">
                <a16:creationId xmlns:a16="http://schemas.microsoft.com/office/drawing/2014/main" id="{8DBBAAD8-76B7-64C0-9EA0-F1AE87D3C2CC}"/>
              </a:ext>
            </a:extLst>
          </p:cNvPr>
          <p:cNvGrpSpPr/>
          <p:nvPr/>
        </p:nvGrpSpPr>
        <p:grpSpPr>
          <a:xfrm>
            <a:off x="3318018" y="4221041"/>
            <a:ext cx="2101386" cy="901805"/>
            <a:chOff x="7119339" y="3350432"/>
            <a:chExt cx="1550267" cy="90180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9BF8AC8-CEC0-E95E-606C-2581A4D96C56}"/>
                </a:ext>
              </a:extLst>
            </p:cNvPr>
            <p:cNvSpPr txBox="1"/>
            <p:nvPr/>
          </p:nvSpPr>
          <p:spPr>
            <a:xfrm>
              <a:off x="7119339" y="3350432"/>
              <a:ext cx="1550267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34B46A9-8384-485D-C077-09FCC2D12904}"/>
                </a:ext>
              </a:extLst>
            </p:cNvPr>
            <p:cNvSpPr txBox="1"/>
            <p:nvPr/>
          </p:nvSpPr>
          <p:spPr>
            <a:xfrm>
              <a:off x="7119339" y="3605906"/>
              <a:ext cx="15502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Get a modern PowerPoint  Presentation that is beautifully designed.</a:t>
              </a:r>
              <a:endPara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54F66049-0028-76A1-8F90-61BE496791FA}"/>
              </a:ext>
            </a:extLst>
          </p:cNvPr>
          <p:cNvSpPr txBox="1"/>
          <p:nvPr/>
        </p:nvSpPr>
        <p:spPr>
          <a:xfrm>
            <a:off x="3902372" y="2675927"/>
            <a:ext cx="93267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E8D3E"/>
                </a:solidFill>
                <a:latin typeface="Arial"/>
                <a:ea typeface="Arial Unicode MS"/>
                <a:cs typeface="Arial" pitchFamily="34" charset="0"/>
              </a:rPr>
              <a:t>2018</a:t>
            </a:r>
            <a:endParaRPr lang="ko-KR" altLang="en-US" sz="2000" b="1" dirty="0">
              <a:solidFill>
                <a:srgbClr val="CE8D3E"/>
              </a:solidFill>
              <a:latin typeface="Arial"/>
              <a:ea typeface="Arial Unicode MS"/>
              <a:cs typeface="Arial" pitchFamily="34" charset="0"/>
            </a:endParaRPr>
          </a:p>
        </p:txBody>
      </p:sp>
      <p:grpSp>
        <p:nvGrpSpPr>
          <p:cNvPr id="58" name="Group 17">
            <a:extLst>
              <a:ext uri="{FF2B5EF4-FFF2-40B4-BE49-F238E27FC236}">
                <a16:creationId xmlns:a16="http://schemas.microsoft.com/office/drawing/2014/main" id="{3D06AEE7-6579-BC9B-9CAF-B331F50FE1D1}"/>
              </a:ext>
            </a:extLst>
          </p:cNvPr>
          <p:cNvGrpSpPr/>
          <p:nvPr/>
        </p:nvGrpSpPr>
        <p:grpSpPr>
          <a:xfrm>
            <a:off x="6488366" y="4221041"/>
            <a:ext cx="2101386" cy="901805"/>
            <a:chOff x="7119339" y="3350432"/>
            <a:chExt cx="1550267" cy="901805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8F232CA-D4D4-557F-991B-8293C8753FE8}"/>
                </a:ext>
              </a:extLst>
            </p:cNvPr>
            <p:cNvSpPr txBox="1"/>
            <p:nvPr/>
          </p:nvSpPr>
          <p:spPr>
            <a:xfrm>
              <a:off x="7119339" y="3350432"/>
              <a:ext cx="1550267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41C6F22-2C74-3B43-0EED-C39005E05ED6}"/>
                </a:ext>
              </a:extLst>
            </p:cNvPr>
            <p:cNvSpPr txBox="1"/>
            <p:nvPr/>
          </p:nvSpPr>
          <p:spPr>
            <a:xfrm>
              <a:off x="7119339" y="3605906"/>
              <a:ext cx="15502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Get a modern PowerPoint  Presentation that is beautifully designed.</a:t>
              </a:r>
              <a:endPara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BB784C29-0705-EE39-B260-FB0ED9DD9222}"/>
              </a:ext>
            </a:extLst>
          </p:cNvPr>
          <p:cNvSpPr txBox="1"/>
          <p:nvPr/>
        </p:nvSpPr>
        <p:spPr>
          <a:xfrm>
            <a:off x="7072720" y="2675927"/>
            <a:ext cx="93267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E64823"/>
                </a:solidFill>
                <a:latin typeface="Arial"/>
                <a:ea typeface="Arial Unicode MS"/>
                <a:cs typeface="Arial" pitchFamily="34" charset="0"/>
              </a:rPr>
              <a:t>2020</a:t>
            </a:r>
            <a:endParaRPr lang="ko-KR" altLang="en-US" sz="2000" b="1" dirty="0">
              <a:solidFill>
                <a:srgbClr val="E64823"/>
              </a:solidFill>
              <a:latin typeface="Arial"/>
              <a:ea typeface="Arial Unicode MS"/>
              <a:cs typeface="Arial" pitchFamily="34" charset="0"/>
            </a:endParaRPr>
          </a:p>
        </p:txBody>
      </p:sp>
      <p:sp>
        <p:nvSpPr>
          <p:cNvPr id="62" name="Rectangle 7">
            <a:extLst>
              <a:ext uri="{FF2B5EF4-FFF2-40B4-BE49-F238E27FC236}">
                <a16:creationId xmlns:a16="http://schemas.microsoft.com/office/drawing/2014/main" id="{E47DE47D-EC2A-60A7-68A4-2F447750406B}"/>
              </a:ext>
            </a:extLst>
          </p:cNvPr>
          <p:cNvSpPr/>
          <p:nvPr/>
        </p:nvSpPr>
        <p:spPr>
          <a:xfrm>
            <a:off x="4221553" y="3420526"/>
            <a:ext cx="322040" cy="32204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63" name="Rectangle 9">
            <a:extLst>
              <a:ext uri="{FF2B5EF4-FFF2-40B4-BE49-F238E27FC236}">
                <a16:creationId xmlns:a16="http://schemas.microsoft.com/office/drawing/2014/main" id="{77BA101A-4ED2-4C68-EC03-62E42312E562}"/>
              </a:ext>
            </a:extLst>
          </p:cNvPr>
          <p:cNvSpPr/>
          <p:nvPr/>
        </p:nvSpPr>
        <p:spPr>
          <a:xfrm>
            <a:off x="2627683" y="2502052"/>
            <a:ext cx="360125" cy="337109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64" name="Rounded Rectangle 27">
            <a:extLst>
              <a:ext uri="{FF2B5EF4-FFF2-40B4-BE49-F238E27FC236}">
                <a16:creationId xmlns:a16="http://schemas.microsoft.com/office/drawing/2014/main" id="{CF7506FF-2D6B-52D4-8656-0F6E651D4E51}"/>
              </a:ext>
            </a:extLst>
          </p:cNvPr>
          <p:cNvSpPr/>
          <p:nvPr/>
        </p:nvSpPr>
        <p:spPr>
          <a:xfrm>
            <a:off x="7366109" y="3460407"/>
            <a:ext cx="367329" cy="282159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65" name="Block Arc 25">
            <a:extLst>
              <a:ext uri="{FF2B5EF4-FFF2-40B4-BE49-F238E27FC236}">
                <a16:creationId xmlns:a16="http://schemas.microsoft.com/office/drawing/2014/main" id="{FD2F884D-FEB0-8B23-AE8D-F8D1A4EC7CD0}"/>
              </a:ext>
            </a:extLst>
          </p:cNvPr>
          <p:cNvSpPr/>
          <p:nvPr/>
        </p:nvSpPr>
        <p:spPr>
          <a:xfrm>
            <a:off x="5846076" y="2484640"/>
            <a:ext cx="245394" cy="354521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66" name="Round Same Side Corner Rectangle 36">
            <a:extLst>
              <a:ext uri="{FF2B5EF4-FFF2-40B4-BE49-F238E27FC236}">
                <a16:creationId xmlns:a16="http://schemas.microsoft.com/office/drawing/2014/main" id="{83BF30CF-56C8-0177-A840-6B2CF9B7E73C}"/>
              </a:ext>
            </a:extLst>
          </p:cNvPr>
          <p:cNvSpPr/>
          <p:nvPr/>
        </p:nvSpPr>
        <p:spPr>
          <a:xfrm>
            <a:off x="8971681" y="2534064"/>
            <a:ext cx="351546" cy="277938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2510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E3A4CF46-1628-3058-84A6-CA0E00510AFB}"/>
              </a:ext>
            </a:extLst>
          </p:cNvPr>
          <p:cNvGrpSpPr/>
          <p:nvPr/>
        </p:nvGrpSpPr>
        <p:grpSpPr>
          <a:xfrm>
            <a:off x="842654" y="548216"/>
            <a:ext cx="8571049" cy="769442"/>
            <a:chOff x="-628168" y="1449225"/>
            <a:chExt cx="8571049" cy="76944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E34C353-D240-79F4-5E23-A775E80719AF}"/>
                </a:ext>
              </a:extLst>
            </p:cNvPr>
            <p:cNvSpPr txBox="1"/>
            <p:nvPr/>
          </p:nvSpPr>
          <p:spPr>
            <a:xfrm>
              <a:off x="-628168" y="1449225"/>
              <a:ext cx="3526798" cy="769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FFCA08"/>
                  </a:solidFill>
                  <a:effectLst/>
                  <a:uLnTx/>
                  <a:uFillTx/>
                  <a:latin typeface="Brush Script MT" pitchFamily="66" charset="0"/>
                  <a:ea typeface="Arial Unicode MS"/>
                  <a:cs typeface="Arial" pitchFamily="34" charset="0"/>
                </a:rPr>
                <a:t>Infographic Style</a:t>
              </a:r>
              <a:endParaRPr kumimoji="0" lang="ko-KR" alt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FFCA08"/>
                </a:solidFill>
                <a:effectLst/>
                <a:uLnTx/>
                <a:uFillTx/>
                <a:latin typeface="Brush Script MT" pitchFamily="66" charset="0"/>
                <a:ea typeface="Arial Unicode MS"/>
                <a:cs typeface="Arial" pitchFamily="34" charset="0"/>
              </a:endParaRP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3A39085F-EA83-CA86-652E-8C9A808AEB89}"/>
                </a:ext>
              </a:extLst>
            </p:cNvPr>
            <p:cNvSpPr/>
            <p:nvPr/>
          </p:nvSpPr>
          <p:spPr>
            <a:xfrm>
              <a:off x="7157145" y="1810985"/>
              <a:ext cx="785736" cy="231591"/>
            </a:xfrm>
            <a:custGeom>
              <a:avLst/>
              <a:gdLst>
                <a:gd name="connsiteX0" fmla="*/ 0 w 757029"/>
                <a:gd name="connsiteY0" fmla="*/ 201059 h 282425"/>
                <a:gd name="connsiteX1" fmla="*/ 342900 w 757029"/>
                <a:gd name="connsiteY1" fmla="*/ 1034 h 282425"/>
                <a:gd name="connsiteX2" fmla="*/ 514350 w 757029"/>
                <a:gd name="connsiteY2" fmla="*/ 277259 h 282425"/>
                <a:gd name="connsiteX3" fmla="*/ 742950 w 757029"/>
                <a:gd name="connsiteY3" fmla="*/ 182009 h 282425"/>
                <a:gd name="connsiteX4" fmla="*/ 733425 w 757029"/>
                <a:gd name="connsiteY4" fmla="*/ 191534 h 282425"/>
                <a:gd name="connsiteX0" fmla="*/ 0 w 742950"/>
                <a:gd name="connsiteY0" fmla="*/ 201059 h 282425"/>
                <a:gd name="connsiteX1" fmla="*/ 342900 w 742950"/>
                <a:gd name="connsiteY1" fmla="*/ 1034 h 282425"/>
                <a:gd name="connsiteX2" fmla="*/ 514350 w 742950"/>
                <a:gd name="connsiteY2" fmla="*/ 277259 h 282425"/>
                <a:gd name="connsiteX3" fmla="*/ 742950 w 742950"/>
                <a:gd name="connsiteY3" fmla="*/ 182009 h 282425"/>
                <a:gd name="connsiteX0" fmla="*/ 0 w 742950"/>
                <a:gd name="connsiteY0" fmla="*/ 213115 h 282068"/>
                <a:gd name="connsiteX1" fmla="*/ 342900 w 742950"/>
                <a:gd name="connsiteY1" fmla="*/ 677 h 282068"/>
                <a:gd name="connsiteX2" fmla="*/ 514350 w 742950"/>
                <a:gd name="connsiteY2" fmla="*/ 276902 h 282068"/>
                <a:gd name="connsiteX3" fmla="*/ 742950 w 742950"/>
                <a:gd name="connsiteY3" fmla="*/ 181652 h 282068"/>
                <a:gd name="connsiteX0" fmla="*/ 0 w 742950"/>
                <a:gd name="connsiteY0" fmla="*/ 112016 h 177020"/>
                <a:gd name="connsiteX1" fmla="*/ 355313 w 742950"/>
                <a:gd name="connsiteY1" fmla="*/ 3016 h 177020"/>
                <a:gd name="connsiteX2" fmla="*/ 514350 w 742950"/>
                <a:gd name="connsiteY2" fmla="*/ 175803 h 177020"/>
                <a:gd name="connsiteX3" fmla="*/ 742950 w 742950"/>
                <a:gd name="connsiteY3" fmla="*/ 80553 h 177020"/>
                <a:gd name="connsiteX0" fmla="*/ 0 w 742950"/>
                <a:gd name="connsiteY0" fmla="*/ 112264 h 181358"/>
                <a:gd name="connsiteX1" fmla="*/ 355313 w 742950"/>
                <a:gd name="connsiteY1" fmla="*/ 3264 h 181358"/>
                <a:gd name="connsiteX2" fmla="*/ 377811 w 742950"/>
                <a:gd name="connsiteY2" fmla="*/ 180188 h 181358"/>
                <a:gd name="connsiteX3" fmla="*/ 742950 w 742950"/>
                <a:gd name="connsiteY3" fmla="*/ 80801 h 181358"/>
                <a:gd name="connsiteX0" fmla="*/ 0 w 742950"/>
                <a:gd name="connsiteY0" fmla="*/ 119934 h 189261"/>
                <a:gd name="connsiteX1" fmla="*/ 400826 w 742950"/>
                <a:gd name="connsiteY1" fmla="*/ 2659 h 189261"/>
                <a:gd name="connsiteX2" fmla="*/ 377811 w 742950"/>
                <a:gd name="connsiteY2" fmla="*/ 187858 h 189261"/>
                <a:gd name="connsiteX3" fmla="*/ 742950 w 742950"/>
                <a:gd name="connsiteY3" fmla="*/ 88471 h 189261"/>
                <a:gd name="connsiteX0" fmla="*/ 0 w 752817"/>
                <a:gd name="connsiteY0" fmla="*/ 122863 h 188900"/>
                <a:gd name="connsiteX1" fmla="*/ 410693 w 752817"/>
                <a:gd name="connsiteY1" fmla="*/ 2298 h 188900"/>
                <a:gd name="connsiteX2" fmla="*/ 387678 w 752817"/>
                <a:gd name="connsiteY2" fmla="*/ 187497 h 188900"/>
                <a:gd name="connsiteX3" fmla="*/ 752817 w 752817"/>
                <a:gd name="connsiteY3" fmla="*/ 88110 h 188900"/>
                <a:gd name="connsiteX0" fmla="*/ 0 w 767448"/>
                <a:gd name="connsiteY0" fmla="*/ 139778 h 187527"/>
                <a:gd name="connsiteX1" fmla="*/ 425324 w 767448"/>
                <a:gd name="connsiteY1" fmla="*/ 925 h 187527"/>
                <a:gd name="connsiteX2" fmla="*/ 402309 w 767448"/>
                <a:gd name="connsiteY2" fmla="*/ 186124 h 187527"/>
                <a:gd name="connsiteX3" fmla="*/ 767448 w 767448"/>
                <a:gd name="connsiteY3" fmla="*/ 86737 h 187527"/>
                <a:gd name="connsiteX0" fmla="*/ 0 w 767448"/>
                <a:gd name="connsiteY0" fmla="*/ 140230 h 187979"/>
                <a:gd name="connsiteX1" fmla="*/ 425324 w 767448"/>
                <a:gd name="connsiteY1" fmla="*/ 1377 h 187979"/>
                <a:gd name="connsiteX2" fmla="*/ 402309 w 767448"/>
                <a:gd name="connsiteY2" fmla="*/ 186576 h 187979"/>
                <a:gd name="connsiteX3" fmla="*/ 767448 w 767448"/>
                <a:gd name="connsiteY3" fmla="*/ 87189 h 187979"/>
                <a:gd name="connsiteX0" fmla="*/ 0 w 767448"/>
                <a:gd name="connsiteY0" fmla="*/ 141802 h 189551"/>
                <a:gd name="connsiteX1" fmla="*/ 425324 w 767448"/>
                <a:gd name="connsiteY1" fmla="*/ 2949 h 189551"/>
                <a:gd name="connsiteX2" fmla="*/ 402309 w 767448"/>
                <a:gd name="connsiteY2" fmla="*/ 188148 h 189551"/>
                <a:gd name="connsiteX3" fmla="*/ 767448 w 767448"/>
                <a:gd name="connsiteY3" fmla="*/ 88761 h 189551"/>
                <a:gd name="connsiteX0" fmla="*/ 0 w 785736"/>
                <a:gd name="connsiteY0" fmla="*/ 154570 h 187689"/>
                <a:gd name="connsiteX1" fmla="*/ 443612 w 785736"/>
                <a:gd name="connsiteY1" fmla="*/ 1087 h 187689"/>
                <a:gd name="connsiteX2" fmla="*/ 420597 w 785736"/>
                <a:gd name="connsiteY2" fmla="*/ 186286 h 187689"/>
                <a:gd name="connsiteX3" fmla="*/ 785736 w 785736"/>
                <a:gd name="connsiteY3" fmla="*/ 86899 h 187689"/>
                <a:gd name="connsiteX0" fmla="*/ 0 w 785736"/>
                <a:gd name="connsiteY0" fmla="*/ 158688 h 191807"/>
                <a:gd name="connsiteX1" fmla="*/ 443612 w 785736"/>
                <a:gd name="connsiteY1" fmla="*/ 5205 h 191807"/>
                <a:gd name="connsiteX2" fmla="*/ 420597 w 785736"/>
                <a:gd name="connsiteY2" fmla="*/ 190404 h 191807"/>
                <a:gd name="connsiteX3" fmla="*/ 785736 w 785736"/>
                <a:gd name="connsiteY3" fmla="*/ 91017 h 191807"/>
                <a:gd name="connsiteX0" fmla="*/ 0 w 785736"/>
                <a:gd name="connsiteY0" fmla="*/ 182905 h 216024"/>
                <a:gd name="connsiteX1" fmla="*/ 443612 w 785736"/>
                <a:gd name="connsiteY1" fmla="*/ 29422 h 216024"/>
                <a:gd name="connsiteX2" fmla="*/ 420597 w 785736"/>
                <a:gd name="connsiteY2" fmla="*/ 214621 h 216024"/>
                <a:gd name="connsiteX3" fmla="*/ 785736 w 785736"/>
                <a:gd name="connsiteY3" fmla="*/ 115234 h 216024"/>
                <a:gd name="connsiteX0" fmla="*/ 0 w 785736"/>
                <a:gd name="connsiteY0" fmla="*/ 191488 h 224939"/>
                <a:gd name="connsiteX1" fmla="*/ 414351 w 785736"/>
                <a:gd name="connsiteY1" fmla="*/ 27032 h 224939"/>
                <a:gd name="connsiteX2" fmla="*/ 420597 w 785736"/>
                <a:gd name="connsiteY2" fmla="*/ 223204 h 224939"/>
                <a:gd name="connsiteX3" fmla="*/ 785736 w 785736"/>
                <a:gd name="connsiteY3" fmla="*/ 123817 h 224939"/>
                <a:gd name="connsiteX0" fmla="*/ 0 w 785736"/>
                <a:gd name="connsiteY0" fmla="*/ 191488 h 231591"/>
                <a:gd name="connsiteX1" fmla="*/ 414351 w 785736"/>
                <a:gd name="connsiteY1" fmla="*/ 27032 h 231591"/>
                <a:gd name="connsiteX2" fmla="*/ 420597 w 785736"/>
                <a:gd name="connsiteY2" fmla="*/ 223204 h 231591"/>
                <a:gd name="connsiteX3" fmla="*/ 785736 w 785736"/>
                <a:gd name="connsiteY3" fmla="*/ 123817 h 231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736" h="231591">
                  <a:moveTo>
                    <a:pt x="0" y="191488"/>
                  </a:moveTo>
                  <a:cubicBezTo>
                    <a:pt x="227342" y="1001"/>
                    <a:pt x="355224" y="-33118"/>
                    <a:pt x="414351" y="27032"/>
                  </a:cubicBezTo>
                  <a:cubicBezTo>
                    <a:pt x="473478" y="87182"/>
                    <a:pt x="347727" y="181470"/>
                    <a:pt x="420597" y="223204"/>
                  </a:cubicBezTo>
                  <a:cubicBezTo>
                    <a:pt x="493467" y="264938"/>
                    <a:pt x="749224" y="138104"/>
                    <a:pt x="785736" y="123817"/>
                  </a:cubicBezTo>
                </a:path>
              </a:pathLst>
            </a:custGeom>
            <a:noFill/>
            <a:ln w="12700" cap="flat" cmpd="sng" algn="ctr">
              <a:solidFill>
                <a:srgbClr val="FFCA08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1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6B54AE6-AFAA-216E-7A36-4821BF97A0EA}"/>
              </a:ext>
            </a:extLst>
          </p:cNvPr>
          <p:cNvGrpSpPr/>
          <p:nvPr/>
        </p:nvGrpSpPr>
        <p:grpSpPr>
          <a:xfrm>
            <a:off x="0" y="1092062"/>
            <a:ext cx="12183754" cy="4016330"/>
            <a:chOff x="-2312971" y="1930801"/>
            <a:chExt cx="12183754" cy="4016330"/>
          </a:xfrm>
        </p:grpSpPr>
        <p:sp>
          <p:nvSpPr>
            <p:cNvPr id="32" name="Freeform 2">
              <a:extLst>
                <a:ext uri="{FF2B5EF4-FFF2-40B4-BE49-F238E27FC236}">
                  <a16:creationId xmlns:a16="http://schemas.microsoft.com/office/drawing/2014/main" id="{2DD0AB18-F1FF-6939-429F-3FD5E24B5829}"/>
                </a:ext>
              </a:extLst>
            </p:cNvPr>
            <p:cNvSpPr/>
            <p:nvPr/>
          </p:nvSpPr>
          <p:spPr>
            <a:xfrm>
              <a:off x="-2312971" y="1930803"/>
              <a:ext cx="12183754" cy="4016328"/>
            </a:xfrm>
            <a:custGeom>
              <a:avLst/>
              <a:gdLst>
                <a:gd name="connsiteX0" fmla="*/ 0 w 9096375"/>
                <a:gd name="connsiteY0" fmla="*/ 2457450 h 2466975"/>
                <a:gd name="connsiteX1" fmla="*/ 6610350 w 9096375"/>
                <a:gd name="connsiteY1" fmla="*/ 2457450 h 2466975"/>
                <a:gd name="connsiteX2" fmla="*/ 6591300 w 9096375"/>
                <a:gd name="connsiteY2" fmla="*/ 2219325 h 2466975"/>
                <a:gd name="connsiteX3" fmla="*/ 6000750 w 9096375"/>
                <a:gd name="connsiteY3" fmla="*/ 1152525 h 2466975"/>
                <a:gd name="connsiteX4" fmla="*/ 6124575 w 9096375"/>
                <a:gd name="connsiteY4" fmla="*/ 1009650 h 2466975"/>
                <a:gd name="connsiteX5" fmla="*/ 6619875 w 9096375"/>
                <a:gd name="connsiteY5" fmla="*/ 1466850 h 2466975"/>
                <a:gd name="connsiteX6" fmla="*/ 6562725 w 9096375"/>
                <a:gd name="connsiteY6" fmla="*/ 0 h 2466975"/>
                <a:gd name="connsiteX7" fmla="*/ 6838950 w 9096375"/>
                <a:gd name="connsiteY7" fmla="*/ 9525 h 2466975"/>
                <a:gd name="connsiteX8" fmla="*/ 6905625 w 9096375"/>
                <a:gd name="connsiteY8" fmla="*/ 981075 h 2466975"/>
                <a:gd name="connsiteX9" fmla="*/ 7239000 w 9096375"/>
                <a:gd name="connsiteY9" fmla="*/ 981075 h 2466975"/>
                <a:gd name="connsiteX10" fmla="*/ 7629525 w 9096375"/>
                <a:gd name="connsiteY10" fmla="*/ 981075 h 2466975"/>
                <a:gd name="connsiteX11" fmla="*/ 7915275 w 9096375"/>
                <a:gd name="connsiteY11" fmla="*/ 981075 h 2466975"/>
                <a:gd name="connsiteX12" fmla="*/ 7896225 w 9096375"/>
                <a:gd name="connsiteY12" fmla="*/ 1781175 h 2466975"/>
                <a:gd name="connsiteX13" fmla="*/ 7658100 w 9096375"/>
                <a:gd name="connsiteY13" fmla="*/ 2466975 h 2466975"/>
                <a:gd name="connsiteX14" fmla="*/ 9096375 w 9096375"/>
                <a:gd name="connsiteY14" fmla="*/ 2466975 h 2466975"/>
                <a:gd name="connsiteX0" fmla="*/ 0 w 9144000"/>
                <a:gd name="connsiteY0" fmla="*/ 2457450 h 2466975"/>
                <a:gd name="connsiteX1" fmla="*/ 6610350 w 9144000"/>
                <a:gd name="connsiteY1" fmla="*/ 2457450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24575 w 9144000"/>
                <a:gd name="connsiteY4" fmla="*/ 1009650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457450 h 2466975"/>
                <a:gd name="connsiteX1" fmla="*/ 6610350 w 9144000"/>
                <a:gd name="connsiteY1" fmla="*/ 2457450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24575 w 9144000"/>
                <a:gd name="connsiteY4" fmla="*/ 1009650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457450 h 2466975"/>
                <a:gd name="connsiteX1" fmla="*/ 6610350 w 9144000"/>
                <a:gd name="connsiteY1" fmla="*/ 2457450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24575 w 9144000"/>
                <a:gd name="connsiteY4" fmla="*/ 1009650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457450 h 2466975"/>
                <a:gd name="connsiteX1" fmla="*/ 6610350 w 9144000"/>
                <a:gd name="connsiteY1" fmla="*/ 2457450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24575 w 9144000"/>
                <a:gd name="connsiteY4" fmla="*/ 1009650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457450 h 2466975"/>
                <a:gd name="connsiteX1" fmla="*/ 6610350 w 9144000"/>
                <a:gd name="connsiteY1" fmla="*/ 2457450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24575 w 9144000"/>
                <a:gd name="connsiteY4" fmla="*/ 1009650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457450 h 2466975"/>
                <a:gd name="connsiteX1" fmla="*/ 6610350 w 9144000"/>
                <a:gd name="connsiteY1" fmla="*/ 2457450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57493 w 9144000"/>
                <a:gd name="connsiteY4" fmla="*/ 998677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457450 h 2466975"/>
                <a:gd name="connsiteX1" fmla="*/ 6610350 w 9144000"/>
                <a:gd name="connsiteY1" fmla="*/ 2457450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90411 w 9144000"/>
                <a:gd name="connsiteY4" fmla="*/ 998677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457450 h 2466975"/>
                <a:gd name="connsiteX1" fmla="*/ 6610350 w 9144000"/>
                <a:gd name="connsiteY1" fmla="*/ 2457450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90411 w 9144000"/>
                <a:gd name="connsiteY4" fmla="*/ 998677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457450 h 2466975"/>
                <a:gd name="connsiteX1" fmla="*/ 6610350 w 9144000"/>
                <a:gd name="connsiteY1" fmla="*/ 2457450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90411 w 9144000"/>
                <a:gd name="connsiteY4" fmla="*/ 998677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457450 h 2466975"/>
                <a:gd name="connsiteX1" fmla="*/ 6610350 w 9144000"/>
                <a:gd name="connsiteY1" fmla="*/ 2457450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90411 w 9144000"/>
                <a:gd name="connsiteY4" fmla="*/ 998677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457450 h 2466975"/>
                <a:gd name="connsiteX1" fmla="*/ 6610350 w 9144000"/>
                <a:gd name="connsiteY1" fmla="*/ 2457450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90411 w 9144000"/>
                <a:gd name="connsiteY4" fmla="*/ 998677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457450 h 2466975"/>
                <a:gd name="connsiteX1" fmla="*/ 6610350 w 9144000"/>
                <a:gd name="connsiteY1" fmla="*/ 2457450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90411 w 9144000"/>
                <a:gd name="connsiteY4" fmla="*/ 998677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457450 h 2466975"/>
                <a:gd name="connsiteX1" fmla="*/ 6610350 w 9144000"/>
                <a:gd name="connsiteY1" fmla="*/ 2457450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90411 w 9144000"/>
                <a:gd name="connsiteY4" fmla="*/ 998677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457450 h 2466975"/>
                <a:gd name="connsiteX1" fmla="*/ 6610350 w 9144000"/>
                <a:gd name="connsiteY1" fmla="*/ 2457450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90411 w 9144000"/>
                <a:gd name="connsiteY4" fmla="*/ 998677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457450 h 2466975"/>
                <a:gd name="connsiteX1" fmla="*/ 6610350 w 9144000"/>
                <a:gd name="connsiteY1" fmla="*/ 2457450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90411 w 9144000"/>
                <a:gd name="connsiteY4" fmla="*/ 998677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457450 h 2466975"/>
                <a:gd name="connsiteX1" fmla="*/ 6610350 w 9144000"/>
                <a:gd name="connsiteY1" fmla="*/ 2457450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90411 w 9144000"/>
                <a:gd name="connsiteY4" fmla="*/ 998677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457450 h 2466975"/>
                <a:gd name="connsiteX1" fmla="*/ 6610350 w 9144000"/>
                <a:gd name="connsiteY1" fmla="*/ 2457450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90411 w 9144000"/>
                <a:gd name="connsiteY4" fmla="*/ 998677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457450 h 2466975"/>
                <a:gd name="connsiteX1" fmla="*/ 6610350 w 9144000"/>
                <a:gd name="connsiteY1" fmla="*/ 2457450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90411 w 9144000"/>
                <a:gd name="connsiteY4" fmla="*/ 998677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457450 h 2466975"/>
                <a:gd name="connsiteX1" fmla="*/ 6610350 w 9144000"/>
                <a:gd name="connsiteY1" fmla="*/ 2457450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90411 w 9144000"/>
                <a:gd name="connsiteY4" fmla="*/ 998677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457450 h 2466975"/>
                <a:gd name="connsiteX1" fmla="*/ 6610350 w 9144000"/>
                <a:gd name="connsiteY1" fmla="*/ 2457450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90411 w 9144000"/>
                <a:gd name="connsiteY4" fmla="*/ 998677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457450 h 2466975"/>
                <a:gd name="connsiteX1" fmla="*/ 6610350 w 9144000"/>
                <a:gd name="connsiteY1" fmla="*/ 2457450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90411 w 9144000"/>
                <a:gd name="connsiteY4" fmla="*/ 998677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457450 h 2466975"/>
                <a:gd name="connsiteX1" fmla="*/ 6592062 w 9144000"/>
                <a:gd name="connsiteY1" fmla="*/ 2464766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90411 w 9144000"/>
                <a:gd name="connsiteY4" fmla="*/ 998677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457450 h 2466975"/>
                <a:gd name="connsiteX1" fmla="*/ 6592062 w 9144000"/>
                <a:gd name="connsiteY1" fmla="*/ 2464766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90411 w 9144000"/>
                <a:gd name="connsiteY4" fmla="*/ 998677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457450 h 2466975"/>
                <a:gd name="connsiteX1" fmla="*/ 6592062 w 9144000"/>
                <a:gd name="connsiteY1" fmla="*/ 2464766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90411 w 9144000"/>
                <a:gd name="connsiteY4" fmla="*/ 998677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457450 h 2466975"/>
                <a:gd name="connsiteX1" fmla="*/ 6592062 w 9144000"/>
                <a:gd name="connsiteY1" fmla="*/ 2464766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90411 w 9144000"/>
                <a:gd name="connsiteY4" fmla="*/ 998677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457450 h 2466975"/>
                <a:gd name="connsiteX1" fmla="*/ 6592062 w 9144000"/>
                <a:gd name="connsiteY1" fmla="*/ 2464766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90411 w 9144000"/>
                <a:gd name="connsiteY4" fmla="*/ 998677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457450 h 2466975"/>
                <a:gd name="connsiteX1" fmla="*/ 6592062 w 9144000"/>
                <a:gd name="connsiteY1" fmla="*/ 2464766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90411 w 9144000"/>
                <a:gd name="connsiteY4" fmla="*/ 998677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457450 h 2466975"/>
                <a:gd name="connsiteX1" fmla="*/ 6592062 w 9144000"/>
                <a:gd name="connsiteY1" fmla="*/ 2464766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97726 w 9144000"/>
                <a:gd name="connsiteY4" fmla="*/ 984046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457450 h 2466975"/>
                <a:gd name="connsiteX1" fmla="*/ 6592062 w 9144000"/>
                <a:gd name="connsiteY1" fmla="*/ 2464766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97726 w 9144000"/>
                <a:gd name="connsiteY4" fmla="*/ 984046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457450 h 2466975"/>
                <a:gd name="connsiteX1" fmla="*/ 6592062 w 9144000"/>
                <a:gd name="connsiteY1" fmla="*/ 2464766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97726 w 9144000"/>
                <a:gd name="connsiteY4" fmla="*/ 984046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457450 h 2466975"/>
                <a:gd name="connsiteX1" fmla="*/ 6592062 w 9144000"/>
                <a:gd name="connsiteY1" fmla="*/ 2464766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97726 w 9144000"/>
                <a:gd name="connsiteY4" fmla="*/ 984046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457450 h 2466975"/>
                <a:gd name="connsiteX1" fmla="*/ 6592062 w 9144000"/>
                <a:gd name="connsiteY1" fmla="*/ 2464766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97726 w 9144000"/>
                <a:gd name="connsiteY4" fmla="*/ 984046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457450 h 2466975"/>
                <a:gd name="connsiteX1" fmla="*/ 6592062 w 9144000"/>
                <a:gd name="connsiteY1" fmla="*/ 2464766 h 2466975"/>
                <a:gd name="connsiteX2" fmla="*/ 6591300 w 9144000"/>
                <a:gd name="connsiteY2" fmla="*/ 2219325 h 2466975"/>
                <a:gd name="connsiteX3" fmla="*/ 6000750 w 9144000"/>
                <a:gd name="connsiteY3" fmla="*/ 1152525 h 2466975"/>
                <a:gd name="connsiteX4" fmla="*/ 6197726 w 9144000"/>
                <a:gd name="connsiteY4" fmla="*/ 984046 h 2466975"/>
                <a:gd name="connsiteX5" fmla="*/ 6619875 w 9144000"/>
                <a:gd name="connsiteY5" fmla="*/ 1466850 h 2466975"/>
                <a:gd name="connsiteX6" fmla="*/ 6562725 w 9144000"/>
                <a:gd name="connsiteY6" fmla="*/ 0 h 2466975"/>
                <a:gd name="connsiteX7" fmla="*/ 6838950 w 9144000"/>
                <a:gd name="connsiteY7" fmla="*/ 9525 h 2466975"/>
                <a:gd name="connsiteX8" fmla="*/ 6905625 w 9144000"/>
                <a:gd name="connsiteY8" fmla="*/ 981075 h 2466975"/>
                <a:gd name="connsiteX9" fmla="*/ 7239000 w 9144000"/>
                <a:gd name="connsiteY9" fmla="*/ 981075 h 2466975"/>
                <a:gd name="connsiteX10" fmla="*/ 7629525 w 9144000"/>
                <a:gd name="connsiteY10" fmla="*/ 981075 h 2466975"/>
                <a:gd name="connsiteX11" fmla="*/ 7915275 w 9144000"/>
                <a:gd name="connsiteY11" fmla="*/ 981075 h 2466975"/>
                <a:gd name="connsiteX12" fmla="*/ 7896225 w 9144000"/>
                <a:gd name="connsiteY12" fmla="*/ 1781175 h 2466975"/>
                <a:gd name="connsiteX13" fmla="*/ 7658100 w 9144000"/>
                <a:gd name="connsiteY13" fmla="*/ 2466975 h 2466975"/>
                <a:gd name="connsiteX14" fmla="*/ 9144000 w 9144000"/>
                <a:gd name="connsiteY14" fmla="*/ 2466975 h 2466975"/>
                <a:gd name="connsiteX0" fmla="*/ 0 w 9144000"/>
                <a:gd name="connsiteY0" fmla="*/ 2553469 h 2562994"/>
                <a:gd name="connsiteX1" fmla="*/ 6592062 w 9144000"/>
                <a:gd name="connsiteY1" fmla="*/ 2560785 h 2562994"/>
                <a:gd name="connsiteX2" fmla="*/ 6591300 w 9144000"/>
                <a:gd name="connsiteY2" fmla="*/ 2315344 h 2562994"/>
                <a:gd name="connsiteX3" fmla="*/ 6000750 w 9144000"/>
                <a:gd name="connsiteY3" fmla="*/ 1248544 h 2562994"/>
                <a:gd name="connsiteX4" fmla="*/ 6197726 w 9144000"/>
                <a:gd name="connsiteY4" fmla="*/ 1080065 h 2562994"/>
                <a:gd name="connsiteX5" fmla="*/ 6619875 w 9144000"/>
                <a:gd name="connsiteY5" fmla="*/ 1562869 h 2562994"/>
                <a:gd name="connsiteX6" fmla="*/ 6562725 w 9144000"/>
                <a:gd name="connsiteY6" fmla="*/ 96019 h 2562994"/>
                <a:gd name="connsiteX7" fmla="*/ 6838950 w 9144000"/>
                <a:gd name="connsiteY7" fmla="*/ 105544 h 2562994"/>
                <a:gd name="connsiteX8" fmla="*/ 6905625 w 9144000"/>
                <a:gd name="connsiteY8" fmla="*/ 1077094 h 2562994"/>
                <a:gd name="connsiteX9" fmla="*/ 7239000 w 9144000"/>
                <a:gd name="connsiteY9" fmla="*/ 1077094 h 2562994"/>
                <a:gd name="connsiteX10" fmla="*/ 7629525 w 9144000"/>
                <a:gd name="connsiteY10" fmla="*/ 1077094 h 2562994"/>
                <a:gd name="connsiteX11" fmla="*/ 7915275 w 9144000"/>
                <a:gd name="connsiteY11" fmla="*/ 1077094 h 2562994"/>
                <a:gd name="connsiteX12" fmla="*/ 7896225 w 9144000"/>
                <a:gd name="connsiteY12" fmla="*/ 1877194 h 2562994"/>
                <a:gd name="connsiteX13" fmla="*/ 7658100 w 9144000"/>
                <a:gd name="connsiteY13" fmla="*/ 2562994 h 2562994"/>
                <a:gd name="connsiteX14" fmla="*/ 9144000 w 9144000"/>
                <a:gd name="connsiteY14" fmla="*/ 2562994 h 2562994"/>
                <a:gd name="connsiteX0" fmla="*/ 0 w 9144000"/>
                <a:gd name="connsiteY0" fmla="*/ 2613374 h 2622899"/>
                <a:gd name="connsiteX1" fmla="*/ 6592062 w 9144000"/>
                <a:gd name="connsiteY1" fmla="*/ 2620690 h 2622899"/>
                <a:gd name="connsiteX2" fmla="*/ 6591300 w 9144000"/>
                <a:gd name="connsiteY2" fmla="*/ 2375249 h 2622899"/>
                <a:gd name="connsiteX3" fmla="*/ 6000750 w 9144000"/>
                <a:gd name="connsiteY3" fmla="*/ 1308449 h 2622899"/>
                <a:gd name="connsiteX4" fmla="*/ 6197726 w 9144000"/>
                <a:gd name="connsiteY4" fmla="*/ 1139970 h 2622899"/>
                <a:gd name="connsiteX5" fmla="*/ 6619875 w 9144000"/>
                <a:gd name="connsiteY5" fmla="*/ 1622774 h 2622899"/>
                <a:gd name="connsiteX6" fmla="*/ 6562725 w 9144000"/>
                <a:gd name="connsiteY6" fmla="*/ 155924 h 2622899"/>
                <a:gd name="connsiteX7" fmla="*/ 6838950 w 9144000"/>
                <a:gd name="connsiteY7" fmla="*/ 165449 h 2622899"/>
                <a:gd name="connsiteX8" fmla="*/ 6905625 w 9144000"/>
                <a:gd name="connsiteY8" fmla="*/ 1136999 h 2622899"/>
                <a:gd name="connsiteX9" fmla="*/ 7239000 w 9144000"/>
                <a:gd name="connsiteY9" fmla="*/ 1136999 h 2622899"/>
                <a:gd name="connsiteX10" fmla="*/ 7629525 w 9144000"/>
                <a:gd name="connsiteY10" fmla="*/ 1136999 h 2622899"/>
                <a:gd name="connsiteX11" fmla="*/ 7915275 w 9144000"/>
                <a:gd name="connsiteY11" fmla="*/ 1136999 h 2622899"/>
                <a:gd name="connsiteX12" fmla="*/ 7896225 w 9144000"/>
                <a:gd name="connsiteY12" fmla="*/ 1937099 h 2622899"/>
                <a:gd name="connsiteX13" fmla="*/ 7658100 w 9144000"/>
                <a:gd name="connsiteY13" fmla="*/ 2622899 h 2622899"/>
                <a:gd name="connsiteX14" fmla="*/ 9144000 w 9144000"/>
                <a:gd name="connsiteY14" fmla="*/ 2622899 h 2622899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629525 w 9144000"/>
                <a:gd name="connsiteY10" fmla="*/ 1149134 h 2635034"/>
                <a:gd name="connsiteX11" fmla="*/ 7915275 w 9144000"/>
                <a:gd name="connsiteY11" fmla="*/ 1149134 h 2635034"/>
                <a:gd name="connsiteX12" fmla="*/ 7896225 w 9144000"/>
                <a:gd name="connsiteY12" fmla="*/ 1949234 h 2635034"/>
                <a:gd name="connsiteX13" fmla="*/ 7658100 w 9144000"/>
                <a:gd name="connsiteY13" fmla="*/ 2635034 h 2635034"/>
                <a:gd name="connsiteX14" fmla="*/ 9144000 w 9144000"/>
                <a:gd name="connsiteY14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629525 w 9144000"/>
                <a:gd name="connsiteY10" fmla="*/ 1149134 h 2635034"/>
                <a:gd name="connsiteX11" fmla="*/ 7915275 w 9144000"/>
                <a:gd name="connsiteY11" fmla="*/ 1149134 h 2635034"/>
                <a:gd name="connsiteX12" fmla="*/ 7896225 w 9144000"/>
                <a:gd name="connsiteY12" fmla="*/ 1949234 h 2635034"/>
                <a:gd name="connsiteX13" fmla="*/ 7658100 w 9144000"/>
                <a:gd name="connsiteY13" fmla="*/ 2635034 h 2635034"/>
                <a:gd name="connsiteX14" fmla="*/ 9144000 w 9144000"/>
                <a:gd name="connsiteY14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629525 w 9144000"/>
                <a:gd name="connsiteY10" fmla="*/ 1149134 h 2635034"/>
                <a:gd name="connsiteX11" fmla="*/ 7915275 w 9144000"/>
                <a:gd name="connsiteY11" fmla="*/ 1149134 h 2635034"/>
                <a:gd name="connsiteX12" fmla="*/ 7896225 w 9144000"/>
                <a:gd name="connsiteY12" fmla="*/ 1949234 h 2635034"/>
                <a:gd name="connsiteX13" fmla="*/ 7658100 w 9144000"/>
                <a:gd name="connsiteY13" fmla="*/ 2635034 h 2635034"/>
                <a:gd name="connsiteX14" fmla="*/ 9144000 w 9144000"/>
                <a:gd name="connsiteY14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629525 w 9144000"/>
                <a:gd name="connsiteY10" fmla="*/ 1149134 h 2635034"/>
                <a:gd name="connsiteX11" fmla="*/ 7915275 w 9144000"/>
                <a:gd name="connsiteY11" fmla="*/ 1149134 h 2635034"/>
                <a:gd name="connsiteX12" fmla="*/ 7896225 w 9144000"/>
                <a:gd name="connsiteY12" fmla="*/ 1949234 h 2635034"/>
                <a:gd name="connsiteX13" fmla="*/ 7658100 w 9144000"/>
                <a:gd name="connsiteY13" fmla="*/ 2635034 h 2635034"/>
                <a:gd name="connsiteX14" fmla="*/ 9144000 w 9144000"/>
                <a:gd name="connsiteY14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629525 w 9144000"/>
                <a:gd name="connsiteY10" fmla="*/ 1149134 h 2635034"/>
                <a:gd name="connsiteX11" fmla="*/ 7915275 w 9144000"/>
                <a:gd name="connsiteY11" fmla="*/ 1149134 h 2635034"/>
                <a:gd name="connsiteX12" fmla="*/ 7896225 w 9144000"/>
                <a:gd name="connsiteY12" fmla="*/ 1949234 h 2635034"/>
                <a:gd name="connsiteX13" fmla="*/ 7658100 w 9144000"/>
                <a:gd name="connsiteY13" fmla="*/ 2635034 h 2635034"/>
                <a:gd name="connsiteX14" fmla="*/ 9144000 w 9144000"/>
                <a:gd name="connsiteY14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629525 w 9144000"/>
                <a:gd name="connsiteY10" fmla="*/ 1149134 h 2635034"/>
                <a:gd name="connsiteX11" fmla="*/ 7915275 w 9144000"/>
                <a:gd name="connsiteY11" fmla="*/ 1149134 h 2635034"/>
                <a:gd name="connsiteX12" fmla="*/ 7896225 w 9144000"/>
                <a:gd name="connsiteY12" fmla="*/ 1949234 h 2635034"/>
                <a:gd name="connsiteX13" fmla="*/ 7658100 w 9144000"/>
                <a:gd name="connsiteY13" fmla="*/ 2635034 h 2635034"/>
                <a:gd name="connsiteX14" fmla="*/ 9144000 w 9144000"/>
                <a:gd name="connsiteY14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629525 w 9144000"/>
                <a:gd name="connsiteY10" fmla="*/ 1149134 h 2635034"/>
                <a:gd name="connsiteX11" fmla="*/ 7915275 w 9144000"/>
                <a:gd name="connsiteY11" fmla="*/ 1149134 h 2635034"/>
                <a:gd name="connsiteX12" fmla="*/ 7896225 w 9144000"/>
                <a:gd name="connsiteY12" fmla="*/ 1949234 h 2635034"/>
                <a:gd name="connsiteX13" fmla="*/ 7658100 w 9144000"/>
                <a:gd name="connsiteY13" fmla="*/ 2635034 h 2635034"/>
                <a:gd name="connsiteX14" fmla="*/ 9144000 w 9144000"/>
                <a:gd name="connsiteY14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629525 w 9144000"/>
                <a:gd name="connsiteY10" fmla="*/ 1149134 h 2635034"/>
                <a:gd name="connsiteX11" fmla="*/ 7915275 w 9144000"/>
                <a:gd name="connsiteY11" fmla="*/ 1149134 h 2635034"/>
                <a:gd name="connsiteX12" fmla="*/ 7896225 w 9144000"/>
                <a:gd name="connsiteY12" fmla="*/ 1949234 h 2635034"/>
                <a:gd name="connsiteX13" fmla="*/ 7658100 w 9144000"/>
                <a:gd name="connsiteY13" fmla="*/ 2635034 h 2635034"/>
                <a:gd name="connsiteX14" fmla="*/ 9144000 w 9144000"/>
                <a:gd name="connsiteY14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629525 w 9144000"/>
                <a:gd name="connsiteY10" fmla="*/ 1149134 h 2635034"/>
                <a:gd name="connsiteX11" fmla="*/ 7915275 w 9144000"/>
                <a:gd name="connsiteY11" fmla="*/ 1149134 h 2635034"/>
                <a:gd name="connsiteX12" fmla="*/ 7896225 w 9144000"/>
                <a:gd name="connsiteY12" fmla="*/ 1949234 h 2635034"/>
                <a:gd name="connsiteX13" fmla="*/ 7658100 w 9144000"/>
                <a:gd name="connsiteY13" fmla="*/ 2635034 h 2635034"/>
                <a:gd name="connsiteX14" fmla="*/ 9144000 w 9144000"/>
                <a:gd name="connsiteY14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629525 w 9144000"/>
                <a:gd name="connsiteY10" fmla="*/ 1149134 h 2635034"/>
                <a:gd name="connsiteX11" fmla="*/ 7915275 w 9144000"/>
                <a:gd name="connsiteY11" fmla="*/ 1149134 h 2635034"/>
                <a:gd name="connsiteX12" fmla="*/ 7896225 w 9144000"/>
                <a:gd name="connsiteY12" fmla="*/ 1949234 h 2635034"/>
                <a:gd name="connsiteX13" fmla="*/ 7658100 w 9144000"/>
                <a:gd name="connsiteY13" fmla="*/ 2635034 h 2635034"/>
                <a:gd name="connsiteX14" fmla="*/ 9144000 w 9144000"/>
                <a:gd name="connsiteY14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629525 w 9144000"/>
                <a:gd name="connsiteY10" fmla="*/ 1149134 h 2635034"/>
                <a:gd name="connsiteX11" fmla="*/ 7915275 w 9144000"/>
                <a:gd name="connsiteY11" fmla="*/ 1149134 h 2635034"/>
                <a:gd name="connsiteX12" fmla="*/ 7896225 w 9144000"/>
                <a:gd name="connsiteY12" fmla="*/ 1949234 h 2635034"/>
                <a:gd name="connsiteX13" fmla="*/ 7658100 w 9144000"/>
                <a:gd name="connsiteY13" fmla="*/ 2635034 h 2635034"/>
                <a:gd name="connsiteX14" fmla="*/ 9144000 w 9144000"/>
                <a:gd name="connsiteY14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629525 w 9144000"/>
                <a:gd name="connsiteY10" fmla="*/ 1149134 h 2635034"/>
                <a:gd name="connsiteX11" fmla="*/ 7915275 w 9144000"/>
                <a:gd name="connsiteY11" fmla="*/ 1149134 h 2635034"/>
                <a:gd name="connsiteX12" fmla="*/ 7896225 w 9144000"/>
                <a:gd name="connsiteY12" fmla="*/ 1949234 h 2635034"/>
                <a:gd name="connsiteX13" fmla="*/ 7658100 w 9144000"/>
                <a:gd name="connsiteY13" fmla="*/ 2635034 h 2635034"/>
                <a:gd name="connsiteX14" fmla="*/ 9144000 w 9144000"/>
                <a:gd name="connsiteY14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629525 w 9144000"/>
                <a:gd name="connsiteY10" fmla="*/ 1149134 h 2635034"/>
                <a:gd name="connsiteX11" fmla="*/ 7915275 w 9144000"/>
                <a:gd name="connsiteY11" fmla="*/ 1149134 h 2635034"/>
                <a:gd name="connsiteX12" fmla="*/ 7896225 w 9144000"/>
                <a:gd name="connsiteY12" fmla="*/ 1949234 h 2635034"/>
                <a:gd name="connsiteX13" fmla="*/ 7658100 w 9144000"/>
                <a:gd name="connsiteY13" fmla="*/ 2635034 h 2635034"/>
                <a:gd name="connsiteX14" fmla="*/ 9144000 w 9144000"/>
                <a:gd name="connsiteY14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629525 w 9144000"/>
                <a:gd name="connsiteY10" fmla="*/ 1149134 h 2635034"/>
                <a:gd name="connsiteX11" fmla="*/ 7915275 w 9144000"/>
                <a:gd name="connsiteY11" fmla="*/ 1149134 h 2635034"/>
                <a:gd name="connsiteX12" fmla="*/ 7896225 w 9144000"/>
                <a:gd name="connsiteY12" fmla="*/ 1949234 h 2635034"/>
                <a:gd name="connsiteX13" fmla="*/ 7658100 w 9144000"/>
                <a:gd name="connsiteY13" fmla="*/ 2635034 h 2635034"/>
                <a:gd name="connsiteX14" fmla="*/ 9144000 w 9144000"/>
                <a:gd name="connsiteY14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629525 w 9144000"/>
                <a:gd name="connsiteY10" fmla="*/ 1149134 h 2635034"/>
                <a:gd name="connsiteX11" fmla="*/ 7915275 w 9144000"/>
                <a:gd name="connsiteY11" fmla="*/ 1149134 h 2635034"/>
                <a:gd name="connsiteX12" fmla="*/ 7896225 w 9144000"/>
                <a:gd name="connsiteY12" fmla="*/ 1949234 h 2635034"/>
                <a:gd name="connsiteX13" fmla="*/ 7658100 w 9144000"/>
                <a:gd name="connsiteY13" fmla="*/ 2635034 h 2635034"/>
                <a:gd name="connsiteX14" fmla="*/ 9144000 w 9144000"/>
                <a:gd name="connsiteY14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629525 w 9144000"/>
                <a:gd name="connsiteY10" fmla="*/ 1149134 h 2635034"/>
                <a:gd name="connsiteX11" fmla="*/ 7915275 w 9144000"/>
                <a:gd name="connsiteY11" fmla="*/ 1149134 h 2635034"/>
                <a:gd name="connsiteX12" fmla="*/ 7896225 w 9144000"/>
                <a:gd name="connsiteY12" fmla="*/ 1949234 h 2635034"/>
                <a:gd name="connsiteX13" fmla="*/ 7658100 w 9144000"/>
                <a:gd name="connsiteY13" fmla="*/ 2635034 h 2635034"/>
                <a:gd name="connsiteX14" fmla="*/ 9144000 w 9144000"/>
                <a:gd name="connsiteY14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629525 w 9144000"/>
                <a:gd name="connsiteY10" fmla="*/ 1149134 h 2635034"/>
                <a:gd name="connsiteX11" fmla="*/ 7915275 w 9144000"/>
                <a:gd name="connsiteY11" fmla="*/ 1149134 h 2635034"/>
                <a:gd name="connsiteX12" fmla="*/ 7896225 w 9144000"/>
                <a:gd name="connsiteY12" fmla="*/ 1949234 h 2635034"/>
                <a:gd name="connsiteX13" fmla="*/ 7658100 w 9144000"/>
                <a:gd name="connsiteY13" fmla="*/ 2635034 h 2635034"/>
                <a:gd name="connsiteX14" fmla="*/ 9144000 w 9144000"/>
                <a:gd name="connsiteY14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629525 w 9144000"/>
                <a:gd name="connsiteY10" fmla="*/ 1149134 h 2635034"/>
                <a:gd name="connsiteX11" fmla="*/ 7915275 w 9144000"/>
                <a:gd name="connsiteY11" fmla="*/ 1149134 h 2635034"/>
                <a:gd name="connsiteX12" fmla="*/ 7896225 w 9144000"/>
                <a:gd name="connsiteY12" fmla="*/ 1949234 h 2635034"/>
                <a:gd name="connsiteX13" fmla="*/ 7658100 w 9144000"/>
                <a:gd name="connsiteY13" fmla="*/ 2635034 h 2635034"/>
                <a:gd name="connsiteX14" fmla="*/ 9144000 w 9144000"/>
                <a:gd name="connsiteY14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629525 w 9144000"/>
                <a:gd name="connsiteY10" fmla="*/ 1149134 h 2635034"/>
                <a:gd name="connsiteX11" fmla="*/ 7915275 w 9144000"/>
                <a:gd name="connsiteY11" fmla="*/ 1149134 h 2635034"/>
                <a:gd name="connsiteX12" fmla="*/ 7896225 w 9144000"/>
                <a:gd name="connsiteY12" fmla="*/ 1949234 h 2635034"/>
                <a:gd name="connsiteX13" fmla="*/ 7658100 w 9144000"/>
                <a:gd name="connsiteY13" fmla="*/ 2635034 h 2635034"/>
                <a:gd name="connsiteX14" fmla="*/ 9144000 w 9144000"/>
                <a:gd name="connsiteY14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629525 w 9144000"/>
                <a:gd name="connsiteY10" fmla="*/ 1149134 h 2635034"/>
                <a:gd name="connsiteX11" fmla="*/ 7915275 w 9144000"/>
                <a:gd name="connsiteY11" fmla="*/ 1149134 h 2635034"/>
                <a:gd name="connsiteX12" fmla="*/ 7896225 w 9144000"/>
                <a:gd name="connsiteY12" fmla="*/ 1949234 h 2635034"/>
                <a:gd name="connsiteX13" fmla="*/ 7658100 w 9144000"/>
                <a:gd name="connsiteY13" fmla="*/ 2635034 h 2635034"/>
                <a:gd name="connsiteX14" fmla="*/ 9144000 w 9144000"/>
                <a:gd name="connsiteY14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629525 w 9144000"/>
                <a:gd name="connsiteY10" fmla="*/ 1149134 h 2635034"/>
                <a:gd name="connsiteX11" fmla="*/ 7915275 w 9144000"/>
                <a:gd name="connsiteY11" fmla="*/ 1149134 h 2635034"/>
                <a:gd name="connsiteX12" fmla="*/ 7896225 w 9144000"/>
                <a:gd name="connsiteY12" fmla="*/ 1949234 h 2635034"/>
                <a:gd name="connsiteX13" fmla="*/ 7658100 w 9144000"/>
                <a:gd name="connsiteY13" fmla="*/ 2635034 h 2635034"/>
                <a:gd name="connsiteX14" fmla="*/ 9144000 w 9144000"/>
                <a:gd name="connsiteY14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625868 w 9144000"/>
                <a:gd name="connsiteY10" fmla="*/ 1178395 h 2635034"/>
                <a:gd name="connsiteX11" fmla="*/ 7915275 w 9144000"/>
                <a:gd name="connsiteY11" fmla="*/ 1149134 h 2635034"/>
                <a:gd name="connsiteX12" fmla="*/ 7896225 w 9144000"/>
                <a:gd name="connsiteY12" fmla="*/ 1949234 h 2635034"/>
                <a:gd name="connsiteX13" fmla="*/ 7658100 w 9144000"/>
                <a:gd name="connsiteY13" fmla="*/ 2635034 h 2635034"/>
                <a:gd name="connsiteX14" fmla="*/ 9144000 w 9144000"/>
                <a:gd name="connsiteY14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625868 w 9144000"/>
                <a:gd name="connsiteY10" fmla="*/ 1178395 h 2635034"/>
                <a:gd name="connsiteX11" fmla="*/ 7915275 w 9144000"/>
                <a:gd name="connsiteY11" fmla="*/ 1149134 h 2635034"/>
                <a:gd name="connsiteX12" fmla="*/ 7896225 w 9144000"/>
                <a:gd name="connsiteY12" fmla="*/ 1949234 h 2635034"/>
                <a:gd name="connsiteX13" fmla="*/ 7658100 w 9144000"/>
                <a:gd name="connsiteY13" fmla="*/ 2635034 h 2635034"/>
                <a:gd name="connsiteX14" fmla="*/ 9144000 w 9144000"/>
                <a:gd name="connsiteY14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625868 w 9144000"/>
                <a:gd name="connsiteY10" fmla="*/ 1178395 h 2635034"/>
                <a:gd name="connsiteX11" fmla="*/ 7915275 w 9144000"/>
                <a:gd name="connsiteY11" fmla="*/ 1149134 h 2635034"/>
                <a:gd name="connsiteX12" fmla="*/ 7896225 w 9144000"/>
                <a:gd name="connsiteY12" fmla="*/ 1949234 h 2635034"/>
                <a:gd name="connsiteX13" fmla="*/ 7658100 w 9144000"/>
                <a:gd name="connsiteY13" fmla="*/ 2635034 h 2635034"/>
                <a:gd name="connsiteX14" fmla="*/ 9144000 w 9144000"/>
                <a:gd name="connsiteY14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625868 w 9144000"/>
                <a:gd name="connsiteY10" fmla="*/ 1178395 h 2635034"/>
                <a:gd name="connsiteX11" fmla="*/ 7915275 w 9144000"/>
                <a:gd name="connsiteY11" fmla="*/ 1149134 h 2635034"/>
                <a:gd name="connsiteX12" fmla="*/ 7896225 w 9144000"/>
                <a:gd name="connsiteY12" fmla="*/ 1949234 h 2635034"/>
                <a:gd name="connsiteX13" fmla="*/ 7658100 w 9144000"/>
                <a:gd name="connsiteY13" fmla="*/ 2635034 h 2635034"/>
                <a:gd name="connsiteX14" fmla="*/ 9144000 w 9144000"/>
                <a:gd name="connsiteY14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625868 w 9144000"/>
                <a:gd name="connsiteY10" fmla="*/ 1178395 h 2635034"/>
                <a:gd name="connsiteX11" fmla="*/ 7915275 w 9144000"/>
                <a:gd name="connsiteY11" fmla="*/ 1149134 h 2635034"/>
                <a:gd name="connsiteX12" fmla="*/ 7877937 w 9144000"/>
                <a:gd name="connsiteY12" fmla="*/ 1945576 h 2635034"/>
                <a:gd name="connsiteX13" fmla="*/ 7658100 w 9144000"/>
                <a:gd name="connsiteY13" fmla="*/ 2635034 h 2635034"/>
                <a:gd name="connsiteX14" fmla="*/ 9144000 w 9144000"/>
                <a:gd name="connsiteY14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625868 w 9144000"/>
                <a:gd name="connsiteY10" fmla="*/ 1178395 h 2635034"/>
                <a:gd name="connsiteX11" fmla="*/ 7915275 w 9144000"/>
                <a:gd name="connsiteY11" fmla="*/ 1149134 h 2635034"/>
                <a:gd name="connsiteX12" fmla="*/ 7877937 w 9144000"/>
                <a:gd name="connsiteY12" fmla="*/ 1945576 h 2635034"/>
                <a:gd name="connsiteX13" fmla="*/ 7658100 w 9144000"/>
                <a:gd name="connsiteY13" fmla="*/ 2635034 h 2635034"/>
                <a:gd name="connsiteX14" fmla="*/ 9144000 w 9144000"/>
                <a:gd name="connsiteY14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625868 w 9144000"/>
                <a:gd name="connsiteY10" fmla="*/ 1178395 h 2635034"/>
                <a:gd name="connsiteX11" fmla="*/ 7915275 w 9144000"/>
                <a:gd name="connsiteY11" fmla="*/ 1149134 h 2635034"/>
                <a:gd name="connsiteX12" fmla="*/ 7877937 w 9144000"/>
                <a:gd name="connsiteY12" fmla="*/ 1945576 h 2635034"/>
                <a:gd name="connsiteX13" fmla="*/ 7658100 w 9144000"/>
                <a:gd name="connsiteY13" fmla="*/ 2635034 h 2635034"/>
                <a:gd name="connsiteX14" fmla="*/ 9144000 w 9144000"/>
                <a:gd name="connsiteY14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625868 w 9144000"/>
                <a:gd name="connsiteY10" fmla="*/ 1178395 h 2635034"/>
                <a:gd name="connsiteX11" fmla="*/ 7915275 w 9144000"/>
                <a:gd name="connsiteY11" fmla="*/ 1149134 h 2635034"/>
                <a:gd name="connsiteX12" fmla="*/ 7877937 w 9144000"/>
                <a:gd name="connsiteY12" fmla="*/ 1945576 h 2635034"/>
                <a:gd name="connsiteX13" fmla="*/ 7658100 w 9144000"/>
                <a:gd name="connsiteY13" fmla="*/ 2635034 h 2635034"/>
                <a:gd name="connsiteX14" fmla="*/ 9144000 w 9144000"/>
                <a:gd name="connsiteY14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625868 w 9144000"/>
                <a:gd name="connsiteY10" fmla="*/ 1178395 h 2635034"/>
                <a:gd name="connsiteX11" fmla="*/ 7922590 w 9144000"/>
                <a:gd name="connsiteY11" fmla="*/ 1167422 h 2635034"/>
                <a:gd name="connsiteX12" fmla="*/ 7877937 w 9144000"/>
                <a:gd name="connsiteY12" fmla="*/ 1945576 h 2635034"/>
                <a:gd name="connsiteX13" fmla="*/ 7658100 w 9144000"/>
                <a:gd name="connsiteY13" fmla="*/ 2635034 h 2635034"/>
                <a:gd name="connsiteX14" fmla="*/ 9144000 w 9144000"/>
                <a:gd name="connsiteY14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625868 w 9144000"/>
                <a:gd name="connsiteY10" fmla="*/ 1178395 h 2635034"/>
                <a:gd name="connsiteX11" fmla="*/ 7922590 w 9144000"/>
                <a:gd name="connsiteY11" fmla="*/ 1167422 h 2635034"/>
                <a:gd name="connsiteX12" fmla="*/ 7877937 w 9144000"/>
                <a:gd name="connsiteY12" fmla="*/ 1945576 h 2635034"/>
                <a:gd name="connsiteX13" fmla="*/ 7658100 w 9144000"/>
                <a:gd name="connsiteY13" fmla="*/ 2635034 h 2635034"/>
                <a:gd name="connsiteX14" fmla="*/ 9144000 w 9144000"/>
                <a:gd name="connsiteY14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625868 w 9144000"/>
                <a:gd name="connsiteY10" fmla="*/ 1178395 h 2635034"/>
                <a:gd name="connsiteX11" fmla="*/ 7732165 w 9144000"/>
                <a:gd name="connsiteY11" fmla="*/ 854927 h 2635034"/>
                <a:gd name="connsiteX12" fmla="*/ 7922590 w 9144000"/>
                <a:gd name="connsiteY12" fmla="*/ 1167422 h 2635034"/>
                <a:gd name="connsiteX13" fmla="*/ 7877937 w 9144000"/>
                <a:gd name="connsiteY13" fmla="*/ 1945576 h 2635034"/>
                <a:gd name="connsiteX14" fmla="*/ 7658100 w 9144000"/>
                <a:gd name="connsiteY14" fmla="*/ 2635034 h 2635034"/>
                <a:gd name="connsiteX15" fmla="*/ 9144000 w 9144000"/>
                <a:gd name="connsiteY15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239000 w 9144000"/>
                <a:gd name="connsiteY9" fmla="*/ 1149134 h 2635034"/>
                <a:gd name="connsiteX10" fmla="*/ 7399324 w 9144000"/>
                <a:gd name="connsiteY10" fmla="*/ 792748 h 2635034"/>
                <a:gd name="connsiteX11" fmla="*/ 7625868 w 9144000"/>
                <a:gd name="connsiteY11" fmla="*/ 1178395 h 2635034"/>
                <a:gd name="connsiteX12" fmla="*/ 7732165 w 9144000"/>
                <a:gd name="connsiteY12" fmla="*/ 854927 h 2635034"/>
                <a:gd name="connsiteX13" fmla="*/ 7922590 w 9144000"/>
                <a:gd name="connsiteY13" fmla="*/ 1167422 h 2635034"/>
                <a:gd name="connsiteX14" fmla="*/ 7877937 w 9144000"/>
                <a:gd name="connsiteY14" fmla="*/ 1945576 h 2635034"/>
                <a:gd name="connsiteX15" fmla="*/ 7658100 w 9144000"/>
                <a:gd name="connsiteY15" fmla="*/ 2635034 h 2635034"/>
                <a:gd name="connsiteX16" fmla="*/ 9144000 w 9144000"/>
                <a:gd name="connsiteY16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40879 w 9144000"/>
                <a:gd name="connsiteY9" fmla="*/ 796405 h 2635034"/>
                <a:gd name="connsiteX10" fmla="*/ 7239000 w 9144000"/>
                <a:gd name="connsiteY10" fmla="*/ 1149134 h 2635034"/>
                <a:gd name="connsiteX11" fmla="*/ 7399324 w 9144000"/>
                <a:gd name="connsiteY11" fmla="*/ 792748 h 2635034"/>
                <a:gd name="connsiteX12" fmla="*/ 7625868 w 9144000"/>
                <a:gd name="connsiteY12" fmla="*/ 1178395 h 2635034"/>
                <a:gd name="connsiteX13" fmla="*/ 7732165 w 9144000"/>
                <a:gd name="connsiteY13" fmla="*/ 85492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40879 w 9144000"/>
                <a:gd name="connsiteY9" fmla="*/ 796405 h 2635034"/>
                <a:gd name="connsiteX10" fmla="*/ 7239000 w 9144000"/>
                <a:gd name="connsiteY10" fmla="*/ 1149134 h 2635034"/>
                <a:gd name="connsiteX11" fmla="*/ 7399324 w 9144000"/>
                <a:gd name="connsiteY11" fmla="*/ 792748 h 2635034"/>
                <a:gd name="connsiteX12" fmla="*/ 7625868 w 9144000"/>
                <a:gd name="connsiteY12" fmla="*/ 1178395 h 2635034"/>
                <a:gd name="connsiteX13" fmla="*/ 7732165 w 9144000"/>
                <a:gd name="connsiteY13" fmla="*/ 85492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40879 w 9144000"/>
                <a:gd name="connsiteY9" fmla="*/ 796405 h 2635034"/>
                <a:gd name="connsiteX10" fmla="*/ 7239000 w 9144000"/>
                <a:gd name="connsiteY10" fmla="*/ 1149134 h 2635034"/>
                <a:gd name="connsiteX11" fmla="*/ 7399324 w 9144000"/>
                <a:gd name="connsiteY11" fmla="*/ 792748 h 2635034"/>
                <a:gd name="connsiteX12" fmla="*/ 7625868 w 9144000"/>
                <a:gd name="connsiteY12" fmla="*/ 1178395 h 2635034"/>
                <a:gd name="connsiteX13" fmla="*/ 7732165 w 9144000"/>
                <a:gd name="connsiteY13" fmla="*/ 85492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40879 w 9144000"/>
                <a:gd name="connsiteY9" fmla="*/ 796405 h 2635034"/>
                <a:gd name="connsiteX10" fmla="*/ 7239000 w 9144000"/>
                <a:gd name="connsiteY10" fmla="*/ 1149134 h 2635034"/>
                <a:gd name="connsiteX11" fmla="*/ 7399324 w 9144000"/>
                <a:gd name="connsiteY11" fmla="*/ 792748 h 2635034"/>
                <a:gd name="connsiteX12" fmla="*/ 7625868 w 9144000"/>
                <a:gd name="connsiteY12" fmla="*/ 1178395 h 2635034"/>
                <a:gd name="connsiteX13" fmla="*/ 7732165 w 9144000"/>
                <a:gd name="connsiteY13" fmla="*/ 85492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40879 w 9144000"/>
                <a:gd name="connsiteY9" fmla="*/ 796405 h 2635034"/>
                <a:gd name="connsiteX10" fmla="*/ 7239000 w 9144000"/>
                <a:gd name="connsiteY10" fmla="*/ 1149134 h 2635034"/>
                <a:gd name="connsiteX11" fmla="*/ 7399324 w 9144000"/>
                <a:gd name="connsiteY11" fmla="*/ 792748 h 2635034"/>
                <a:gd name="connsiteX12" fmla="*/ 7625868 w 9144000"/>
                <a:gd name="connsiteY12" fmla="*/ 1178395 h 2635034"/>
                <a:gd name="connsiteX13" fmla="*/ 7732165 w 9144000"/>
                <a:gd name="connsiteY13" fmla="*/ 85492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40879 w 9144000"/>
                <a:gd name="connsiteY9" fmla="*/ 796405 h 2635034"/>
                <a:gd name="connsiteX10" fmla="*/ 7239000 w 9144000"/>
                <a:gd name="connsiteY10" fmla="*/ 1149134 h 2635034"/>
                <a:gd name="connsiteX11" fmla="*/ 7399324 w 9144000"/>
                <a:gd name="connsiteY11" fmla="*/ 792748 h 2635034"/>
                <a:gd name="connsiteX12" fmla="*/ 7625868 w 9144000"/>
                <a:gd name="connsiteY12" fmla="*/ 1178395 h 2635034"/>
                <a:gd name="connsiteX13" fmla="*/ 7732165 w 9144000"/>
                <a:gd name="connsiteY13" fmla="*/ 85492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40879 w 9144000"/>
                <a:gd name="connsiteY9" fmla="*/ 796405 h 2635034"/>
                <a:gd name="connsiteX10" fmla="*/ 7239000 w 9144000"/>
                <a:gd name="connsiteY10" fmla="*/ 1149134 h 2635034"/>
                <a:gd name="connsiteX11" fmla="*/ 7399324 w 9144000"/>
                <a:gd name="connsiteY11" fmla="*/ 792748 h 2635034"/>
                <a:gd name="connsiteX12" fmla="*/ 7625868 w 9144000"/>
                <a:gd name="connsiteY12" fmla="*/ 1178395 h 2635034"/>
                <a:gd name="connsiteX13" fmla="*/ 7732165 w 9144000"/>
                <a:gd name="connsiteY13" fmla="*/ 85492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40879 w 9144000"/>
                <a:gd name="connsiteY9" fmla="*/ 796405 h 2635034"/>
                <a:gd name="connsiteX10" fmla="*/ 7239000 w 9144000"/>
                <a:gd name="connsiteY10" fmla="*/ 1149134 h 2635034"/>
                <a:gd name="connsiteX11" fmla="*/ 7399324 w 9144000"/>
                <a:gd name="connsiteY11" fmla="*/ 792748 h 2635034"/>
                <a:gd name="connsiteX12" fmla="*/ 7625868 w 9144000"/>
                <a:gd name="connsiteY12" fmla="*/ 1178395 h 2635034"/>
                <a:gd name="connsiteX13" fmla="*/ 7732165 w 9144000"/>
                <a:gd name="connsiteY13" fmla="*/ 85492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40879 w 9144000"/>
                <a:gd name="connsiteY9" fmla="*/ 796405 h 2635034"/>
                <a:gd name="connsiteX10" fmla="*/ 7260945 w 9144000"/>
                <a:gd name="connsiteY10" fmla="*/ 1152791 h 2635034"/>
                <a:gd name="connsiteX11" fmla="*/ 7399324 w 9144000"/>
                <a:gd name="connsiteY11" fmla="*/ 792748 h 2635034"/>
                <a:gd name="connsiteX12" fmla="*/ 7625868 w 9144000"/>
                <a:gd name="connsiteY12" fmla="*/ 1178395 h 2635034"/>
                <a:gd name="connsiteX13" fmla="*/ 7732165 w 9144000"/>
                <a:gd name="connsiteY13" fmla="*/ 85492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40879 w 9144000"/>
                <a:gd name="connsiteY9" fmla="*/ 796405 h 2635034"/>
                <a:gd name="connsiteX10" fmla="*/ 7260945 w 9144000"/>
                <a:gd name="connsiteY10" fmla="*/ 1152791 h 2635034"/>
                <a:gd name="connsiteX11" fmla="*/ 7399324 w 9144000"/>
                <a:gd name="connsiteY11" fmla="*/ 792748 h 2635034"/>
                <a:gd name="connsiteX12" fmla="*/ 7622210 w 9144000"/>
                <a:gd name="connsiteY12" fmla="*/ 1156449 h 2635034"/>
                <a:gd name="connsiteX13" fmla="*/ 7732165 w 9144000"/>
                <a:gd name="connsiteY13" fmla="*/ 85492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40879 w 9144000"/>
                <a:gd name="connsiteY9" fmla="*/ 796405 h 2635034"/>
                <a:gd name="connsiteX10" fmla="*/ 7260945 w 9144000"/>
                <a:gd name="connsiteY10" fmla="*/ 1152791 h 2635034"/>
                <a:gd name="connsiteX11" fmla="*/ 7399324 w 9144000"/>
                <a:gd name="connsiteY11" fmla="*/ 792748 h 2635034"/>
                <a:gd name="connsiteX12" fmla="*/ 7622210 w 9144000"/>
                <a:gd name="connsiteY12" fmla="*/ 1178395 h 2635034"/>
                <a:gd name="connsiteX13" fmla="*/ 7732165 w 9144000"/>
                <a:gd name="connsiteY13" fmla="*/ 85492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40879 w 9144000"/>
                <a:gd name="connsiteY9" fmla="*/ 796405 h 2635034"/>
                <a:gd name="connsiteX10" fmla="*/ 7260945 w 9144000"/>
                <a:gd name="connsiteY10" fmla="*/ 1152791 h 2635034"/>
                <a:gd name="connsiteX11" fmla="*/ 7399324 w 9144000"/>
                <a:gd name="connsiteY11" fmla="*/ 792748 h 2635034"/>
                <a:gd name="connsiteX12" fmla="*/ 7622210 w 9144000"/>
                <a:gd name="connsiteY12" fmla="*/ 1178395 h 2635034"/>
                <a:gd name="connsiteX13" fmla="*/ 7732165 w 9144000"/>
                <a:gd name="connsiteY13" fmla="*/ 85492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40879 w 9144000"/>
                <a:gd name="connsiteY9" fmla="*/ 796405 h 2635034"/>
                <a:gd name="connsiteX10" fmla="*/ 7260945 w 9144000"/>
                <a:gd name="connsiteY10" fmla="*/ 1152791 h 2635034"/>
                <a:gd name="connsiteX11" fmla="*/ 7399324 w 9144000"/>
                <a:gd name="connsiteY11" fmla="*/ 792748 h 2635034"/>
                <a:gd name="connsiteX12" fmla="*/ 7622210 w 9144000"/>
                <a:gd name="connsiteY12" fmla="*/ 1178395 h 2635034"/>
                <a:gd name="connsiteX13" fmla="*/ 7732165 w 9144000"/>
                <a:gd name="connsiteY13" fmla="*/ 85492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40879 w 9144000"/>
                <a:gd name="connsiteY9" fmla="*/ 796405 h 2635034"/>
                <a:gd name="connsiteX10" fmla="*/ 7260945 w 9144000"/>
                <a:gd name="connsiteY10" fmla="*/ 1152791 h 2635034"/>
                <a:gd name="connsiteX11" fmla="*/ 7399324 w 9144000"/>
                <a:gd name="connsiteY11" fmla="*/ 792748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40879 w 9144000"/>
                <a:gd name="connsiteY9" fmla="*/ 796405 h 2635034"/>
                <a:gd name="connsiteX10" fmla="*/ 7260945 w 9144000"/>
                <a:gd name="connsiteY10" fmla="*/ 1152791 h 2635034"/>
                <a:gd name="connsiteX11" fmla="*/ 7399324 w 9144000"/>
                <a:gd name="connsiteY11" fmla="*/ 792748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40879 w 9144000"/>
                <a:gd name="connsiteY9" fmla="*/ 796405 h 2635034"/>
                <a:gd name="connsiteX10" fmla="*/ 7260945 w 9144000"/>
                <a:gd name="connsiteY10" fmla="*/ 1152791 h 2635034"/>
                <a:gd name="connsiteX11" fmla="*/ 7399324 w 9144000"/>
                <a:gd name="connsiteY11" fmla="*/ 792748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40879 w 9144000"/>
                <a:gd name="connsiteY9" fmla="*/ 796405 h 2635034"/>
                <a:gd name="connsiteX10" fmla="*/ 7260945 w 9144000"/>
                <a:gd name="connsiteY10" fmla="*/ 1152791 h 2635034"/>
                <a:gd name="connsiteX11" fmla="*/ 7399324 w 9144000"/>
                <a:gd name="connsiteY11" fmla="*/ 792748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40879 w 9144000"/>
                <a:gd name="connsiteY9" fmla="*/ 796405 h 2635034"/>
                <a:gd name="connsiteX10" fmla="*/ 7260945 w 9144000"/>
                <a:gd name="connsiteY10" fmla="*/ 1152791 h 2635034"/>
                <a:gd name="connsiteX11" fmla="*/ 7399324 w 9144000"/>
                <a:gd name="connsiteY11" fmla="*/ 792748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40879 w 9144000"/>
                <a:gd name="connsiteY9" fmla="*/ 796405 h 2635034"/>
                <a:gd name="connsiteX10" fmla="*/ 7260945 w 9144000"/>
                <a:gd name="connsiteY10" fmla="*/ 1152791 h 2635034"/>
                <a:gd name="connsiteX11" fmla="*/ 7399324 w 9144000"/>
                <a:gd name="connsiteY11" fmla="*/ 792748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40879 w 9144000"/>
                <a:gd name="connsiteY9" fmla="*/ 796405 h 2635034"/>
                <a:gd name="connsiteX10" fmla="*/ 7260945 w 9144000"/>
                <a:gd name="connsiteY10" fmla="*/ 1152791 h 2635034"/>
                <a:gd name="connsiteX11" fmla="*/ 7421270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40879 w 9144000"/>
                <a:gd name="connsiteY9" fmla="*/ 796405 h 2635034"/>
                <a:gd name="connsiteX10" fmla="*/ 7260945 w 9144000"/>
                <a:gd name="connsiteY10" fmla="*/ 1152791 h 2635034"/>
                <a:gd name="connsiteX11" fmla="*/ 7421270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40879 w 9144000"/>
                <a:gd name="connsiteY9" fmla="*/ 796405 h 2635034"/>
                <a:gd name="connsiteX10" fmla="*/ 7260945 w 9144000"/>
                <a:gd name="connsiteY10" fmla="*/ 1152791 h 2635034"/>
                <a:gd name="connsiteX11" fmla="*/ 7421270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40879 w 9144000"/>
                <a:gd name="connsiteY9" fmla="*/ 796405 h 2635034"/>
                <a:gd name="connsiteX10" fmla="*/ 7260945 w 9144000"/>
                <a:gd name="connsiteY10" fmla="*/ 1152791 h 2635034"/>
                <a:gd name="connsiteX11" fmla="*/ 7421270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40879 w 9144000"/>
                <a:gd name="connsiteY9" fmla="*/ 796405 h 2635034"/>
                <a:gd name="connsiteX10" fmla="*/ 7260945 w 9144000"/>
                <a:gd name="connsiteY10" fmla="*/ 1152791 h 2635034"/>
                <a:gd name="connsiteX11" fmla="*/ 7421270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40879 w 9144000"/>
                <a:gd name="connsiteY9" fmla="*/ 796405 h 2635034"/>
                <a:gd name="connsiteX10" fmla="*/ 7260945 w 9144000"/>
                <a:gd name="connsiteY10" fmla="*/ 1152791 h 2635034"/>
                <a:gd name="connsiteX11" fmla="*/ 7421270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40879 w 9144000"/>
                <a:gd name="connsiteY9" fmla="*/ 796405 h 2635034"/>
                <a:gd name="connsiteX10" fmla="*/ 7260945 w 9144000"/>
                <a:gd name="connsiteY10" fmla="*/ 1152791 h 2635034"/>
                <a:gd name="connsiteX11" fmla="*/ 7421270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40879 w 9144000"/>
                <a:gd name="connsiteY9" fmla="*/ 796405 h 2635034"/>
                <a:gd name="connsiteX10" fmla="*/ 7260945 w 9144000"/>
                <a:gd name="connsiteY10" fmla="*/ 1152791 h 2635034"/>
                <a:gd name="connsiteX11" fmla="*/ 7421270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40879 w 9144000"/>
                <a:gd name="connsiteY9" fmla="*/ 796405 h 2635034"/>
                <a:gd name="connsiteX10" fmla="*/ 7260945 w 9144000"/>
                <a:gd name="connsiteY10" fmla="*/ 1152791 h 2635034"/>
                <a:gd name="connsiteX11" fmla="*/ 7421270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92085 w 9144000"/>
                <a:gd name="connsiteY9" fmla="*/ 796405 h 2635034"/>
                <a:gd name="connsiteX10" fmla="*/ 7260945 w 9144000"/>
                <a:gd name="connsiteY10" fmla="*/ 1152791 h 2635034"/>
                <a:gd name="connsiteX11" fmla="*/ 7421270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92085 w 9144000"/>
                <a:gd name="connsiteY9" fmla="*/ 796405 h 2635034"/>
                <a:gd name="connsiteX10" fmla="*/ 7260945 w 9144000"/>
                <a:gd name="connsiteY10" fmla="*/ 1152791 h 2635034"/>
                <a:gd name="connsiteX11" fmla="*/ 7421270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92085 w 9144000"/>
                <a:gd name="connsiteY9" fmla="*/ 796405 h 2635034"/>
                <a:gd name="connsiteX10" fmla="*/ 7260945 w 9144000"/>
                <a:gd name="connsiteY10" fmla="*/ 1152791 h 2635034"/>
                <a:gd name="connsiteX11" fmla="*/ 7421270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88427 w 9144000"/>
                <a:gd name="connsiteY9" fmla="*/ 730568 h 2635034"/>
                <a:gd name="connsiteX10" fmla="*/ 7260945 w 9144000"/>
                <a:gd name="connsiteY10" fmla="*/ 1152791 h 2635034"/>
                <a:gd name="connsiteX11" fmla="*/ 7421270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88427 w 9144000"/>
                <a:gd name="connsiteY9" fmla="*/ 730568 h 2635034"/>
                <a:gd name="connsiteX10" fmla="*/ 7260945 w 9144000"/>
                <a:gd name="connsiteY10" fmla="*/ 1152791 h 2635034"/>
                <a:gd name="connsiteX11" fmla="*/ 7421270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88427 w 9144000"/>
                <a:gd name="connsiteY9" fmla="*/ 730568 h 2635034"/>
                <a:gd name="connsiteX10" fmla="*/ 7260945 w 9144000"/>
                <a:gd name="connsiteY10" fmla="*/ 1152791 h 2635034"/>
                <a:gd name="connsiteX11" fmla="*/ 7421270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88427 w 9144000"/>
                <a:gd name="connsiteY9" fmla="*/ 730568 h 2635034"/>
                <a:gd name="connsiteX10" fmla="*/ 7260945 w 9144000"/>
                <a:gd name="connsiteY10" fmla="*/ 1152791 h 2635034"/>
                <a:gd name="connsiteX11" fmla="*/ 7421270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88427 w 9144000"/>
                <a:gd name="connsiteY9" fmla="*/ 730568 h 2635034"/>
                <a:gd name="connsiteX10" fmla="*/ 7260945 w 9144000"/>
                <a:gd name="connsiteY10" fmla="*/ 1152791 h 2635034"/>
                <a:gd name="connsiteX11" fmla="*/ 7421270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88427 w 9144000"/>
                <a:gd name="connsiteY9" fmla="*/ 730568 h 2635034"/>
                <a:gd name="connsiteX10" fmla="*/ 7260945 w 9144000"/>
                <a:gd name="connsiteY10" fmla="*/ 1152791 h 2635034"/>
                <a:gd name="connsiteX11" fmla="*/ 7421270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88427 w 9144000"/>
                <a:gd name="connsiteY9" fmla="*/ 730568 h 2635034"/>
                <a:gd name="connsiteX10" fmla="*/ 7260945 w 9144000"/>
                <a:gd name="connsiteY10" fmla="*/ 1152791 h 2635034"/>
                <a:gd name="connsiteX11" fmla="*/ 7421270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88427 w 9144000"/>
                <a:gd name="connsiteY9" fmla="*/ 730568 h 2635034"/>
                <a:gd name="connsiteX10" fmla="*/ 7260945 w 9144000"/>
                <a:gd name="connsiteY10" fmla="*/ 1152791 h 2635034"/>
                <a:gd name="connsiteX11" fmla="*/ 7421270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88427 w 9144000"/>
                <a:gd name="connsiteY9" fmla="*/ 730568 h 2635034"/>
                <a:gd name="connsiteX10" fmla="*/ 7260945 w 9144000"/>
                <a:gd name="connsiteY10" fmla="*/ 1152791 h 2635034"/>
                <a:gd name="connsiteX11" fmla="*/ 7421270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88427 w 9144000"/>
                <a:gd name="connsiteY9" fmla="*/ 730568 h 2635034"/>
                <a:gd name="connsiteX10" fmla="*/ 7260945 w 9144000"/>
                <a:gd name="connsiteY10" fmla="*/ 1152791 h 2635034"/>
                <a:gd name="connsiteX11" fmla="*/ 7421270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88427 w 9144000"/>
                <a:gd name="connsiteY9" fmla="*/ 730568 h 2635034"/>
                <a:gd name="connsiteX10" fmla="*/ 7260945 w 9144000"/>
                <a:gd name="connsiteY10" fmla="*/ 1152791 h 2635034"/>
                <a:gd name="connsiteX11" fmla="*/ 7421270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88427 w 9144000"/>
                <a:gd name="connsiteY9" fmla="*/ 730568 h 2635034"/>
                <a:gd name="connsiteX10" fmla="*/ 7260945 w 9144000"/>
                <a:gd name="connsiteY10" fmla="*/ 1152791 h 2635034"/>
                <a:gd name="connsiteX11" fmla="*/ 7421270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88427 w 9144000"/>
                <a:gd name="connsiteY9" fmla="*/ 730568 h 2635034"/>
                <a:gd name="connsiteX10" fmla="*/ 7260945 w 9144000"/>
                <a:gd name="connsiteY10" fmla="*/ 1152791 h 2635034"/>
                <a:gd name="connsiteX11" fmla="*/ 7446873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88427 w 9144000"/>
                <a:gd name="connsiteY9" fmla="*/ 730568 h 2635034"/>
                <a:gd name="connsiteX10" fmla="*/ 7260945 w 9144000"/>
                <a:gd name="connsiteY10" fmla="*/ 1152791 h 2635034"/>
                <a:gd name="connsiteX11" fmla="*/ 7446873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88427 w 9144000"/>
                <a:gd name="connsiteY9" fmla="*/ 730568 h 2635034"/>
                <a:gd name="connsiteX10" fmla="*/ 7260945 w 9144000"/>
                <a:gd name="connsiteY10" fmla="*/ 1152791 h 2635034"/>
                <a:gd name="connsiteX11" fmla="*/ 7446873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106715 w 9144000"/>
                <a:gd name="connsiteY9" fmla="*/ 730568 h 2635034"/>
                <a:gd name="connsiteX10" fmla="*/ 7260945 w 9144000"/>
                <a:gd name="connsiteY10" fmla="*/ 1152791 h 2635034"/>
                <a:gd name="connsiteX11" fmla="*/ 7446873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92084 w 9144000"/>
                <a:gd name="connsiteY9" fmla="*/ 723252 h 2635034"/>
                <a:gd name="connsiteX10" fmla="*/ 7260945 w 9144000"/>
                <a:gd name="connsiteY10" fmla="*/ 1152791 h 2635034"/>
                <a:gd name="connsiteX11" fmla="*/ 7446873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92084 w 9144000"/>
                <a:gd name="connsiteY9" fmla="*/ 723252 h 2635034"/>
                <a:gd name="connsiteX10" fmla="*/ 7260945 w 9144000"/>
                <a:gd name="connsiteY10" fmla="*/ 1152791 h 2635034"/>
                <a:gd name="connsiteX11" fmla="*/ 7446873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92084 w 9144000"/>
                <a:gd name="connsiteY9" fmla="*/ 723252 h 2635034"/>
                <a:gd name="connsiteX10" fmla="*/ 7260945 w 9144000"/>
                <a:gd name="connsiteY10" fmla="*/ 1152791 h 2635034"/>
                <a:gd name="connsiteX11" fmla="*/ 7446873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92084 w 9144000"/>
                <a:gd name="connsiteY9" fmla="*/ 723252 h 2635034"/>
                <a:gd name="connsiteX10" fmla="*/ 7260945 w 9144000"/>
                <a:gd name="connsiteY10" fmla="*/ 1152791 h 2635034"/>
                <a:gd name="connsiteX11" fmla="*/ 7446873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92084 w 9144000"/>
                <a:gd name="connsiteY9" fmla="*/ 723252 h 2635034"/>
                <a:gd name="connsiteX10" fmla="*/ 7260945 w 9144000"/>
                <a:gd name="connsiteY10" fmla="*/ 1152791 h 2635034"/>
                <a:gd name="connsiteX11" fmla="*/ 7446873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877937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92084 w 9144000"/>
                <a:gd name="connsiteY9" fmla="*/ 723252 h 2635034"/>
                <a:gd name="connsiteX10" fmla="*/ 7260945 w 9144000"/>
                <a:gd name="connsiteY10" fmla="*/ 1152791 h 2635034"/>
                <a:gd name="connsiteX11" fmla="*/ 7446873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914513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92084 w 9144000"/>
                <a:gd name="connsiteY9" fmla="*/ 723252 h 2635034"/>
                <a:gd name="connsiteX10" fmla="*/ 7260945 w 9144000"/>
                <a:gd name="connsiteY10" fmla="*/ 1152791 h 2635034"/>
                <a:gd name="connsiteX11" fmla="*/ 7446873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914513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92084 w 9144000"/>
                <a:gd name="connsiteY9" fmla="*/ 723252 h 2635034"/>
                <a:gd name="connsiteX10" fmla="*/ 7260945 w 9144000"/>
                <a:gd name="connsiteY10" fmla="*/ 1152791 h 2635034"/>
                <a:gd name="connsiteX11" fmla="*/ 7446873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914513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92084 w 9144000"/>
                <a:gd name="connsiteY9" fmla="*/ 723252 h 2635034"/>
                <a:gd name="connsiteX10" fmla="*/ 7260945 w 9144000"/>
                <a:gd name="connsiteY10" fmla="*/ 1152791 h 2635034"/>
                <a:gd name="connsiteX11" fmla="*/ 7446873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914513 w 9144000"/>
                <a:gd name="connsiteY15" fmla="*/ 1945576 h 2635034"/>
                <a:gd name="connsiteX16" fmla="*/ 7658100 w 9144000"/>
                <a:gd name="connsiteY16" fmla="*/ 2635034 h 2635034"/>
                <a:gd name="connsiteX17" fmla="*/ 9144000 w 9144000"/>
                <a:gd name="connsiteY17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92084 w 9144000"/>
                <a:gd name="connsiteY9" fmla="*/ 723252 h 2635034"/>
                <a:gd name="connsiteX10" fmla="*/ 7260945 w 9144000"/>
                <a:gd name="connsiteY10" fmla="*/ 1152791 h 2635034"/>
                <a:gd name="connsiteX11" fmla="*/ 7446873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914513 w 9144000"/>
                <a:gd name="connsiteY15" fmla="*/ 1945576 h 2635034"/>
                <a:gd name="connsiteX16" fmla="*/ 7798002 w 9144000"/>
                <a:gd name="connsiteY16" fmla="*/ 2383804 h 2635034"/>
                <a:gd name="connsiteX17" fmla="*/ 7658100 w 9144000"/>
                <a:gd name="connsiteY17" fmla="*/ 2635034 h 2635034"/>
                <a:gd name="connsiteX18" fmla="*/ 9144000 w 9144000"/>
                <a:gd name="connsiteY18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92084 w 9144000"/>
                <a:gd name="connsiteY9" fmla="*/ 723252 h 2635034"/>
                <a:gd name="connsiteX10" fmla="*/ 7260945 w 9144000"/>
                <a:gd name="connsiteY10" fmla="*/ 1152791 h 2635034"/>
                <a:gd name="connsiteX11" fmla="*/ 7446873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914513 w 9144000"/>
                <a:gd name="connsiteY15" fmla="*/ 1945576 h 2635034"/>
                <a:gd name="connsiteX16" fmla="*/ 7798002 w 9144000"/>
                <a:gd name="connsiteY16" fmla="*/ 2383804 h 2635034"/>
                <a:gd name="connsiteX17" fmla="*/ 7658100 w 9144000"/>
                <a:gd name="connsiteY17" fmla="*/ 2635034 h 2635034"/>
                <a:gd name="connsiteX18" fmla="*/ 9144000 w 9144000"/>
                <a:gd name="connsiteY18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92084 w 9144000"/>
                <a:gd name="connsiteY9" fmla="*/ 723252 h 2635034"/>
                <a:gd name="connsiteX10" fmla="*/ 7260945 w 9144000"/>
                <a:gd name="connsiteY10" fmla="*/ 1152791 h 2635034"/>
                <a:gd name="connsiteX11" fmla="*/ 7446873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914513 w 9144000"/>
                <a:gd name="connsiteY15" fmla="*/ 1945576 h 2635034"/>
                <a:gd name="connsiteX16" fmla="*/ 7798002 w 9144000"/>
                <a:gd name="connsiteY16" fmla="*/ 2383804 h 2635034"/>
                <a:gd name="connsiteX17" fmla="*/ 7658100 w 9144000"/>
                <a:gd name="connsiteY17" fmla="*/ 2635034 h 2635034"/>
                <a:gd name="connsiteX18" fmla="*/ 9144000 w 9144000"/>
                <a:gd name="connsiteY18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92084 w 9144000"/>
                <a:gd name="connsiteY9" fmla="*/ 723252 h 2635034"/>
                <a:gd name="connsiteX10" fmla="*/ 7260945 w 9144000"/>
                <a:gd name="connsiteY10" fmla="*/ 1152791 h 2635034"/>
                <a:gd name="connsiteX11" fmla="*/ 7446873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914513 w 9144000"/>
                <a:gd name="connsiteY15" fmla="*/ 1945576 h 2635034"/>
                <a:gd name="connsiteX16" fmla="*/ 7798002 w 9144000"/>
                <a:gd name="connsiteY16" fmla="*/ 2317968 h 2635034"/>
                <a:gd name="connsiteX17" fmla="*/ 7658100 w 9144000"/>
                <a:gd name="connsiteY17" fmla="*/ 2635034 h 2635034"/>
                <a:gd name="connsiteX18" fmla="*/ 9144000 w 9144000"/>
                <a:gd name="connsiteY18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92084 w 9144000"/>
                <a:gd name="connsiteY9" fmla="*/ 723252 h 2635034"/>
                <a:gd name="connsiteX10" fmla="*/ 7260945 w 9144000"/>
                <a:gd name="connsiteY10" fmla="*/ 1152791 h 2635034"/>
                <a:gd name="connsiteX11" fmla="*/ 7446873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914513 w 9144000"/>
                <a:gd name="connsiteY15" fmla="*/ 1945576 h 2635034"/>
                <a:gd name="connsiteX16" fmla="*/ 7798002 w 9144000"/>
                <a:gd name="connsiteY16" fmla="*/ 2317968 h 2635034"/>
                <a:gd name="connsiteX17" fmla="*/ 7658100 w 9144000"/>
                <a:gd name="connsiteY17" fmla="*/ 2635034 h 2635034"/>
                <a:gd name="connsiteX18" fmla="*/ 9144000 w 9144000"/>
                <a:gd name="connsiteY18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92084 w 9144000"/>
                <a:gd name="connsiteY9" fmla="*/ 723252 h 2635034"/>
                <a:gd name="connsiteX10" fmla="*/ 7260945 w 9144000"/>
                <a:gd name="connsiteY10" fmla="*/ 1152791 h 2635034"/>
                <a:gd name="connsiteX11" fmla="*/ 7446873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914513 w 9144000"/>
                <a:gd name="connsiteY15" fmla="*/ 1945576 h 2635034"/>
                <a:gd name="connsiteX16" fmla="*/ 7798002 w 9144000"/>
                <a:gd name="connsiteY16" fmla="*/ 2317968 h 2635034"/>
                <a:gd name="connsiteX17" fmla="*/ 7723937 w 9144000"/>
                <a:gd name="connsiteY17" fmla="*/ 2635034 h 2635034"/>
                <a:gd name="connsiteX18" fmla="*/ 9144000 w 9144000"/>
                <a:gd name="connsiteY18" fmla="*/ 2635034 h 2635034"/>
                <a:gd name="connsiteX0" fmla="*/ 0 w 9144000"/>
                <a:gd name="connsiteY0" fmla="*/ 2625509 h 2635034"/>
                <a:gd name="connsiteX1" fmla="*/ 6592062 w 9144000"/>
                <a:gd name="connsiteY1" fmla="*/ 2632825 h 2635034"/>
                <a:gd name="connsiteX2" fmla="*/ 6591300 w 9144000"/>
                <a:gd name="connsiteY2" fmla="*/ 2387384 h 2635034"/>
                <a:gd name="connsiteX3" fmla="*/ 6000750 w 9144000"/>
                <a:gd name="connsiteY3" fmla="*/ 1320584 h 2635034"/>
                <a:gd name="connsiteX4" fmla="*/ 6197726 w 9144000"/>
                <a:gd name="connsiteY4" fmla="*/ 1152105 h 2635034"/>
                <a:gd name="connsiteX5" fmla="*/ 6619875 w 9144000"/>
                <a:gd name="connsiteY5" fmla="*/ 1634909 h 2635034"/>
                <a:gd name="connsiteX6" fmla="*/ 6562725 w 9144000"/>
                <a:gd name="connsiteY6" fmla="*/ 168059 h 2635034"/>
                <a:gd name="connsiteX7" fmla="*/ 6838950 w 9144000"/>
                <a:gd name="connsiteY7" fmla="*/ 177584 h 2635034"/>
                <a:gd name="connsiteX8" fmla="*/ 6905625 w 9144000"/>
                <a:gd name="connsiteY8" fmla="*/ 1149134 h 2635034"/>
                <a:gd name="connsiteX9" fmla="*/ 7092084 w 9144000"/>
                <a:gd name="connsiteY9" fmla="*/ 723252 h 2635034"/>
                <a:gd name="connsiteX10" fmla="*/ 7260945 w 9144000"/>
                <a:gd name="connsiteY10" fmla="*/ 1152791 h 2635034"/>
                <a:gd name="connsiteX11" fmla="*/ 7446873 w 9144000"/>
                <a:gd name="connsiteY11" fmla="*/ 763487 h 2635034"/>
                <a:gd name="connsiteX12" fmla="*/ 7622210 w 9144000"/>
                <a:gd name="connsiteY12" fmla="*/ 1178395 h 2635034"/>
                <a:gd name="connsiteX13" fmla="*/ 7776056 w 9144000"/>
                <a:gd name="connsiteY13" fmla="*/ 840297 h 2635034"/>
                <a:gd name="connsiteX14" fmla="*/ 7922590 w 9144000"/>
                <a:gd name="connsiteY14" fmla="*/ 1167422 h 2635034"/>
                <a:gd name="connsiteX15" fmla="*/ 7914513 w 9144000"/>
                <a:gd name="connsiteY15" fmla="*/ 1945576 h 2635034"/>
                <a:gd name="connsiteX16" fmla="*/ 7798002 w 9144000"/>
                <a:gd name="connsiteY16" fmla="*/ 2317968 h 2635034"/>
                <a:gd name="connsiteX17" fmla="*/ 7723937 w 9144000"/>
                <a:gd name="connsiteY17" fmla="*/ 2635034 h 2635034"/>
                <a:gd name="connsiteX18" fmla="*/ 9144000 w 9144000"/>
                <a:gd name="connsiteY18" fmla="*/ 2635034 h 2635034"/>
                <a:gd name="connsiteX0" fmla="*/ 0 w 4869712"/>
                <a:gd name="connsiteY0" fmla="*/ 2636141 h 2636599"/>
                <a:gd name="connsiteX1" fmla="*/ 2317774 w 4869712"/>
                <a:gd name="connsiteY1" fmla="*/ 2632825 h 2636599"/>
                <a:gd name="connsiteX2" fmla="*/ 2317012 w 4869712"/>
                <a:gd name="connsiteY2" fmla="*/ 2387384 h 2636599"/>
                <a:gd name="connsiteX3" fmla="*/ 1726462 w 4869712"/>
                <a:gd name="connsiteY3" fmla="*/ 1320584 h 2636599"/>
                <a:gd name="connsiteX4" fmla="*/ 1923438 w 4869712"/>
                <a:gd name="connsiteY4" fmla="*/ 1152105 h 2636599"/>
                <a:gd name="connsiteX5" fmla="*/ 2345587 w 4869712"/>
                <a:gd name="connsiteY5" fmla="*/ 1634909 h 2636599"/>
                <a:gd name="connsiteX6" fmla="*/ 2288437 w 4869712"/>
                <a:gd name="connsiteY6" fmla="*/ 168059 h 2636599"/>
                <a:gd name="connsiteX7" fmla="*/ 2564662 w 4869712"/>
                <a:gd name="connsiteY7" fmla="*/ 177584 h 2636599"/>
                <a:gd name="connsiteX8" fmla="*/ 2631337 w 4869712"/>
                <a:gd name="connsiteY8" fmla="*/ 1149134 h 2636599"/>
                <a:gd name="connsiteX9" fmla="*/ 2817796 w 4869712"/>
                <a:gd name="connsiteY9" fmla="*/ 723252 h 2636599"/>
                <a:gd name="connsiteX10" fmla="*/ 2986657 w 4869712"/>
                <a:gd name="connsiteY10" fmla="*/ 1152791 h 2636599"/>
                <a:gd name="connsiteX11" fmla="*/ 3172585 w 4869712"/>
                <a:gd name="connsiteY11" fmla="*/ 763487 h 2636599"/>
                <a:gd name="connsiteX12" fmla="*/ 3347922 w 4869712"/>
                <a:gd name="connsiteY12" fmla="*/ 1178395 h 2636599"/>
                <a:gd name="connsiteX13" fmla="*/ 3501768 w 4869712"/>
                <a:gd name="connsiteY13" fmla="*/ 840297 h 2636599"/>
                <a:gd name="connsiteX14" fmla="*/ 3648302 w 4869712"/>
                <a:gd name="connsiteY14" fmla="*/ 1167422 h 2636599"/>
                <a:gd name="connsiteX15" fmla="*/ 3640225 w 4869712"/>
                <a:gd name="connsiteY15" fmla="*/ 1945576 h 2636599"/>
                <a:gd name="connsiteX16" fmla="*/ 3523714 w 4869712"/>
                <a:gd name="connsiteY16" fmla="*/ 2317968 h 2636599"/>
                <a:gd name="connsiteX17" fmla="*/ 3449649 w 4869712"/>
                <a:gd name="connsiteY17" fmla="*/ 2635034 h 2636599"/>
                <a:gd name="connsiteX18" fmla="*/ 4869712 w 4869712"/>
                <a:gd name="connsiteY18" fmla="*/ 2635034 h 2636599"/>
                <a:gd name="connsiteX0" fmla="*/ 0 w 4869712"/>
                <a:gd name="connsiteY0" fmla="*/ 2636141 h 2636141"/>
                <a:gd name="connsiteX1" fmla="*/ 2317774 w 4869712"/>
                <a:gd name="connsiteY1" fmla="*/ 2632825 h 2636141"/>
                <a:gd name="connsiteX2" fmla="*/ 2317012 w 4869712"/>
                <a:gd name="connsiteY2" fmla="*/ 2387384 h 2636141"/>
                <a:gd name="connsiteX3" fmla="*/ 1726462 w 4869712"/>
                <a:gd name="connsiteY3" fmla="*/ 1320584 h 2636141"/>
                <a:gd name="connsiteX4" fmla="*/ 1923438 w 4869712"/>
                <a:gd name="connsiteY4" fmla="*/ 1152105 h 2636141"/>
                <a:gd name="connsiteX5" fmla="*/ 2345587 w 4869712"/>
                <a:gd name="connsiteY5" fmla="*/ 1634909 h 2636141"/>
                <a:gd name="connsiteX6" fmla="*/ 2288437 w 4869712"/>
                <a:gd name="connsiteY6" fmla="*/ 168059 h 2636141"/>
                <a:gd name="connsiteX7" fmla="*/ 2564662 w 4869712"/>
                <a:gd name="connsiteY7" fmla="*/ 177584 h 2636141"/>
                <a:gd name="connsiteX8" fmla="*/ 2631337 w 4869712"/>
                <a:gd name="connsiteY8" fmla="*/ 1149134 h 2636141"/>
                <a:gd name="connsiteX9" fmla="*/ 2817796 w 4869712"/>
                <a:gd name="connsiteY9" fmla="*/ 723252 h 2636141"/>
                <a:gd name="connsiteX10" fmla="*/ 2986657 w 4869712"/>
                <a:gd name="connsiteY10" fmla="*/ 1152791 h 2636141"/>
                <a:gd name="connsiteX11" fmla="*/ 3172585 w 4869712"/>
                <a:gd name="connsiteY11" fmla="*/ 763487 h 2636141"/>
                <a:gd name="connsiteX12" fmla="*/ 3347922 w 4869712"/>
                <a:gd name="connsiteY12" fmla="*/ 1178395 h 2636141"/>
                <a:gd name="connsiteX13" fmla="*/ 3501768 w 4869712"/>
                <a:gd name="connsiteY13" fmla="*/ 840297 h 2636141"/>
                <a:gd name="connsiteX14" fmla="*/ 3648302 w 4869712"/>
                <a:gd name="connsiteY14" fmla="*/ 1167422 h 2636141"/>
                <a:gd name="connsiteX15" fmla="*/ 3640225 w 4869712"/>
                <a:gd name="connsiteY15" fmla="*/ 1945576 h 2636141"/>
                <a:gd name="connsiteX16" fmla="*/ 3523714 w 4869712"/>
                <a:gd name="connsiteY16" fmla="*/ 2317968 h 2636141"/>
                <a:gd name="connsiteX17" fmla="*/ 3449649 w 4869712"/>
                <a:gd name="connsiteY17" fmla="*/ 2635034 h 2636141"/>
                <a:gd name="connsiteX18" fmla="*/ 4869712 w 4869712"/>
                <a:gd name="connsiteY18" fmla="*/ 2635034 h 2636141"/>
                <a:gd name="connsiteX0" fmla="*/ 0 w 4869712"/>
                <a:gd name="connsiteY0" fmla="*/ 2636141 h 2640802"/>
                <a:gd name="connsiteX1" fmla="*/ 2317774 w 4869712"/>
                <a:gd name="connsiteY1" fmla="*/ 2632825 h 2640802"/>
                <a:gd name="connsiteX2" fmla="*/ 2317012 w 4869712"/>
                <a:gd name="connsiteY2" fmla="*/ 2387384 h 2640802"/>
                <a:gd name="connsiteX3" fmla="*/ 1726462 w 4869712"/>
                <a:gd name="connsiteY3" fmla="*/ 1320584 h 2640802"/>
                <a:gd name="connsiteX4" fmla="*/ 1923438 w 4869712"/>
                <a:gd name="connsiteY4" fmla="*/ 1152105 h 2640802"/>
                <a:gd name="connsiteX5" fmla="*/ 2345587 w 4869712"/>
                <a:gd name="connsiteY5" fmla="*/ 1634909 h 2640802"/>
                <a:gd name="connsiteX6" fmla="*/ 2288437 w 4869712"/>
                <a:gd name="connsiteY6" fmla="*/ 168059 h 2640802"/>
                <a:gd name="connsiteX7" fmla="*/ 2564662 w 4869712"/>
                <a:gd name="connsiteY7" fmla="*/ 177584 h 2640802"/>
                <a:gd name="connsiteX8" fmla="*/ 2631337 w 4869712"/>
                <a:gd name="connsiteY8" fmla="*/ 1149134 h 2640802"/>
                <a:gd name="connsiteX9" fmla="*/ 2817796 w 4869712"/>
                <a:gd name="connsiteY9" fmla="*/ 723252 h 2640802"/>
                <a:gd name="connsiteX10" fmla="*/ 2986657 w 4869712"/>
                <a:gd name="connsiteY10" fmla="*/ 1152791 h 2640802"/>
                <a:gd name="connsiteX11" fmla="*/ 3172585 w 4869712"/>
                <a:gd name="connsiteY11" fmla="*/ 763487 h 2640802"/>
                <a:gd name="connsiteX12" fmla="*/ 3347922 w 4869712"/>
                <a:gd name="connsiteY12" fmla="*/ 1178395 h 2640802"/>
                <a:gd name="connsiteX13" fmla="*/ 3501768 w 4869712"/>
                <a:gd name="connsiteY13" fmla="*/ 840297 h 2640802"/>
                <a:gd name="connsiteX14" fmla="*/ 3648302 w 4869712"/>
                <a:gd name="connsiteY14" fmla="*/ 1167422 h 2640802"/>
                <a:gd name="connsiteX15" fmla="*/ 3640225 w 4869712"/>
                <a:gd name="connsiteY15" fmla="*/ 1945576 h 2640802"/>
                <a:gd name="connsiteX16" fmla="*/ 3523714 w 4869712"/>
                <a:gd name="connsiteY16" fmla="*/ 2317968 h 2640802"/>
                <a:gd name="connsiteX17" fmla="*/ 3449649 w 4869712"/>
                <a:gd name="connsiteY17" fmla="*/ 2635034 h 2640802"/>
                <a:gd name="connsiteX18" fmla="*/ 4869712 w 4869712"/>
                <a:gd name="connsiteY18" fmla="*/ 2635034 h 2640802"/>
                <a:gd name="connsiteX0" fmla="*/ 0 w 4869712"/>
                <a:gd name="connsiteY0" fmla="*/ 2636141 h 2640802"/>
                <a:gd name="connsiteX1" fmla="*/ 2317774 w 4869712"/>
                <a:gd name="connsiteY1" fmla="*/ 2632825 h 2640802"/>
                <a:gd name="connsiteX2" fmla="*/ 2317012 w 4869712"/>
                <a:gd name="connsiteY2" fmla="*/ 2387384 h 2640802"/>
                <a:gd name="connsiteX3" fmla="*/ 1726462 w 4869712"/>
                <a:gd name="connsiteY3" fmla="*/ 1320584 h 2640802"/>
                <a:gd name="connsiteX4" fmla="*/ 1923438 w 4869712"/>
                <a:gd name="connsiteY4" fmla="*/ 1152105 h 2640802"/>
                <a:gd name="connsiteX5" fmla="*/ 2345587 w 4869712"/>
                <a:gd name="connsiteY5" fmla="*/ 1634909 h 2640802"/>
                <a:gd name="connsiteX6" fmla="*/ 2288437 w 4869712"/>
                <a:gd name="connsiteY6" fmla="*/ 168059 h 2640802"/>
                <a:gd name="connsiteX7" fmla="*/ 2564662 w 4869712"/>
                <a:gd name="connsiteY7" fmla="*/ 177584 h 2640802"/>
                <a:gd name="connsiteX8" fmla="*/ 2631337 w 4869712"/>
                <a:gd name="connsiteY8" fmla="*/ 1149134 h 2640802"/>
                <a:gd name="connsiteX9" fmla="*/ 2817796 w 4869712"/>
                <a:gd name="connsiteY9" fmla="*/ 723252 h 2640802"/>
                <a:gd name="connsiteX10" fmla="*/ 2986657 w 4869712"/>
                <a:gd name="connsiteY10" fmla="*/ 1152791 h 2640802"/>
                <a:gd name="connsiteX11" fmla="*/ 3172585 w 4869712"/>
                <a:gd name="connsiteY11" fmla="*/ 763487 h 2640802"/>
                <a:gd name="connsiteX12" fmla="*/ 3347922 w 4869712"/>
                <a:gd name="connsiteY12" fmla="*/ 1178395 h 2640802"/>
                <a:gd name="connsiteX13" fmla="*/ 3501768 w 4869712"/>
                <a:gd name="connsiteY13" fmla="*/ 840297 h 2640802"/>
                <a:gd name="connsiteX14" fmla="*/ 3648302 w 4869712"/>
                <a:gd name="connsiteY14" fmla="*/ 1167422 h 2640802"/>
                <a:gd name="connsiteX15" fmla="*/ 3640225 w 4869712"/>
                <a:gd name="connsiteY15" fmla="*/ 1945576 h 2640802"/>
                <a:gd name="connsiteX16" fmla="*/ 3523714 w 4869712"/>
                <a:gd name="connsiteY16" fmla="*/ 2317968 h 2640802"/>
                <a:gd name="connsiteX17" fmla="*/ 3449649 w 4869712"/>
                <a:gd name="connsiteY17" fmla="*/ 2635034 h 2640802"/>
                <a:gd name="connsiteX18" fmla="*/ 4869712 w 4869712"/>
                <a:gd name="connsiteY18" fmla="*/ 2635034 h 2640802"/>
                <a:gd name="connsiteX0" fmla="*/ 113906 w 4005423"/>
                <a:gd name="connsiteY0" fmla="*/ 2668039 h 2670195"/>
                <a:gd name="connsiteX1" fmla="*/ 1453485 w 4005423"/>
                <a:gd name="connsiteY1" fmla="*/ 2632825 h 2670195"/>
                <a:gd name="connsiteX2" fmla="*/ 1452723 w 4005423"/>
                <a:gd name="connsiteY2" fmla="*/ 2387384 h 2670195"/>
                <a:gd name="connsiteX3" fmla="*/ 862173 w 4005423"/>
                <a:gd name="connsiteY3" fmla="*/ 1320584 h 2670195"/>
                <a:gd name="connsiteX4" fmla="*/ 1059149 w 4005423"/>
                <a:gd name="connsiteY4" fmla="*/ 1152105 h 2670195"/>
                <a:gd name="connsiteX5" fmla="*/ 1481298 w 4005423"/>
                <a:gd name="connsiteY5" fmla="*/ 1634909 h 2670195"/>
                <a:gd name="connsiteX6" fmla="*/ 1424148 w 4005423"/>
                <a:gd name="connsiteY6" fmla="*/ 168059 h 2670195"/>
                <a:gd name="connsiteX7" fmla="*/ 1700373 w 4005423"/>
                <a:gd name="connsiteY7" fmla="*/ 177584 h 2670195"/>
                <a:gd name="connsiteX8" fmla="*/ 1767048 w 4005423"/>
                <a:gd name="connsiteY8" fmla="*/ 1149134 h 2670195"/>
                <a:gd name="connsiteX9" fmla="*/ 1953507 w 4005423"/>
                <a:gd name="connsiteY9" fmla="*/ 723252 h 2670195"/>
                <a:gd name="connsiteX10" fmla="*/ 2122368 w 4005423"/>
                <a:gd name="connsiteY10" fmla="*/ 1152791 h 2670195"/>
                <a:gd name="connsiteX11" fmla="*/ 2308296 w 4005423"/>
                <a:gd name="connsiteY11" fmla="*/ 763487 h 2670195"/>
                <a:gd name="connsiteX12" fmla="*/ 2483633 w 4005423"/>
                <a:gd name="connsiteY12" fmla="*/ 1178395 h 2670195"/>
                <a:gd name="connsiteX13" fmla="*/ 2637479 w 4005423"/>
                <a:gd name="connsiteY13" fmla="*/ 840297 h 2670195"/>
                <a:gd name="connsiteX14" fmla="*/ 2784013 w 4005423"/>
                <a:gd name="connsiteY14" fmla="*/ 1167422 h 2670195"/>
                <a:gd name="connsiteX15" fmla="*/ 2775936 w 4005423"/>
                <a:gd name="connsiteY15" fmla="*/ 1945576 h 2670195"/>
                <a:gd name="connsiteX16" fmla="*/ 2659425 w 4005423"/>
                <a:gd name="connsiteY16" fmla="*/ 2317968 h 2670195"/>
                <a:gd name="connsiteX17" fmla="*/ 2585360 w 4005423"/>
                <a:gd name="connsiteY17" fmla="*/ 2635034 h 2670195"/>
                <a:gd name="connsiteX18" fmla="*/ 4005423 w 4005423"/>
                <a:gd name="connsiteY18" fmla="*/ 2635034 h 2670195"/>
                <a:gd name="connsiteX0" fmla="*/ 479716 w 3701381"/>
                <a:gd name="connsiteY0" fmla="*/ 3072076 h 3072352"/>
                <a:gd name="connsiteX1" fmla="*/ 1149443 w 3701381"/>
                <a:gd name="connsiteY1" fmla="*/ 2632825 h 3072352"/>
                <a:gd name="connsiteX2" fmla="*/ 1148681 w 3701381"/>
                <a:gd name="connsiteY2" fmla="*/ 2387384 h 3072352"/>
                <a:gd name="connsiteX3" fmla="*/ 558131 w 3701381"/>
                <a:gd name="connsiteY3" fmla="*/ 1320584 h 3072352"/>
                <a:gd name="connsiteX4" fmla="*/ 755107 w 3701381"/>
                <a:gd name="connsiteY4" fmla="*/ 1152105 h 3072352"/>
                <a:gd name="connsiteX5" fmla="*/ 1177256 w 3701381"/>
                <a:gd name="connsiteY5" fmla="*/ 1634909 h 3072352"/>
                <a:gd name="connsiteX6" fmla="*/ 1120106 w 3701381"/>
                <a:gd name="connsiteY6" fmla="*/ 168059 h 3072352"/>
                <a:gd name="connsiteX7" fmla="*/ 1396331 w 3701381"/>
                <a:gd name="connsiteY7" fmla="*/ 177584 h 3072352"/>
                <a:gd name="connsiteX8" fmla="*/ 1463006 w 3701381"/>
                <a:gd name="connsiteY8" fmla="*/ 1149134 h 3072352"/>
                <a:gd name="connsiteX9" fmla="*/ 1649465 w 3701381"/>
                <a:gd name="connsiteY9" fmla="*/ 723252 h 3072352"/>
                <a:gd name="connsiteX10" fmla="*/ 1818326 w 3701381"/>
                <a:gd name="connsiteY10" fmla="*/ 1152791 h 3072352"/>
                <a:gd name="connsiteX11" fmla="*/ 2004254 w 3701381"/>
                <a:gd name="connsiteY11" fmla="*/ 763487 h 3072352"/>
                <a:gd name="connsiteX12" fmla="*/ 2179591 w 3701381"/>
                <a:gd name="connsiteY12" fmla="*/ 1178395 h 3072352"/>
                <a:gd name="connsiteX13" fmla="*/ 2333437 w 3701381"/>
                <a:gd name="connsiteY13" fmla="*/ 840297 h 3072352"/>
                <a:gd name="connsiteX14" fmla="*/ 2479971 w 3701381"/>
                <a:gd name="connsiteY14" fmla="*/ 1167422 h 3072352"/>
                <a:gd name="connsiteX15" fmla="*/ 2471894 w 3701381"/>
                <a:gd name="connsiteY15" fmla="*/ 1945576 h 3072352"/>
                <a:gd name="connsiteX16" fmla="*/ 2355383 w 3701381"/>
                <a:gd name="connsiteY16" fmla="*/ 2317968 h 3072352"/>
                <a:gd name="connsiteX17" fmla="*/ 2281318 w 3701381"/>
                <a:gd name="connsiteY17" fmla="*/ 2635034 h 3072352"/>
                <a:gd name="connsiteX18" fmla="*/ 3701381 w 3701381"/>
                <a:gd name="connsiteY18" fmla="*/ 2635034 h 3072352"/>
                <a:gd name="connsiteX0" fmla="*/ 609558 w 3831223"/>
                <a:gd name="connsiteY0" fmla="*/ 3072076 h 3072076"/>
                <a:gd name="connsiteX1" fmla="*/ 1279285 w 3831223"/>
                <a:gd name="connsiteY1" fmla="*/ 2632825 h 3072076"/>
                <a:gd name="connsiteX2" fmla="*/ 1278523 w 3831223"/>
                <a:gd name="connsiteY2" fmla="*/ 2387384 h 3072076"/>
                <a:gd name="connsiteX3" fmla="*/ 687973 w 3831223"/>
                <a:gd name="connsiteY3" fmla="*/ 1320584 h 3072076"/>
                <a:gd name="connsiteX4" fmla="*/ 884949 w 3831223"/>
                <a:gd name="connsiteY4" fmla="*/ 1152105 h 3072076"/>
                <a:gd name="connsiteX5" fmla="*/ 1307098 w 3831223"/>
                <a:gd name="connsiteY5" fmla="*/ 1634909 h 3072076"/>
                <a:gd name="connsiteX6" fmla="*/ 1249948 w 3831223"/>
                <a:gd name="connsiteY6" fmla="*/ 168059 h 3072076"/>
                <a:gd name="connsiteX7" fmla="*/ 1526173 w 3831223"/>
                <a:gd name="connsiteY7" fmla="*/ 177584 h 3072076"/>
                <a:gd name="connsiteX8" fmla="*/ 1592848 w 3831223"/>
                <a:gd name="connsiteY8" fmla="*/ 1149134 h 3072076"/>
                <a:gd name="connsiteX9" fmla="*/ 1779307 w 3831223"/>
                <a:gd name="connsiteY9" fmla="*/ 723252 h 3072076"/>
                <a:gd name="connsiteX10" fmla="*/ 1948168 w 3831223"/>
                <a:gd name="connsiteY10" fmla="*/ 1152791 h 3072076"/>
                <a:gd name="connsiteX11" fmla="*/ 2134096 w 3831223"/>
                <a:gd name="connsiteY11" fmla="*/ 763487 h 3072076"/>
                <a:gd name="connsiteX12" fmla="*/ 2309433 w 3831223"/>
                <a:gd name="connsiteY12" fmla="*/ 1178395 h 3072076"/>
                <a:gd name="connsiteX13" fmla="*/ 2463279 w 3831223"/>
                <a:gd name="connsiteY13" fmla="*/ 840297 h 3072076"/>
                <a:gd name="connsiteX14" fmla="*/ 2609813 w 3831223"/>
                <a:gd name="connsiteY14" fmla="*/ 1167422 h 3072076"/>
                <a:gd name="connsiteX15" fmla="*/ 2601736 w 3831223"/>
                <a:gd name="connsiteY15" fmla="*/ 1945576 h 3072076"/>
                <a:gd name="connsiteX16" fmla="*/ 2485225 w 3831223"/>
                <a:gd name="connsiteY16" fmla="*/ 2317968 h 3072076"/>
                <a:gd name="connsiteX17" fmla="*/ 2411160 w 3831223"/>
                <a:gd name="connsiteY17" fmla="*/ 2635034 h 3072076"/>
                <a:gd name="connsiteX18" fmla="*/ 3831223 w 3831223"/>
                <a:gd name="connsiteY18" fmla="*/ 2635034 h 3072076"/>
                <a:gd name="connsiteX0" fmla="*/ 111732 w 4715630"/>
                <a:gd name="connsiteY0" fmla="*/ 3274095 h 3274095"/>
                <a:gd name="connsiteX1" fmla="*/ 2163692 w 4715630"/>
                <a:gd name="connsiteY1" fmla="*/ 2632825 h 3274095"/>
                <a:gd name="connsiteX2" fmla="*/ 2162930 w 4715630"/>
                <a:gd name="connsiteY2" fmla="*/ 2387384 h 3274095"/>
                <a:gd name="connsiteX3" fmla="*/ 1572380 w 4715630"/>
                <a:gd name="connsiteY3" fmla="*/ 1320584 h 3274095"/>
                <a:gd name="connsiteX4" fmla="*/ 1769356 w 4715630"/>
                <a:gd name="connsiteY4" fmla="*/ 1152105 h 3274095"/>
                <a:gd name="connsiteX5" fmla="*/ 2191505 w 4715630"/>
                <a:gd name="connsiteY5" fmla="*/ 1634909 h 3274095"/>
                <a:gd name="connsiteX6" fmla="*/ 2134355 w 4715630"/>
                <a:gd name="connsiteY6" fmla="*/ 168059 h 3274095"/>
                <a:gd name="connsiteX7" fmla="*/ 2410580 w 4715630"/>
                <a:gd name="connsiteY7" fmla="*/ 177584 h 3274095"/>
                <a:gd name="connsiteX8" fmla="*/ 2477255 w 4715630"/>
                <a:gd name="connsiteY8" fmla="*/ 1149134 h 3274095"/>
                <a:gd name="connsiteX9" fmla="*/ 2663714 w 4715630"/>
                <a:gd name="connsiteY9" fmla="*/ 723252 h 3274095"/>
                <a:gd name="connsiteX10" fmla="*/ 2832575 w 4715630"/>
                <a:gd name="connsiteY10" fmla="*/ 1152791 h 3274095"/>
                <a:gd name="connsiteX11" fmla="*/ 3018503 w 4715630"/>
                <a:gd name="connsiteY11" fmla="*/ 763487 h 3274095"/>
                <a:gd name="connsiteX12" fmla="*/ 3193840 w 4715630"/>
                <a:gd name="connsiteY12" fmla="*/ 1178395 h 3274095"/>
                <a:gd name="connsiteX13" fmla="*/ 3347686 w 4715630"/>
                <a:gd name="connsiteY13" fmla="*/ 840297 h 3274095"/>
                <a:gd name="connsiteX14" fmla="*/ 3494220 w 4715630"/>
                <a:gd name="connsiteY14" fmla="*/ 1167422 h 3274095"/>
                <a:gd name="connsiteX15" fmla="*/ 3486143 w 4715630"/>
                <a:gd name="connsiteY15" fmla="*/ 1945576 h 3274095"/>
                <a:gd name="connsiteX16" fmla="*/ 3369632 w 4715630"/>
                <a:gd name="connsiteY16" fmla="*/ 2317968 h 3274095"/>
                <a:gd name="connsiteX17" fmla="*/ 3295567 w 4715630"/>
                <a:gd name="connsiteY17" fmla="*/ 2635034 h 3274095"/>
                <a:gd name="connsiteX18" fmla="*/ 4715630 w 4715630"/>
                <a:gd name="connsiteY18" fmla="*/ 2635034 h 3274095"/>
                <a:gd name="connsiteX0" fmla="*/ 0 w 4603898"/>
                <a:gd name="connsiteY0" fmla="*/ 3274095 h 3274095"/>
                <a:gd name="connsiteX1" fmla="*/ 2051960 w 4603898"/>
                <a:gd name="connsiteY1" fmla="*/ 2632825 h 3274095"/>
                <a:gd name="connsiteX2" fmla="*/ 2051198 w 4603898"/>
                <a:gd name="connsiteY2" fmla="*/ 2387384 h 3274095"/>
                <a:gd name="connsiteX3" fmla="*/ 1460648 w 4603898"/>
                <a:gd name="connsiteY3" fmla="*/ 1320584 h 3274095"/>
                <a:gd name="connsiteX4" fmla="*/ 1657624 w 4603898"/>
                <a:gd name="connsiteY4" fmla="*/ 1152105 h 3274095"/>
                <a:gd name="connsiteX5" fmla="*/ 2079773 w 4603898"/>
                <a:gd name="connsiteY5" fmla="*/ 1634909 h 3274095"/>
                <a:gd name="connsiteX6" fmla="*/ 2022623 w 4603898"/>
                <a:gd name="connsiteY6" fmla="*/ 168059 h 3274095"/>
                <a:gd name="connsiteX7" fmla="*/ 2298848 w 4603898"/>
                <a:gd name="connsiteY7" fmla="*/ 177584 h 3274095"/>
                <a:gd name="connsiteX8" fmla="*/ 2365523 w 4603898"/>
                <a:gd name="connsiteY8" fmla="*/ 1149134 h 3274095"/>
                <a:gd name="connsiteX9" fmla="*/ 2551982 w 4603898"/>
                <a:gd name="connsiteY9" fmla="*/ 723252 h 3274095"/>
                <a:gd name="connsiteX10" fmla="*/ 2720843 w 4603898"/>
                <a:gd name="connsiteY10" fmla="*/ 1152791 h 3274095"/>
                <a:gd name="connsiteX11" fmla="*/ 2906771 w 4603898"/>
                <a:gd name="connsiteY11" fmla="*/ 763487 h 3274095"/>
                <a:gd name="connsiteX12" fmla="*/ 3082108 w 4603898"/>
                <a:gd name="connsiteY12" fmla="*/ 1178395 h 3274095"/>
                <a:gd name="connsiteX13" fmla="*/ 3235954 w 4603898"/>
                <a:gd name="connsiteY13" fmla="*/ 840297 h 3274095"/>
                <a:gd name="connsiteX14" fmla="*/ 3382488 w 4603898"/>
                <a:gd name="connsiteY14" fmla="*/ 1167422 h 3274095"/>
                <a:gd name="connsiteX15" fmla="*/ 3374411 w 4603898"/>
                <a:gd name="connsiteY15" fmla="*/ 1945576 h 3274095"/>
                <a:gd name="connsiteX16" fmla="*/ 3257900 w 4603898"/>
                <a:gd name="connsiteY16" fmla="*/ 2317968 h 3274095"/>
                <a:gd name="connsiteX17" fmla="*/ 3183835 w 4603898"/>
                <a:gd name="connsiteY17" fmla="*/ 2635034 h 3274095"/>
                <a:gd name="connsiteX18" fmla="*/ 4603898 w 4603898"/>
                <a:gd name="connsiteY18" fmla="*/ 2635034 h 3274095"/>
                <a:gd name="connsiteX0" fmla="*/ 58169 w 4130439"/>
                <a:gd name="connsiteY0" fmla="*/ 2678672 h 2678672"/>
                <a:gd name="connsiteX1" fmla="*/ 1578501 w 4130439"/>
                <a:gd name="connsiteY1" fmla="*/ 2632825 h 2678672"/>
                <a:gd name="connsiteX2" fmla="*/ 1577739 w 4130439"/>
                <a:gd name="connsiteY2" fmla="*/ 2387384 h 2678672"/>
                <a:gd name="connsiteX3" fmla="*/ 987189 w 4130439"/>
                <a:gd name="connsiteY3" fmla="*/ 1320584 h 2678672"/>
                <a:gd name="connsiteX4" fmla="*/ 1184165 w 4130439"/>
                <a:gd name="connsiteY4" fmla="*/ 1152105 h 2678672"/>
                <a:gd name="connsiteX5" fmla="*/ 1606314 w 4130439"/>
                <a:gd name="connsiteY5" fmla="*/ 1634909 h 2678672"/>
                <a:gd name="connsiteX6" fmla="*/ 1549164 w 4130439"/>
                <a:gd name="connsiteY6" fmla="*/ 168059 h 2678672"/>
                <a:gd name="connsiteX7" fmla="*/ 1825389 w 4130439"/>
                <a:gd name="connsiteY7" fmla="*/ 177584 h 2678672"/>
                <a:gd name="connsiteX8" fmla="*/ 1892064 w 4130439"/>
                <a:gd name="connsiteY8" fmla="*/ 1149134 h 2678672"/>
                <a:gd name="connsiteX9" fmla="*/ 2078523 w 4130439"/>
                <a:gd name="connsiteY9" fmla="*/ 723252 h 2678672"/>
                <a:gd name="connsiteX10" fmla="*/ 2247384 w 4130439"/>
                <a:gd name="connsiteY10" fmla="*/ 1152791 h 2678672"/>
                <a:gd name="connsiteX11" fmla="*/ 2433312 w 4130439"/>
                <a:gd name="connsiteY11" fmla="*/ 763487 h 2678672"/>
                <a:gd name="connsiteX12" fmla="*/ 2608649 w 4130439"/>
                <a:gd name="connsiteY12" fmla="*/ 1178395 h 2678672"/>
                <a:gd name="connsiteX13" fmla="*/ 2762495 w 4130439"/>
                <a:gd name="connsiteY13" fmla="*/ 840297 h 2678672"/>
                <a:gd name="connsiteX14" fmla="*/ 2909029 w 4130439"/>
                <a:gd name="connsiteY14" fmla="*/ 1167422 h 2678672"/>
                <a:gd name="connsiteX15" fmla="*/ 2900952 w 4130439"/>
                <a:gd name="connsiteY15" fmla="*/ 1945576 h 2678672"/>
                <a:gd name="connsiteX16" fmla="*/ 2784441 w 4130439"/>
                <a:gd name="connsiteY16" fmla="*/ 2317968 h 2678672"/>
                <a:gd name="connsiteX17" fmla="*/ 2710376 w 4130439"/>
                <a:gd name="connsiteY17" fmla="*/ 2635034 h 2678672"/>
                <a:gd name="connsiteX18" fmla="*/ 4130439 w 4130439"/>
                <a:gd name="connsiteY18" fmla="*/ 2635034 h 2678672"/>
                <a:gd name="connsiteX0" fmla="*/ 31727 w 4189058"/>
                <a:gd name="connsiteY0" fmla="*/ 2678672 h 2678672"/>
                <a:gd name="connsiteX1" fmla="*/ 1637120 w 4189058"/>
                <a:gd name="connsiteY1" fmla="*/ 2632825 h 2678672"/>
                <a:gd name="connsiteX2" fmla="*/ 1636358 w 4189058"/>
                <a:gd name="connsiteY2" fmla="*/ 2387384 h 2678672"/>
                <a:gd name="connsiteX3" fmla="*/ 1045808 w 4189058"/>
                <a:gd name="connsiteY3" fmla="*/ 1320584 h 2678672"/>
                <a:gd name="connsiteX4" fmla="*/ 1242784 w 4189058"/>
                <a:gd name="connsiteY4" fmla="*/ 1152105 h 2678672"/>
                <a:gd name="connsiteX5" fmla="*/ 1664933 w 4189058"/>
                <a:gd name="connsiteY5" fmla="*/ 1634909 h 2678672"/>
                <a:gd name="connsiteX6" fmla="*/ 1607783 w 4189058"/>
                <a:gd name="connsiteY6" fmla="*/ 168059 h 2678672"/>
                <a:gd name="connsiteX7" fmla="*/ 1884008 w 4189058"/>
                <a:gd name="connsiteY7" fmla="*/ 177584 h 2678672"/>
                <a:gd name="connsiteX8" fmla="*/ 1950683 w 4189058"/>
                <a:gd name="connsiteY8" fmla="*/ 1149134 h 2678672"/>
                <a:gd name="connsiteX9" fmla="*/ 2137142 w 4189058"/>
                <a:gd name="connsiteY9" fmla="*/ 723252 h 2678672"/>
                <a:gd name="connsiteX10" fmla="*/ 2306003 w 4189058"/>
                <a:gd name="connsiteY10" fmla="*/ 1152791 h 2678672"/>
                <a:gd name="connsiteX11" fmla="*/ 2491931 w 4189058"/>
                <a:gd name="connsiteY11" fmla="*/ 763487 h 2678672"/>
                <a:gd name="connsiteX12" fmla="*/ 2667268 w 4189058"/>
                <a:gd name="connsiteY12" fmla="*/ 1178395 h 2678672"/>
                <a:gd name="connsiteX13" fmla="*/ 2821114 w 4189058"/>
                <a:gd name="connsiteY13" fmla="*/ 840297 h 2678672"/>
                <a:gd name="connsiteX14" fmla="*/ 2967648 w 4189058"/>
                <a:gd name="connsiteY14" fmla="*/ 1167422 h 2678672"/>
                <a:gd name="connsiteX15" fmla="*/ 2959571 w 4189058"/>
                <a:gd name="connsiteY15" fmla="*/ 1945576 h 2678672"/>
                <a:gd name="connsiteX16" fmla="*/ 2843060 w 4189058"/>
                <a:gd name="connsiteY16" fmla="*/ 2317968 h 2678672"/>
                <a:gd name="connsiteX17" fmla="*/ 2768995 w 4189058"/>
                <a:gd name="connsiteY17" fmla="*/ 2635034 h 2678672"/>
                <a:gd name="connsiteX18" fmla="*/ 4189058 w 4189058"/>
                <a:gd name="connsiteY18" fmla="*/ 2635034 h 2678672"/>
                <a:gd name="connsiteX0" fmla="*/ 231463 w 3899696"/>
                <a:gd name="connsiteY0" fmla="*/ 2636142 h 2636142"/>
                <a:gd name="connsiteX1" fmla="*/ 1347758 w 3899696"/>
                <a:gd name="connsiteY1" fmla="*/ 2632825 h 2636142"/>
                <a:gd name="connsiteX2" fmla="*/ 1346996 w 3899696"/>
                <a:gd name="connsiteY2" fmla="*/ 2387384 h 2636142"/>
                <a:gd name="connsiteX3" fmla="*/ 756446 w 3899696"/>
                <a:gd name="connsiteY3" fmla="*/ 1320584 h 2636142"/>
                <a:gd name="connsiteX4" fmla="*/ 953422 w 3899696"/>
                <a:gd name="connsiteY4" fmla="*/ 1152105 h 2636142"/>
                <a:gd name="connsiteX5" fmla="*/ 1375571 w 3899696"/>
                <a:gd name="connsiteY5" fmla="*/ 1634909 h 2636142"/>
                <a:gd name="connsiteX6" fmla="*/ 1318421 w 3899696"/>
                <a:gd name="connsiteY6" fmla="*/ 168059 h 2636142"/>
                <a:gd name="connsiteX7" fmla="*/ 1594646 w 3899696"/>
                <a:gd name="connsiteY7" fmla="*/ 177584 h 2636142"/>
                <a:gd name="connsiteX8" fmla="*/ 1661321 w 3899696"/>
                <a:gd name="connsiteY8" fmla="*/ 1149134 h 2636142"/>
                <a:gd name="connsiteX9" fmla="*/ 1847780 w 3899696"/>
                <a:gd name="connsiteY9" fmla="*/ 723252 h 2636142"/>
                <a:gd name="connsiteX10" fmla="*/ 2016641 w 3899696"/>
                <a:gd name="connsiteY10" fmla="*/ 1152791 h 2636142"/>
                <a:gd name="connsiteX11" fmla="*/ 2202569 w 3899696"/>
                <a:gd name="connsiteY11" fmla="*/ 763487 h 2636142"/>
                <a:gd name="connsiteX12" fmla="*/ 2377906 w 3899696"/>
                <a:gd name="connsiteY12" fmla="*/ 1178395 h 2636142"/>
                <a:gd name="connsiteX13" fmla="*/ 2531752 w 3899696"/>
                <a:gd name="connsiteY13" fmla="*/ 840297 h 2636142"/>
                <a:gd name="connsiteX14" fmla="*/ 2678286 w 3899696"/>
                <a:gd name="connsiteY14" fmla="*/ 1167422 h 2636142"/>
                <a:gd name="connsiteX15" fmla="*/ 2670209 w 3899696"/>
                <a:gd name="connsiteY15" fmla="*/ 1945576 h 2636142"/>
                <a:gd name="connsiteX16" fmla="*/ 2553698 w 3899696"/>
                <a:gd name="connsiteY16" fmla="*/ 2317968 h 2636142"/>
                <a:gd name="connsiteX17" fmla="*/ 2479633 w 3899696"/>
                <a:gd name="connsiteY17" fmla="*/ 2635034 h 2636142"/>
                <a:gd name="connsiteX18" fmla="*/ 3899696 w 3899696"/>
                <a:gd name="connsiteY18" fmla="*/ 2635034 h 2636142"/>
                <a:gd name="connsiteX0" fmla="*/ 0 w 3668233"/>
                <a:gd name="connsiteY0" fmla="*/ 2636142 h 2636142"/>
                <a:gd name="connsiteX1" fmla="*/ 1116295 w 3668233"/>
                <a:gd name="connsiteY1" fmla="*/ 2632825 h 2636142"/>
                <a:gd name="connsiteX2" fmla="*/ 1115533 w 3668233"/>
                <a:gd name="connsiteY2" fmla="*/ 2387384 h 2636142"/>
                <a:gd name="connsiteX3" fmla="*/ 524983 w 3668233"/>
                <a:gd name="connsiteY3" fmla="*/ 1320584 h 2636142"/>
                <a:gd name="connsiteX4" fmla="*/ 721959 w 3668233"/>
                <a:gd name="connsiteY4" fmla="*/ 1152105 h 2636142"/>
                <a:gd name="connsiteX5" fmla="*/ 1144108 w 3668233"/>
                <a:gd name="connsiteY5" fmla="*/ 1634909 h 2636142"/>
                <a:gd name="connsiteX6" fmla="*/ 1086958 w 3668233"/>
                <a:gd name="connsiteY6" fmla="*/ 168059 h 2636142"/>
                <a:gd name="connsiteX7" fmla="*/ 1363183 w 3668233"/>
                <a:gd name="connsiteY7" fmla="*/ 177584 h 2636142"/>
                <a:gd name="connsiteX8" fmla="*/ 1429858 w 3668233"/>
                <a:gd name="connsiteY8" fmla="*/ 1149134 h 2636142"/>
                <a:gd name="connsiteX9" fmla="*/ 1616317 w 3668233"/>
                <a:gd name="connsiteY9" fmla="*/ 723252 h 2636142"/>
                <a:gd name="connsiteX10" fmla="*/ 1785178 w 3668233"/>
                <a:gd name="connsiteY10" fmla="*/ 1152791 h 2636142"/>
                <a:gd name="connsiteX11" fmla="*/ 1971106 w 3668233"/>
                <a:gd name="connsiteY11" fmla="*/ 763487 h 2636142"/>
                <a:gd name="connsiteX12" fmla="*/ 2146443 w 3668233"/>
                <a:gd name="connsiteY12" fmla="*/ 1178395 h 2636142"/>
                <a:gd name="connsiteX13" fmla="*/ 2300289 w 3668233"/>
                <a:gd name="connsiteY13" fmla="*/ 840297 h 2636142"/>
                <a:gd name="connsiteX14" fmla="*/ 2446823 w 3668233"/>
                <a:gd name="connsiteY14" fmla="*/ 1167422 h 2636142"/>
                <a:gd name="connsiteX15" fmla="*/ 2438746 w 3668233"/>
                <a:gd name="connsiteY15" fmla="*/ 1945576 h 2636142"/>
                <a:gd name="connsiteX16" fmla="*/ 2322235 w 3668233"/>
                <a:gd name="connsiteY16" fmla="*/ 2317968 h 2636142"/>
                <a:gd name="connsiteX17" fmla="*/ 2248170 w 3668233"/>
                <a:gd name="connsiteY17" fmla="*/ 2635034 h 2636142"/>
                <a:gd name="connsiteX18" fmla="*/ 3668233 w 3668233"/>
                <a:gd name="connsiteY18" fmla="*/ 2635034 h 2636142"/>
                <a:gd name="connsiteX0" fmla="*/ 357493 w 3207019"/>
                <a:gd name="connsiteY0" fmla="*/ 2636142 h 2636142"/>
                <a:gd name="connsiteX1" fmla="*/ 655081 w 3207019"/>
                <a:gd name="connsiteY1" fmla="*/ 2632825 h 2636142"/>
                <a:gd name="connsiteX2" fmla="*/ 654319 w 3207019"/>
                <a:gd name="connsiteY2" fmla="*/ 2387384 h 2636142"/>
                <a:gd name="connsiteX3" fmla="*/ 63769 w 3207019"/>
                <a:gd name="connsiteY3" fmla="*/ 1320584 h 2636142"/>
                <a:gd name="connsiteX4" fmla="*/ 260745 w 3207019"/>
                <a:gd name="connsiteY4" fmla="*/ 1152105 h 2636142"/>
                <a:gd name="connsiteX5" fmla="*/ 682894 w 3207019"/>
                <a:gd name="connsiteY5" fmla="*/ 1634909 h 2636142"/>
                <a:gd name="connsiteX6" fmla="*/ 625744 w 3207019"/>
                <a:gd name="connsiteY6" fmla="*/ 168059 h 2636142"/>
                <a:gd name="connsiteX7" fmla="*/ 901969 w 3207019"/>
                <a:gd name="connsiteY7" fmla="*/ 177584 h 2636142"/>
                <a:gd name="connsiteX8" fmla="*/ 968644 w 3207019"/>
                <a:gd name="connsiteY8" fmla="*/ 1149134 h 2636142"/>
                <a:gd name="connsiteX9" fmla="*/ 1155103 w 3207019"/>
                <a:gd name="connsiteY9" fmla="*/ 723252 h 2636142"/>
                <a:gd name="connsiteX10" fmla="*/ 1323964 w 3207019"/>
                <a:gd name="connsiteY10" fmla="*/ 1152791 h 2636142"/>
                <a:gd name="connsiteX11" fmla="*/ 1509892 w 3207019"/>
                <a:gd name="connsiteY11" fmla="*/ 763487 h 2636142"/>
                <a:gd name="connsiteX12" fmla="*/ 1685229 w 3207019"/>
                <a:gd name="connsiteY12" fmla="*/ 1178395 h 2636142"/>
                <a:gd name="connsiteX13" fmla="*/ 1839075 w 3207019"/>
                <a:gd name="connsiteY13" fmla="*/ 840297 h 2636142"/>
                <a:gd name="connsiteX14" fmla="*/ 1985609 w 3207019"/>
                <a:gd name="connsiteY14" fmla="*/ 1167422 h 2636142"/>
                <a:gd name="connsiteX15" fmla="*/ 1977532 w 3207019"/>
                <a:gd name="connsiteY15" fmla="*/ 1945576 h 2636142"/>
                <a:gd name="connsiteX16" fmla="*/ 1861021 w 3207019"/>
                <a:gd name="connsiteY16" fmla="*/ 2317968 h 2636142"/>
                <a:gd name="connsiteX17" fmla="*/ 1786956 w 3207019"/>
                <a:gd name="connsiteY17" fmla="*/ 2635034 h 2636142"/>
                <a:gd name="connsiteX18" fmla="*/ 3207019 w 3207019"/>
                <a:gd name="connsiteY18" fmla="*/ 2635034 h 2636142"/>
                <a:gd name="connsiteX0" fmla="*/ 357493 w 3207019"/>
                <a:gd name="connsiteY0" fmla="*/ 2841040 h 2841040"/>
                <a:gd name="connsiteX1" fmla="*/ 655081 w 3207019"/>
                <a:gd name="connsiteY1" fmla="*/ 2837723 h 2841040"/>
                <a:gd name="connsiteX2" fmla="*/ 654319 w 3207019"/>
                <a:gd name="connsiteY2" fmla="*/ 2592282 h 2841040"/>
                <a:gd name="connsiteX3" fmla="*/ 63769 w 3207019"/>
                <a:gd name="connsiteY3" fmla="*/ 1525482 h 2841040"/>
                <a:gd name="connsiteX4" fmla="*/ 260745 w 3207019"/>
                <a:gd name="connsiteY4" fmla="*/ 1357003 h 2841040"/>
                <a:gd name="connsiteX5" fmla="*/ 682894 w 3207019"/>
                <a:gd name="connsiteY5" fmla="*/ 1839807 h 2841040"/>
                <a:gd name="connsiteX6" fmla="*/ 625744 w 3207019"/>
                <a:gd name="connsiteY6" fmla="*/ 372957 h 2841040"/>
                <a:gd name="connsiteX7" fmla="*/ 744075 w 3207019"/>
                <a:gd name="connsiteY7" fmla="*/ 18 h 2841040"/>
                <a:gd name="connsiteX8" fmla="*/ 901969 w 3207019"/>
                <a:gd name="connsiteY8" fmla="*/ 382482 h 2841040"/>
                <a:gd name="connsiteX9" fmla="*/ 968644 w 3207019"/>
                <a:gd name="connsiteY9" fmla="*/ 1354032 h 2841040"/>
                <a:gd name="connsiteX10" fmla="*/ 1155103 w 3207019"/>
                <a:gd name="connsiteY10" fmla="*/ 928150 h 2841040"/>
                <a:gd name="connsiteX11" fmla="*/ 1323964 w 3207019"/>
                <a:gd name="connsiteY11" fmla="*/ 1357689 h 2841040"/>
                <a:gd name="connsiteX12" fmla="*/ 1509892 w 3207019"/>
                <a:gd name="connsiteY12" fmla="*/ 968385 h 2841040"/>
                <a:gd name="connsiteX13" fmla="*/ 1685229 w 3207019"/>
                <a:gd name="connsiteY13" fmla="*/ 1383293 h 2841040"/>
                <a:gd name="connsiteX14" fmla="*/ 1839075 w 3207019"/>
                <a:gd name="connsiteY14" fmla="*/ 1045195 h 2841040"/>
                <a:gd name="connsiteX15" fmla="*/ 1985609 w 3207019"/>
                <a:gd name="connsiteY15" fmla="*/ 1372320 h 2841040"/>
                <a:gd name="connsiteX16" fmla="*/ 1977532 w 3207019"/>
                <a:gd name="connsiteY16" fmla="*/ 2150474 h 2841040"/>
                <a:gd name="connsiteX17" fmla="*/ 1861021 w 3207019"/>
                <a:gd name="connsiteY17" fmla="*/ 2522866 h 2841040"/>
                <a:gd name="connsiteX18" fmla="*/ 1786956 w 3207019"/>
                <a:gd name="connsiteY18" fmla="*/ 2839932 h 2841040"/>
                <a:gd name="connsiteX19" fmla="*/ 3207019 w 3207019"/>
                <a:gd name="connsiteY19" fmla="*/ 2839932 h 2841040"/>
                <a:gd name="connsiteX0" fmla="*/ 357493 w 3207019"/>
                <a:gd name="connsiteY0" fmla="*/ 2926729 h 2926729"/>
                <a:gd name="connsiteX1" fmla="*/ 655081 w 3207019"/>
                <a:gd name="connsiteY1" fmla="*/ 2923412 h 2926729"/>
                <a:gd name="connsiteX2" fmla="*/ 654319 w 3207019"/>
                <a:gd name="connsiteY2" fmla="*/ 2677971 h 2926729"/>
                <a:gd name="connsiteX3" fmla="*/ 63769 w 3207019"/>
                <a:gd name="connsiteY3" fmla="*/ 1611171 h 2926729"/>
                <a:gd name="connsiteX4" fmla="*/ 260745 w 3207019"/>
                <a:gd name="connsiteY4" fmla="*/ 1442692 h 2926729"/>
                <a:gd name="connsiteX5" fmla="*/ 682894 w 3207019"/>
                <a:gd name="connsiteY5" fmla="*/ 1925496 h 2926729"/>
                <a:gd name="connsiteX6" fmla="*/ 625744 w 3207019"/>
                <a:gd name="connsiteY6" fmla="*/ 458646 h 2926729"/>
                <a:gd name="connsiteX7" fmla="*/ 744075 w 3207019"/>
                <a:gd name="connsiteY7" fmla="*/ 10 h 2926729"/>
                <a:gd name="connsiteX8" fmla="*/ 901969 w 3207019"/>
                <a:gd name="connsiteY8" fmla="*/ 468171 h 2926729"/>
                <a:gd name="connsiteX9" fmla="*/ 968644 w 3207019"/>
                <a:gd name="connsiteY9" fmla="*/ 1439721 h 2926729"/>
                <a:gd name="connsiteX10" fmla="*/ 1155103 w 3207019"/>
                <a:gd name="connsiteY10" fmla="*/ 1013839 h 2926729"/>
                <a:gd name="connsiteX11" fmla="*/ 1323964 w 3207019"/>
                <a:gd name="connsiteY11" fmla="*/ 1443378 h 2926729"/>
                <a:gd name="connsiteX12" fmla="*/ 1509892 w 3207019"/>
                <a:gd name="connsiteY12" fmla="*/ 1054074 h 2926729"/>
                <a:gd name="connsiteX13" fmla="*/ 1685229 w 3207019"/>
                <a:gd name="connsiteY13" fmla="*/ 1468982 h 2926729"/>
                <a:gd name="connsiteX14" fmla="*/ 1839075 w 3207019"/>
                <a:gd name="connsiteY14" fmla="*/ 1130884 h 2926729"/>
                <a:gd name="connsiteX15" fmla="*/ 1985609 w 3207019"/>
                <a:gd name="connsiteY15" fmla="*/ 1458009 h 2926729"/>
                <a:gd name="connsiteX16" fmla="*/ 1977532 w 3207019"/>
                <a:gd name="connsiteY16" fmla="*/ 2236163 h 2926729"/>
                <a:gd name="connsiteX17" fmla="*/ 1861021 w 3207019"/>
                <a:gd name="connsiteY17" fmla="*/ 2608555 h 2926729"/>
                <a:gd name="connsiteX18" fmla="*/ 1786956 w 3207019"/>
                <a:gd name="connsiteY18" fmla="*/ 2925621 h 2926729"/>
                <a:gd name="connsiteX19" fmla="*/ 3207019 w 3207019"/>
                <a:gd name="connsiteY19" fmla="*/ 2925621 h 2926729"/>
                <a:gd name="connsiteX0" fmla="*/ 357493 w 3207019"/>
                <a:gd name="connsiteY0" fmla="*/ 2916018 h 2916018"/>
                <a:gd name="connsiteX1" fmla="*/ 655081 w 3207019"/>
                <a:gd name="connsiteY1" fmla="*/ 2912701 h 2916018"/>
                <a:gd name="connsiteX2" fmla="*/ 654319 w 3207019"/>
                <a:gd name="connsiteY2" fmla="*/ 2667260 h 2916018"/>
                <a:gd name="connsiteX3" fmla="*/ 63769 w 3207019"/>
                <a:gd name="connsiteY3" fmla="*/ 1600460 h 2916018"/>
                <a:gd name="connsiteX4" fmla="*/ 260745 w 3207019"/>
                <a:gd name="connsiteY4" fmla="*/ 1431981 h 2916018"/>
                <a:gd name="connsiteX5" fmla="*/ 682894 w 3207019"/>
                <a:gd name="connsiteY5" fmla="*/ 1914785 h 2916018"/>
                <a:gd name="connsiteX6" fmla="*/ 625744 w 3207019"/>
                <a:gd name="connsiteY6" fmla="*/ 447935 h 2916018"/>
                <a:gd name="connsiteX7" fmla="*/ 765499 w 3207019"/>
                <a:gd name="connsiteY7" fmla="*/ 11 h 2916018"/>
                <a:gd name="connsiteX8" fmla="*/ 901969 w 3207019"/>
                <a:gd name="connsiteY8" fmla="*/ 457460 h 2916018"/>
                <a:gd name="connsiteX9" fmla="*/ 968644 w 3207019"/>
                <a:gd name="connsiteY9" fmla="*/ 1429010 h 2916018"/>
                <a:gd name="connsiteX10" fmla="*/ 1155103 w 3207019"/>
                <a:gd name="connsiteY10" fmla="*/ 1003128 h 2916018"/>
                <a:gd name="connsiteX11" fmla="*/ 1323964 w 3207019"/>
                <a:gd name="connsiteY11" fmla="*/ 1432667 h 2916018"/>
                <a:gd name="connsiteX12" fmla="*/ 1509892 w 3207019"/>
                <a:gd name="connsiteY12" fmla="*/ 1043363 h 2916018"/>
                <a:gd name="connsiteX13" fmla="*/ 1685229 w 3207019"/>
                <a:gd name="connsiteY13" fmla="*/ 1458271 h 2916018"/>
                <a:gd name="connsiteX14" fmla="*/ 1839075 w 3207019"/>
                <a:gd name="connsiteY14" fmla="*/ 1120173 h 2916018"/>
                <a:gd name="connsiteX15" fmla="*/ 1985609 w 3207019"/>
                <a:gd name="connsiteY15" fmla="*/ 1447298 h 2916018"/>
                <a:gd name="connsiteX16" fmla="*/ 1977532 w 3207019"/>
                <a:gd name="connsiteY16" fmla="*/ 2225452 h 2916018"/>
                <a:gd name="connsiteX17" fmla="*/ 1861021 w 3207019"/>
                <a:gd name="connsiteY17" fmla="*/ 2597844 h 2916018"/>
                <a:gd name="connsiteX18" fmla="*/ 1786956 w 3207019"/>
                <a:gd name="connsiteY18" fmla="*/ 2914910 h 2916018"/>
                <a:gd name="connsiteX19" fmla="*/ 3207019 w 3207019"/>
                <a:gd name="connsiteY19" fmla="*/ 2914910 h 2916018"/>
                <a:gd name="connsiteX0" fmla="*/ 357493 w 3207019"/>
                <a:gd name="connsiteY0" fmla="*/ 2916007 h 2916007"/>
                <a:gd name="connsiteX1" fmla="*/ 655081 w 3207019"/>
                <a:gd name="connsiteY1" fmla="*/ 2912690 h 2916007"/>
                <a:gd name="connsiteX2" fmla="*/ 654319 w 3207019"/>
                <a:gd name="connsiteY2" fmla="*/ 2667249 h 2916007"/>
                <a:gd name="connsiteX3" fmla="*/ 63769 w 3207019"/>
                <a:gd name="connsiteY3" fmla="*/ 1600449 h 2916007"/>
                <a:gd name="connsiteX4" fmla="*/ 260745 w 3207019"/>
                <a:gd name="connsiteY4" fmla="*/ 1431970 h 2916007"/>
                <a:gd name="connsiteX5" fmla="*/ 682894 w 3207019"/>
                <a:gd name="connsiteY5" fmla="*/ 1914774 h 2916007"/>
                <a:gd name="connsiteX6" fmla="*/ 625744 w 3207019"/>
                <a:gd name="connsiteY6" fmla="*/ 447924 h 2916007"/>
                <a:gd name="connsiteX7" fmla="*/ 765499 w 3207019"/>
                <a:gd name="connsiteY7" fmla="*/ 0 h 2916007"/>
                <a:gd name="connsiteX8" fmla="*/ 901969 w 3207019"/>
                <a:gd name="connsiteY8" fmla="*/ 457449 h 2916007"/>
                <a:gd name="connsiteX9" fmla="*/ 968644 w 3207019"/>
                <a:gd name="connsiteY9" fmla="*/ 1428999 h 2916007"/>
                <a:gd name="connsiteX10" fmla="*/ 1155103 w 3207019"/>
                <a:gd name="connsiteY10" fmla="*/ 1003117 h 2916007"/>
                <a:gd name="connsiteX11" fmla="*/ 1323964 w 3207019"/>
                <a:gd name="connsiteY11" fmla="*/ 1432656 h 2916007"/>
                <a:gd name="connsiteX12" fmla="*/ 1509892 w 3207019"/>
                <a:gd name="connsiteY12" fmla="*/ 1043352 h 2916007"/>
                <a:gd name="connsiteX13" fmla="*/ 1685229 w 3207019"/>
                <a:gd name="connsiteY13" fmla="*/ 1458260 h 2916007"/>
                <a:gd name="connsiteX14" fmla="*/ 1839075 w 3207019"/>
                <a:gd name="connsiteY14" fmla="*/ 1120162 h 2916007"/>
                <a:gd name="connsiteX15" fmla="*/ 1985609 w 3207019"/>
                <a:gd name="connsiteY15" fmla="*/ 1447287 h 2916007"/>
                <a:gd name="connsiteX16" fmla="*/ 1977532 w 3207019"/>
                <a:gd name="connsiteY16" fmla="*/ 2225441 h 2916007"/>
                <a:gd name="connsiteX17" fmla="*/ 1861021 w 3207019"/>
                <a:gd name="connsiteY17" fmla="*/ 2597833 h 2916007"/>
                <a:gd name="connsiteX18" fmla="*/ 1786956 w 3207019"/>
                <a:gd name="connsiteY18" fmla="*/ 2914899 h 2916007"/>
                <a:gd name="connsiteX19" fmla="*/ 3207019 w 3207019"/>
                <a:gd name="connsiteY19" fmla="*/ 2914899 h 2916007"/>
                <a:gd name="connsiteX0" fmla="*/ 357493 w 3207019"/>
                <a:gd name="connsiteY0" fmla="*/ 2916007 h 2916007"/>
                <a:gd name="connsiteX1" fmla="*/ 655081 w 3207019"/>
                <a:gd name="connsiteY1" fmla="*/ 2912690 h 2916007"/>
                <a:gd name="connsiteX2" fmla="*/ 654319 w 3207019"/>
                <a:gd name="connsiteY2" fmla="*/ 2667249 h 2916007"/>
                <a:gd name="connsiteX3" fmla="*/ 63769 w 3207019"/>
                <a:gd name="connsiteY3" fmla="*/ 1600449 h 2916007"/>
                <a:gd name="connsiteX4" fmla="*/ 260745 w 3207019"/>
                <a:gd name="connsiteY4" fmla="*/ 1431970 h 2916007"/>
                <a:gd name="connsiteX5" fmla="*/ 682894 w 3207019"/>
                <a:gd name="connsiteY5" fmla="*/ 1914774 h 2916007"/>
                <a:gd name="connsiteX6" fmla="*/ 625744 w 3207019"/>
                <a:gd name="connsiteY6" fmla="*/ 447924 h 2916007"/>
                <a:gd name="connsiteX7" fmla="*/ 765499 w 3207019"/>
                <a:gd name="connsiteY7" fmla="*/ 0 h 2916007"/>
                <a:gd name="connsiteX8" fmla="*/ 901969 w 3207019"/>
                <a:gd name="connsiteY8" fmla="*/ 457449 h 2916007"/>
                <a:gd name="connsiteX9" fmla="*/ 968644 w 3207019"/>
                <a:gd name="connsiteY9" fmla="*/ 1428999 h 2916007"/>
                <a:gd name="connsiteX10" fmla="*/ 1155103 w 3207019"/>
                <a:gd name="connsiteY10" fmla="*/ 1003117 h 2916007"/>
                <a:gd name="connsiteX11" fmla="*/ 1323964 w 3207019"/>
                <a:gd name="connsiteY11" fmla="*/ 1432656 h 2916007"/>
                <a:gd name="connsiteX12" fmla="*/ 1509892 w 3207019"/>
                <a:gd name="connsiteY12" fmla="*/ 1043352 h 2916007"/>
                <a:gd name="connsiteX13" fmla="*/ 1685229 w 3207019"/>
                <a:gd name="connsiteY13" fmla="*/ 1458260 h 2916007"/>
                <a:gd name="connsiteX14" fmla="*/ 1839075 w 3207019"/>
                <a:gd name="connsiteY14" fmla="*/ 1120162 h 2916007"/>
                <a:gd name="connsiteX15" fmla="*/ 1985609 w 3207019"/>
                <a:gd name="connsiteY15" fmla="*/ 1447287 h 2916007"/>
                <a:gd name="connsiteX16" fmla="*/ 1977532 w 3207019"/>
                <a:gd name="connsiteY16" fmla="*/ 2225441 h 2916007"/>
                <a:gd name="connsiteX17" fmla="*/ 1861021 w 3207019"/>
                <a:gd name="connsiteY17" fmla="*/ 2597833 h 2916007"/>
                <a:gd name="connsiteX18" fmla="*/ 1786956 w 3207019"/>
                <a:gd name="connsiteY18" fmla="*/ 2914899 h 2916007"/>
                <a:gd name="connsiteX19" fmla="*/ 3207019 w 3207019"/>
                <a:gd name="connsiteY19" fmla="*/ 2914899 h 2916007"/>
                <a:gd name="connsiteX0" fmla="*/ 357493 w 3207019"/>
                <a:gd name="connsiteY0" fmla="*/ 2916007 h 2916007"/>
                <a:gd name="connsiteX1" fmla="*/ 655081 w 3207019"/>
                <a:gd name="connsiteY1" fmla="*/ 2912690 h 2916007"/>
                <a:gd name="connsiteX2" fmla="*/ 654319 w 3207019"/>
                <a:gd name="connsiteY2" fmla="*/ 2667249 h 2916007"/>
                <a:gd name="connsiteX3" fmla="*/ 63769 w 3207019"/>
                <a:gd name="connsiteY3" fmla="*/ 1600449 h 2916007"/>
                <a:gd name="connsiteX4" fmla="*/ 260745 w 3207019"/>
                <a:gd name="connsiteY4" fmla="*/ 1431970 h 2916007"/>
                <a:gd name="connsiteX5" fmla="*/ 682894 w 3207019"/>
                <a:gd name="connsiteY5" fmla="*/ 1914774 h 2916007"/>
                <a:gd name="connsiteX6" fmla="*/ 625744 w 3207019"/>
                <a:gd name="connsiteY6" fmla="*/ 447924 h 2916007"/>
                <a:gd name="connsiteX7" fmla="*/ 765499 w 3207019"/>
                <a:gd name="connsiteY7" fmla="*/ 0 h 2916007"/>
                <a:gd name="connsiteX8" fmla="*/ 901969 w 3207019"/>
                <a:gd name="connsiteY8" fmla="*/ 457449 h 2916007"/>
                <a:gd name="connsiteX9" fmla="*/ 968644 w 3207019"/>
                <a:gd name="connsiteY9" fmla="*/ 1428999 h 2916007"/>
                <a:gd name="connsiteX10" fmla="*/ 1155103 w 3207019"/>
                <a:gd name="connsiteY10" fmla="*/ 1003117 h 2916007"/>
                <a:gd name="connsiteX11" fmla="*/ 1323964 w 3207019"/>
                <a:gd name="connsiteY11" fmla="*/ 1432656 h 2916007"/>
                <a:gd name="connsiteX12" fmla="*/ 1509892 w 3207019"/>
                <a:gd name="connsiteY12" fmla="*/ 1043352 h 2916007"/>
                <a:gd name="connsiteX13" fmla="*/ 1685229 w 3207019"/>
                <a:gd name="connsiteY13" fmla="*/ 1458260 h 2916007"/>
                <a:gd name="connsiteX14" fmla="*/ 1839075 w 3207019"/>
                <a:gd name="connsiteY14" fmla="*/ 1120162 h 2916007"/>
                <a:gd name="connsiteX15" fmla="*/ 1985609 w 3207019"/>
                <a:gd name="connsiteY15" fmla="*/ 1447287 h 2916007"/>
                <a:gd name="connsiteX16" fmla="*/ 1977532 w 3207019"/>
                <a:gd name="connsiteY16" fmla="*/ 2225441 h 2916007"/>
                <a:gd name="connsiteX17" fmla="*/ 1861021 w 3207019"/>
                <a:gd name="connsiteY17" fmla="*/ 2597833 h 2916007"/>
                <a:gd name="connsiteX18" fmla="*/ 1786956 w 3207019"/>
                <a:gd name="connsiteY18" fmla="*/ 2914899 h 2916007"/>
                <a:gd name="connsiteX19" fmla="*/ 3207019 w 3207019"/>
                <a:gd name="connsiteY19" fmla="*/ 2914899 h 2916007"/>
                <a:gd name="connsiteX0" fmla="*/ 357493 w 3207019"/>
                <a:gd name="connsiteY0" fmla="*/ 2916007 h 2916007"/>
                <a:gd name="connsiteX1" fmla="*/ 655081 w 3207019"/>
                <a:gd name="connsiteY1" fmla="*/ 2912690 h 2916007"/>
                <a:gd name="connsiteX2" fmla="*/ 654319 w 3207019"/>
                <a:gd name="connsiteY2" fmla="*/ 2667249 h 2916007"/>
                <a:gd name="connsiteX3" fmla="*/ 63769 w 3207019"/>
                <a:gd name="connsiteY3" fmla="*/ 1600449 h 2916007"/>
                <a:gd name="connsiteX4" fmla="*/ 260745 w 3207019"/>
                <a:gd name="connsiteY4" fmla="*/ 1431970 h 2916007"/>
                <a:gd name="connsiteX5" fmla="*/ 682894 w 3207019"/>
                <a:gd name="connsiteY5" fmla="*/ 1914774 h 2916007"/>
                <a:gd name="connsiteX6" fmla="*/ 625744 w 3207019"/>
                <a:gd name="connsiteY6" fmla="*/ 447924 h 2916007"/>
                <a:gd name="connsiteX7" fmla="*/ 765499 w 3207019"/>
                <a:gd name="connsiteY7" fmla="*/ 0 h 2916007"/>
                <a:gd name="connsiteX8" fmla="*/ 901969 w 3207019"/>
                <a:gd name="connsiteY8" fmla="*/ 457449 h 2916007"/>
                <a:gd name="connsiteX9" fmla="*/ 968644 w 3207019"/>
                <a:gd name="connsiteY9" fmla="*/ 1428999 h 2916007"/>
                <a:gd name="connsiteX10" fmla="*/ 1155103 w 3207019"/>
                <a:gd name="connsiteY10" fmla="*/ 1003117 h 2916007"/>
                <a:gd name="connsiteX11" fmla="*/ 1323964 w 3207019"/>
                <a:gd name="connsiteY11" fmla="*/ 1432656 h 2916007"/>
                <a:gd name="connsiteX12" fmla="*/ 1509892 w 3207019"/>
                <a:gd name="connsiteY12" fmla="*/ 1043352 h 2916007"/>
                <a:gd name="connsiteX13" fmla="*/ 1685229 w 3207019"/>
                <a:gd name="connsiteY13" fmla="*/ 1458260 h 2916007"/>
                <a:gd name="connsiteX14" fmla="*/ 1839075 w 3207019"/>
                <a:gd name="connsiteY14" fmla="*/ 1120162 h 2916007"/>
                <a:gd name="connsiteX15" fmla="*/ 1985609 w 3207019"/>
                <a:gd name="connsiteY15" fmla="*/ 1447287 h 2916007"/>
                <a:gd name="connsiteX16" fmla="*/ 1977532 w 3207019"/>
                <a:gd name="connsiteY16" fmla="*/ 2225441 h 2916007"/>
                <a:gd name="connsiteX17" fmla="*/ 1861021 w 3207019"/>
                <a:gd name="connsiteY17" fmla="*/ 2597833 h 2916007"/>
                <a:gd name="connsiteX18" fmla="*/ 1786956 w 3207019"/>
                <a:gd name="connsiteY18" fmla="*/ 2914899 h 2916007"/>
                <a:gd name="connsiteX19" fmla="*/ 3207019 w 3207019"/>
                <a:gd name="connsiteY19" fmla="*/ 2914899 h 2916007"/>
                <a:gd name="connsiteX0" fmla="*/ 357493 w 3207019"/>
                <a:gd name="connsiteY0" fmla="*/ 2916007 h 2916007"/>
                <a:gd name="connsiteX1" fmla="*/ 655081 w 3207019"/>
                <a:gd name="connsiteY1" fmla="*/ 2912690 h 2916007"/>
                <a:gd name="connsiteX2" fmla="*/ 654319 w 3207019"/>
                <a:gd name="connsiteY2" fmla="*/ 2667249 h 2916007"/>
                <a:gd name="connsiteX3" fmla="*/ 63769 w 3207019"/>
                <a:gd name="connsiteY3" fmla="*/ 1600449 h 2916007"/>
                <a:gd name="connsiteX4" fmla="*/ 260745 w 3207019"/>
                <a:gd name="connsiteY4" fmla="*/ 1431970 h 2916007"/>
                <a:gd name="connsiteX5" fmla="*/ 682894 w 3207019"/>
                <a:gd name="connsiteY5" fmla="*/ 1914774 h 2916007"/>
                <a:gd name="connsiteX6" fmla="*/ 625744 w 3207019"/>
                <a:gd name="connsiteY6" fmla="*/ 447924 h 2916007"/>
                <a:gd name="connsiteX7" fmla="*/ 765499 w 3207019"/>
                <a:gd name="connsiteY7" fmla="*/ 0 h 2916007"/>
                <a:gd name="connsiteX8" fmla="*/ 901969 w 3207019"/>
                <a:gd name="connsiteY8" fmla="*/ 457449 h 2916007"/>
                <a:gd name="connsiteX9" fmla="*/ 968644 w 3207019"/>
                <a:gd name="connsiteY9" fmla="*/ 1428999 h 2916007"/>
                <a:gd name="connsiteX10" fmla="*/ 1155103 w 3207019"/>
                <a:gd name="connsiteY10" fmla="*/ 1003117 h 2916007"/>
                <a:gd name="connsiteX11" fmla="*/ 1323964 w 3207019"/>
                <a:gd name="connsiteY11" fmla="*/ 1432656 h 2916007"/>
                <a:gd name="connsiteX12" fmla="*/ 1509892 w 3207019"/>
                <a:gd name="connsiteY12" fmla="*/ 1043352 h 2916007"/>
                <a:gd name="connsiteX13" fmla="*/ 1685229 w 3207019"/>
                <a:gd name="connsiteY13" fmla="*/ 1458260 h 2916007"/>
                <a:gd name="connsiteX14" fmla="*/ 1839075 w 3207019"/>
                <a:gd name="connsiteY14" fmla="*/ 1120162 h 2916007"/>
                <a:gd name="connsiteX15" fmla="*/ 1985609 w 3207019"/>
                <a:gd name="connsiteY15" fmla="*/ 1447287 h 2916007"/>
                <a:gd name="connsiteX16" fmla="*/ 1977532 w 3207019"/>
                <a:gd name="connsiteY16" fmla="*/ 2225441 h 2916007"/>
                <a:gd name="connsiteX17" fmla="*/ 1861021 w 3207019"/>
                <a:gd name="connsiteY17" fmla="*/ 2597833 h 2916007"/>
                <a:gd name="connsiteX18" fmla="*/ 1786956 w 3207019"/>
                <a:gd name="connsiteY18" fmla="*/ 2914899 h 2916007"/>
                <a:gd name="connsiteX19" fmla="*/ 3207019 w 3207019"/>
                <a:gd name="connsiteY19" fmla="*/ 2914899 h 2916007"/>
                <a:gd name="connsiteX0" fmla="*/ 357493 w 3207019"/>
                <a:gd name="connsiteY0" fmla="*/ 2916007 h 2916007"/>
                <a:gd name="connsiteX1" fmla="*/ 655081 w 3207019"/>
                <a:gd name="connsiteY1" fmla="*/ 2912690 h 2916007"/>
                <a:gd name="connsiteX2" fmla="*/ 654319 w 3207019"/>
                <a:gd name="connsiteY2" fmla="*/ 2667249 h 2916007"/>
                <a:gd name="connsiteX3" fmla="*/ 63769 w 3207019"/>
                <a:gd name="connsiteY3" fmla="*/ 1600449 h 2916007"/>
                <a:gd name="connsiteX4" fmla="*/ 260745 w 3207019"/>
                <a:gd name="connsiteY4" fmla="*/ 1431970 h 2916007"/>
                <a:gd name="connsiteX5" fmla="*/ 682894 w 3207019"/>
                <a:gd name="connsiteY5" fmla="*/ 1914774 h 2916007"/>
                <a:gd name="connsiteX6" fmla="*/ 625744 w 3207019"/>
                <a:gd name="connsiteY6" fmla="*/ 447924 h 2916007"/>
                <a:gd name="connsiteX7" fmla="*/ 765499 w 3207019"/>
                <a:gd name="connsiteY7" fmla="*/ 0 h 2916007"/>
                <a:gd name="connsiteX8" fmla="*/ 901969 w 3207019"/>
                <a:gd name="connsiteY8" fmla="*/ 457449 h 2916007"/>
                <a:gd name="connsiteX9" fmla="*/ 968644 w 3207019"/>
                <a:gd name="connsiteY9" fmla="*/ 1428999 h 2916007"/>
                <a:gd name="connsiteX10" fmla="*/ 1155103 w 3207019"/>
                <a:gd name="connsiteY10" fmla="*/ 1003117 h 2916007"/>
                <a:gd name="connsiteX11" fmla="*/ 1323964 w 3207019"/>
                <a:gd name="connsiteY11" fmla="*/ 1432656 h 2916007"/>
                <a:gd name="connsiteX12" fmla="*/ 1509892 w 3207019"/>
                <a:gd name="connsiteY12" fmla="*/ 1043352 h 2916007"/>
                <a:gd name="connsiteX13" fmla="*/ 1685229 w 3207019"/>
                <a:gd name="connsiteY13" fmla="*/ 1458260 h 2916007"/>
                <a:gd name="connsiteX14" fmla="*/ 1839075 w 3207019"/>
                <a:gd name="connsiteY14" fmla="*/ 1120162 h 2916007"/>
                <a:gd name="connsiteX15" fmla="*/ 1985609 w 3207019"/>
                <a:gd name="connsiteY15" fmla="*/ 1447287 h 2916007"/>
                <a:gd name="connsiteX16" fmla="*/ 1977532 w 3207019"/>
                <a:gd name="connsiteY16" fmla="*/ 2225441 h 2916007"/>
                <a:gd name="connsiteX17" fmla="*/ 1861021 w 3207019"/>
                <a:gd name="connsiteY17" fmla="*/ 2597833 h 2916007"/>
                <a:gd name="connsiteX18" fmla="*/ 1786956 w 3207019"/>
                <a:gd name="connsiteY18" fmla="*/ 2914899 h 2916007"/>
                <a:gd name="connsiteX19" fmla="*/ 3207019 w 3207019"/>
                <a:gd name="connsiteY19" fmla="*/ 2914899 h 2916007"/>
                <a:gd name="connsiteX0" fmla="*/ 357493 w 3207019"/>
                <a:gd name="connsiteY0" fmla="*/ 2916007 h 2916007"/>
                <a:gd name="connsiteX1" fmla="*/ 655081 w 3207019"/>
                <a:gd name="connsiteY1" fmla="*/ 2912690 h 2916007"/>
                <a:gd name="connsiteX2" fmla="*/ 654319 w 3207019"/>
                <a:gd name="connsiteY2" fmla="*/ 2667249 h 2916007"/>
                <a:gd name="connsiteX3" fmla="*/ 63769 w 3207019"/>
                <a:gd name="connsiteY3" fmla="*/ 1600449 h 2916007"/>
                <a:gd name="connsiteX4" fmla="*/ 260745 w 3207019"/>
                <a:gd name="connsiteY4" fmla="*/ 1431970 h 2916007"/>
                <a:gd name="connsiteX5" fmla="*/ 682894 w 3207019"/>
                <a:gd name="connsiteY5" fmla="*/ 1914774 h 2916007"/>
                <a:gd name="connsiteX6" fmla="*/ 625744 w 3207019"/>
                <a:gd name="connsiteY6" fmla="*/ 447924 h 2916007"/>
                <a:gd name="connsiteX7" fmla="*/ 765499 w 3207019"/>
                <a:gd name="connsiteY7" fmla="*/ 0 h 2916007"/>
                <a:gd name="connsiteX8" fmla="*/ 901969 w 3207019"/>
                <a:gd name="connsiteY8" fmla="*/ 457449 h 2916007"/>
                <a:gd name="connsiteX9" fmla="*/ 968644 w 3207019"/>
                <a:gd name="connsiteY9" fmla="*/ 1428999 h 2916007"/>
                <a:gd name="connsiteX10" fmla="*/ 1155103 w 3207019"/>
                <a:gd name="connsiteY10" fmla="*/ 1003117 h 2916007"/>
                <a:gd name="connsiteX11" fmla="*/ 1323964 w 3207019"/>
                <a:gd name="connsiteY11" fmla="*/ 1432656 h 2916007"/>
                <a:gd name="connsiteX12" fmla="*/ 1509892 w 3207019"/>
                <a:gd name="connsiteY12" fmla="*/ 1043352 h 2916007"/>
                <a:gd name="connsiteX13" fmla="*/ 1685229 w 3207019"/>
                <a:gd name="connsiteY13" fmla="*/ 1458260 h 2916007"/>
                <a:gd name="connsiteX14" fmla="*/ 1839075 w 3207019"/>
                <a:gd name="connsiteY14" fmla="*/ 1120162 h 2916007"/>
                <a:gd name="connsiteX15" fmla="*/ 1985609 w 3207019"/>
                <a:gd name="connsiteY15" fmla="*/ 1447287 h 2916007"/>
                <a:gd name="connsiteX16" fmla="*/ 1977532 w 3207019"/>
                <a:gd name="connsiteY16" fmla="*/ 2225441 h 2916007"/>
                <a:gd name="connsiteX17" fmla="*/ 1861021 w 3207019"/>
                <a:gd name="connsiteY17" fmla="*/ 2597833 h 2916007"/>
                <a:gd name="connsiteX18" fmla="*/ 1786956 w 3207019"/>
                <a:gd name="connsiteY18" fmla="*/ 2914899 h 2916007"/>
                <a:gd name="connsiteX19" fmla="*/ 3207019 w 3207019"/>
                <a:gd name="connsiteY19" fmla="*/ 2914899 h 2916007"/>
                <a:gd name="connsiteX0" fmla="*/ 357493 w 3207019"/>
                <a:gd name="connsiteY0" fmla="*/ 2916007 h 2916007"/>
                <a:gd name="connsiteX1" fmla="*/ 655081 w 3207019"/>
                <a:gd name="connsiteY1" fmla="*/ 2912690 h 2916007"/>
                <a:gd name="connsiteX2" fmla="*/ 654319 w 3207019"/>
                <a:gd name="connsiteY2" fmla="*/ 2667249 h 2916007"/>
                <a:gd name="connsiteX3" fmla="*/ 63769 w 3207019"/>
                <a:gd name="connsiteY3" fmla="*/ 1600449 h 2916007"/>
                <a:gd name="connsiteX4" fmla="*/ 260745 w 3207019"/>
                <a:gd name="connsiteY4" fmla="*/ 1431970 h 2916007"/>
                <a:gd name="connsiteX5" fmla="*/ 682894 w 3207019"/>
                <a:gd name="connsiteY5" fmla="*/ 1914774 h 2916007"/>
                <a:gd name="connsiteX6" fmla="*/ 625744 w 3207019"/>
                <a:gd name="connsiteY6" fmla="*/ 447924 h 2916007"/>
                <a:gd name="connsiteX7" fmla="*/ 765499 w 3207019"/>
                <a:gd name="connsiteY7" fmla="*/ 0 h 2916007"/>
                <a:gd name="connsiteX8" fmla="*/ 901969 w 3207019"/>
                <a:gd name="connsiteY8" fmla="*/ 457449 h 2916007"/>
                <a:gd name="connsiteX9" fmla="*/ 968644 w 3207019"/>
                <a:gd name="connsiteY9" fmla="*/ 1428999 h 2916007"/>
                <a:gd name="connsiteX10" fmla="*/ 1155103 w 3207019"/>
                <a:gd name="connsiteY10" fmla="*/ 1003117 h 2916007"/>
                <a:gd name="connsiteX11" fmla="*/ 1323964 w 3207019"/>
                <a:gd name="connsiteY11" fmla="*/ 1432656 h 2916007"/>
                <a:gd name="connsiteX12" fmla="*/ 1509892 w 3207019"/>
                <a:gd name="connsiteY12" fmla="*/ 1043352 h 2916007"/>
                <a:gd name="connsiteX13" fmla="*/ 1685229 w 3207019"/>
                <a:gd name="connsiteY13" fmla="*/ 1458260 h 2916007"/>
                <a:gd name="connsiteX14" fmla="*/ 1839075 w 3207019"/>
                <a:gd name="connsiteY14" fmla="*/ 1120162 h 2916007"/>
                <a:gd name="connsiteX15" fmla="*/ 1985609 w 3207019"/>
                <a:gd name="connsiteY15" fmla="*/ 1447287 h 2916007"/>
                <a:gd name="connsiteX16" fmla="*/ 1977532 w 3207019"/>
                <a:gd name="connsiteY16" fmla="*/ 2225441 h 2916007"/>
                <a:gd name="connsiteX17" fmla="*/ 1861021 w 3207019"/>
                <a:gd name="connsiteY17" fmla="*/ 2597833 h 2916007"/>
                <a:gd name="connsiteX18" fmla="*/ 1786956 w 3207019"/>
                <a:gd name="connsiteY18" fmla="*/ 2914899 h 2916007"/>
                <a:gd name="connsiteX19" fmla="*/ 3207019 w 3207019"/>
                <a:gd name="connsiteY19" fmla="*/ 2914899 h 2916007"/>
                <a:gd name="connsiteX0" fmla="*/ 357493 w 3207019"/>
                <a:gd name="connsiteY0" fmla="*/ 2894583 h 2894583"/>
                <a:gd name="connsiteX1" fmla="*/ 655081 w 3207019"/>
                <a:gd name="connsiteY1" fmla="*/ 2891266 h 2894583"/>
                <a:gd name="connsiteX2" fmla="*/ 654319 w 3207019"/>
                <a:gd name="connsiteY2" fmla="*/ 2645825 h 2894583"/>
                <a:gd name="connsiteX3" fmla="*/ 63769 w 3207019"/>
                <a:gd name="connsiteY3" fmla="*/ 1579025 h 2894583"/>
                <a:gd name="connsiteX4" fmla="*/ 260745 w 3207019"/>
                <a:gd name="connsiteY4" fmla="*/ 1410546 h 2894583"/>
                <a:gd name="connsiteX5" fmla="*/ 682894 w 3207019"/>
                <a:gd name="connsiteY5" fmla="*/ 1893350 h 2894583"/>
                <a:gd name="connsiteX6" fmla="*/ 625744 w 3207019"/>
                <a:gd name="connsiteY6" fmla="*/ 426500 h 2894583"/>
                <a:gd name="connsiteX7" fmla="*/ 754786 w 3207019"/>
                <a:gd name="connsiteY7" fmla="*/ 0 h 2894583"/>
                <a:gd name="connsiteX8" fmla="*/ 901969 w 3207019"/>
                <a:gd name="connsiteY8" fmla="*/ 436025 h 2894583"/>
                <a:gd name="connsiteX9" fmla="*/ 968644 w 3207019"/>
                <a:gd name="connsiteY9" fmla="*/ 1407575 h 2894583"/>
                <a:gd name="connsiteX10" fmla="*/ 1155103 w 3207019"/>
                <a:gd name="connsiteY10" fmla="*/ 981693 h 2894583"/>
                <a:gd name="connsiteX11" fmla="*/ 1323964 w 3207019"/>
                <a:gd name="connsiteY11" fmla="*/ 1411232 h 2894583"/>
                <a:gd name="connsiteX12" fmla="*/ 1509892 w 3207019"/>
                <a:gd name="connsiteY12" fmla="*/ 1021928 h 2894583"/>
                <a:gd name="connsiteX13" fmla="*/ 1685229 w 3207019"/>
                <a:gd name="connsiteY13" fmla="*/ 1436836 h 2894583"/>
                <a:gd name="connsiteX14" fmla="*/ 1839075 w 3207019"/>
                <a:gd name="connsiteY14" fmla="*/ 1098738 h 2894583"/>
                <a:gd name="connsiteX15" fmla="*/ 1985609 w 3207019"/>
                <a:gd name="connsiteY15" fmla="*/ 1425863 h 2894583"/>
                <a:gd name="connsiteX16" fmla="*/ 1977532 w 3207019"/>
                <a:gd name="connsiteY16" fmla="*/ 2204017 h 2894583"/>
                <a:gd name="connsiteX17" fmla="*/ 1861021 w 3207019"/>
                <a:gd name="connsiteY17" fmla="*/ 2576409 h 2894583"/>
                <a:gd name="connsiteX18" fmla="*/ 1786956 w 3207019"/>
                <a:gd name="connsiteY18" fmla="*/ 2893475 h 2894583"/>
                <a:gd name="connsiteX19" fmla="*/ 3207019 w 3207019"/>
                <a:gd name="connsiteY19" fmla="*/ 2893475 h 2894583"/>
                <a:gd name="connsiteX0" fmla="*/ 357493 w 3207019"/>
                <a:gd name="connsiteY0" fmla="*/ 2894583 h 2894583"/>
                <a:gd name="connsiteX1" fmla="*/ 655081 w 3207019"/>
                <a:gd name="connsiteY1" fmla="*/ 2891266 h 2894583"/>
                <a:gd name="connsiteX2" fmla="*/ 654319 w 3207019"/>
                <a:gd name="connsiteY2" fmla="*/ 2645825 h 2894583"/>
                <a:gd name="connsiteX3" fmla="*/ 63769 w 3207019"/>
                <a:gd name="connsiteY3" fmla="*/ 1579025 h 2894583"/>
                <a:gd name="connsiteX4" fmla="*/ 260745 w 3207019"/>
                <a:gd name="connsiteY4" fmla="*/ 1410546 h 2894583"/>
                <a:gd name="connsiteX5" fmla="*/ 682894 w 3207019"/>
                <a:gd name="connsiteY5" fmla="*/ 1893350 h 2894583"/>
                <a:gd name="connsiteX6" fmla="*/ 625744 w 3207019"/>
                <a:gd name="connsiteY6" fmla="*/ 426500 h 2894583"/>
                <a:gd name="connsiteX7" fmla="*/ 754786 w 3207019"/>
                <a:gd name="connsiteY7" fmla="*/ 0 h 2894583"/>
                <a:gd name="connsiteX8" fmla="*/ 901969 w 3207019"/>
                <a:gd name="connsiteY8" fmla="*/ 436025 h 2894583"/>
                <a:gd name="connsiteX9" fmla="*/ 968644 w 3207019"/>
                <a:gd name="connsiteY9" fmla="*/ 1407575 h 2894583"/>
                <a:gd name="connsiteX10" fmla="*/ 1155103 w 3207019"/>
                <a:gd name="connsiteY10" fmla="*/ 981693 h 2894583"/>
                <a:gd name="connsiteX11" fmla="*/ 1323964 w 3207019"/>
                <a:gd name="connsiteY11" fmla="*/ 1411232 h 2894583"/>
                <a:gd name="connsiteX12" fmla="*/ 1509892 w 3207019"/>
                <a:gd name="connsiteY12" fmla="*/ 1021928 h 2894583"/>
                <a:gd name="connsiteX13" fmla="*/ 1685229 w 3207019"/>
                <a:gd name="connsiteY13" fmla="*/ 1436836 h 2894583"/>
                <a:gd name="connsiteX14" fmla="*/ 1839075 w 3207019"/>
                <a:gd name="connsiteY14" fmla="*/ 1098738 h 2894583"/>
                <a:gd name="connsiteX15" fmla="*/ 1985609 w 3207019"/>
                <a:gd name="connsiteY15" fmla="*/ 1425863 h 2894583"/>
                <a:gd name="connsiteX16" fmla="*/ 1977532 w 3207019"/>
                <a:gd name="connsiteY16" fmla="*/ 2204017 h 2894583"/>
                <a:gd name="connsiteX17" fmla="*/ 1861021 w 3207019"/>
                <a:gd name="connsiteY17" fmla="*/ 2576409 h 2894583"/>
                <a:gd name="connsiteX18" fmla="*/ 1786956 w 3207019"/>
                <a:gd name="connsiteY18" fmla="*/ 2893475 h 2894583"/>
                <a:gd name="connsiteX19" fmla="*/ 3207019 w 3207019"/>
                <a:gd name="connsiteY19" fmla="*/ 2893475 h 2894583"/>
                <a:gd name="connsiteX0" fmla="*/ 357493 w 3207019"/>
                <a:gd name="connsiteY0" fmla="*/ 2899940 h 2899940"/>
                <a:gd name="connsiteX1" fmla="*/ 655081 w 3207019"/>
                <a:gd name="connsiteY1" fmla="*/ 2896623 h 2899940"/>
                <a:gd name="connsiteX2" fmla="*/ 654319 w 3207019"/>
                <a:gd name="connsiteY2" fmla="*/ 2651182 h 2899940"/>
                <a:gd name="connsiteX3" fmla="*/ 63769 w 3207019"/>
                <a:gd name="connsiteY3" fmla="*/ 1584382 h 2899940"/>
                <a:gd name="connsiteX4" fmla="*/ 260745 w 3207019"/>
                <a:gd name="connsiteY4" fmla="*/ 1415903 h 2899940"/>
                <a:gd name="connsiteX5" fmla="*/ 682894 w 3207019"/>
                <a:gd name="connsiteY5" fmla="*/ 1898707 h 2899940"/>
                <a:gd name="connsiteX6" fmla="*/ 625744 w 3207019"/>
                <a:gd name="connsiteY6" fmla="*/ 431857 h 2899940"/>
                <a:gd name="connsiteX7" fmla="*/ 765498 w 3207019"/>
                <a:gd name="connsiteY7" fmla="*/ 0 h 2899940"/>
                <a:gd name="connsiteX8" fmla="*/ 901969 w 3207019"/>
                <a:gd name="connsiteY8" fmla="*/ 441382 h 2899940"/>
                <a:gd name="connsiteX9" fmla="*/ 968644 w 3207019"/>
                <a:gd name="connsiteY9" fmla="*/ 1412932 h 2899940"/>
                <a:gd name="connsiteX10" fmla="*/ 1155103 w 3207019"/>
                <a:gd name="connsiteY10" fmla="*/ 987050 h 2899940"/>
                <a:gd name="connsiteX11" fmla="*/ 1323964 w 3207019"/>
                <a:gd name="connsiteY11" fmla="*/ 1416589 h 2899940"/>
                <a:gd name="connsiteX12" fmla="*/ 1509892 w 3207019"/>
                <a:gd name="connsiteY12" fmla="*/ 1027285 h 2899940"/>
                <a:gd name="connsiteX13" fmla="*/ 1685229 w 3207019"/>
                <a:gd name="connsiteY13" fmla="*/ 1442193 h 2899940"/>
                <a:gd name="connsiteX14" fmla="*/ 1839075 w 3207019"/>
                <a:gd name="connsiteY14" fmla="*/ 1104095 h 2899940"/>
                <a:gd name="connsiteX15" fmla="*/ 1985609 w 3207019"/>
                <a:gd name="connsiteY15" fmla="*/ 1431220 h 2899940"/>
                <a:gd name="connsiteX16" fmla="*/ 1977532 w 3207019"/>
                <a:gd name="connsiteY16" fmla="*/ 2209374 h 2899940"/>
                <a:gd name="connsiteX17" fmla="*/ 1861021 w 3207019"/>
                <a:gd name="connsiteY17" fmla="*/ 2581766 h 2899940"/>
                <a:gd name="connsiteX18" fmla="*/ 1786956 w 3207019"/>
                <a:gd name="connsiteY18" fmla="*/ 2898832 h 2899940"/>
                <a:gd name="connsiteX19" fmla="*/ 3207019 w 3207019"/>
                <a:gd name="connsiteY19" fmla="*/ 2898832 h 2899940"/>
                <a:gd name="connsiteX0" fmla="*/ 357493 w 3207019"/>
                <a:gd name="connsiteY0" fmla="*/ 2899940 h 2908847"/>
                <a:gd name="connsiteX1" fmla="*/ 655081 w 3207019"/>
                <a:gd name="connsiteY1" fmla="*/ 2896623 h 2908847"/>
                <a:gd name="connsiteX2" fmla="*/ 654319 w 3207019"/>
                <a:gd name="connsiteY2" fmla="*/ 2651182 h 2908847"/>
                <a:gd name="connsiteX3" fmla="*/ 63769 w 3207019"/>
                <a:gd name="connsiteY3" fmla="*/ 1584382 h 2908847"/>
                <a:gd name="connsiteX4" fmla="*/ 260745 w 3207019"/>
                <a:gd name="connsiteY4" fmla="*/ 1415903 h 2908847"/>
                <a:gd name="connsiteX5" fmla="*/ 682894 w 3207019"/>
                <a:gd name="connsiteY5" fmla="*/ 1898707 h 2908847"/>
                <a:gd name="connsiteX6" fmla="*/ 625744 w 3207019"/>
                <a:gd name="connsiteY6" fmla="*/ 431857 h 2908847"/>
                <a:gd name="connsiteX7" fmla="*/ 765498 w 3207019"/>
                <a:gd name="connsiteY7" fmla="*/ 0 h 2908847"/>
                <a:gd name="connsiteX8" fmla="*/ 901969 w 3207019"/>
                <a:gd name="connsiteY8" fmla="*/ 441382 h 2908847"/>
                <a:gd name="connsiteX9" fmla="*/ 968644 w 3207019"/>
                <a:gd name="connsiteY9" fmla="*/ 1412932 h 2908847"/>
                <a:gd name="connsiteX10" fmla="*/ 1155103 w 3207019"/>
                <a:gd name="connsiteY10" fmla="*/ 987050 h 2908847"/>
                <a:gd name="connsiteX11" fmla="*/ 1323964 w 3207019"/>
                <a:gd name="connsiteY11" fmla="*/ 1416589 h 2908847"/>
                <a:gd name="connsiteX12" fmla="*/ 1509892 w 3207019"/>
                <a:gd name="connsiteY12" fmla="*/ 1027285 h 2908847"/>
                <a:gd name="connsiteX13" fmla="*/ 1685229 w 3207019"/>
                <a:gd name="connsiteY13" fmla="*/ 1442193 h 2908847"/>
                <a:gd name="connsiteX14" fmla="*/ 1839075 w 3207019"/>
                <a:gd name="connsiteY14" fmla="*/ 1104095 h 2908847"/>
                <a:gd name="connsiteX15" fmla="*/ 1985609 w 3207019"/>
                <a:gd name="connsiteY15" fmla="*/ 1431220 h 2908847"/>
                <a:gd name="connsiteX16" fmla="*/ 1977532 w 3207019"/>
                <a:gd name="connsiteY16" fmla="*/ 2209374 h 2908847"/>
                <a:gd name="connsiteX17" fmla="*/ 1861021 w 3207019"/>
                <a:gd name="connsiteY17" fmla="*/ 2581766 h 2908847"/>
                <a:gd name="connsiteX18" fmla="*/ 1786956 w 3207019"/>
                <a:gd name="connsiteY18" fmla="*/ 2898832 h 2908847"/>
                <a:gd name="connsiteX19" fmla="*/ 2496608 w 3207019"/>
                <a:gd name="connsiteY19" fmla="*/ 2908634 h 2908847"/>
                <a:gd name="connsiteX20" fmla="*/ 3207019 w 3207019"/>
                <a:gd name="connsiteY20" fmla="*/ 2898832 h 2908847"/>
                <a:gd name="connsiteX0" fmla="*/ 357493 w 3207019"/>
                <a:gd name="connsiteY0" fmla="*/ 2899940 h 2908956"/>
                <a:gd name="connsiteX1" fmla="*/ 655081 w 3207019"/>
                <a:gd name="connsiteY1" fmla="*/ 2896623 h 2908956"/>
                <a:gd name="connsiteX2" fmla="*/ 654319 w 3207019"/>
                <a:gd name="connsiteY2" fmla="*/ 2651182 h 2908956"/>
                <a:gd name="connsiteX3" fmla="*/ 63769 w 3207019"/>
                <a:gd name="connsiteY3" fmla="*/ 1584382 h 2908956"/>
                <a:gd name="connsiteX4" fmla="*/ 260745 w 3207019"/>
                <a:gd name="connsiteY4" fmla="*/ 1415903 h 2908956"/>
                <a:gd name="connsiteX5" fmla="*/ 682894 w 3207019"/>
                <a:gd name="connsiteY5" fmla="*/ 1898707 h 2908956"/>
                <a:gd name="connsiteX6" fmla="*/ 625744 w 3207019"/>
                <a:gd name="connsiteY6" fmla="*/ 431857 h 2908956"/>
                <a:gd name="connsiteX7" fmla="*/ 765498 w 3207019"/>
                <a:gd name="connsiteY7" fmla="*/ 0 h 2908956"/>
                <a:gd name="connsiteX8" fmla="*/ 901969 w 3207019"/>
                <a:gd name="connsiteY8" fmla="*/ 441382 h 2908956"/>
                <a:gd name="connsiteX9" fmla="*/ 968644 w 3207019"/>
                <a:gd name="connsiteY9" fmla="*/ 1412932 h 2908956"/>
                <a:gd name="connsiteX10" fmla="*/ 1155103 w 3207019"/>
                <a:gd name="connsiteY10" fmla="*/ 987050 h 2908956"/>
                <a:gd name="connsiteX11" fmla="*/ 1323964 w 3207019"/>
                <a:gd name="connsiteY11" fmla="*/ 1416589 h 2908956"/>
                <a:gd name="connsiteX12" fmla="*/ 1509892 w 3207019"/>
                <a:gd name="connsiteY12" fmla="*/ 1027285 h 2908956"/>
                <a:gd name="connsiteX13" fmla="*/ 1685229 w 3207019"/>
                <a:gd name="connsiteY13" fmla="*/ 1442193 h 2908956"/>
                <a:gd name="connsiteX14" fmla="*/ 1839075 w 3207019"/>
                <a:gd name="connsiteY14" fmla="*/ 1104095 h 2908956"/>
                <a:gd name="connsiteX15" fmla="*/ 1985609 w 3207019"/>
                <a:gd name="connsiteY15" fmla="*/ 1431220 h 2908956"/>
                <a:gd name="connsiteX16" fmla="*/ 1977532 w 3207019"/>
                <a:gd name="connsiteY16" fmla="*/ 2209374 h 2908956"/>
                <a:gd name="connsiteX17" fmla="*/ 1861021 w 3207019"/>
                <a:gd name="connsiteY17" fmla="*/ 2581766 h 2908956"/>
                <a:gd name="connsiteX18" fmla="*/ 1786956 w 3207019"/>
                <a:gd name="connsiteY18" fmla="*/ 2898832 h 2908956"/>
                <a:gd name="connsiteX19" fmla="*/ 2496608 w 3207019"/>
                <a:gd name="connsiteY19" fmla="*/ 2908634 h 2908956"/>
                <a:gd name="connsiteX20" fmla="*/ 3207019 w 3207019"/>
                <a:gd name="connsiteY20" fmla="*/ 2898832 h 2908956"/>
                <a:gd name="connsiteX0" fmla="*/ 357493 w 3207019"/>
                <a:gd name="connsiteY0" fmla="*/ 2899940 h 2908956"/>
                <a:gd name="connsiteX1" fmla="*/ 655081 w 3207019"/>
                <a:gd name="connsiteY1" fmla="*/ 2896623 h 2908956"/>
                <a:gd name="connsiteX2" fmla="*/ 654319 w 3207019"/>
                <a:gd name="connsiteY2" fmla="*/ 2651182 h 2908956"/>
                <a:gd name="connsiteX3" fmla="*/ 63769 w 3207019"/>
                <a:gd name="connsiteY3" fmla="*/ 1584382 h 2908956"/>
                <a:gd name="connsiteX4" fmla="*/ 260745 w 3207019"/>
                <a:gd name="connsiteY4" fmla="*/ 1415903 h 2908956"/>
                <a:gd name="connsiteX5" fmla="*/ 682894 w 3207019"/>
                <a:gd name="connsiteY5" fmla="*/ 1898707 h 2908956"/>
                <a:gd name="connsiteX6" fmla="*/ 625744 w 3207019"/>
                <a:gd name="connsiteY6" fmla="*/ 431857 h 2908956"/>
                <a:gd name="connsiteX7" fmla="*/ 765498 w 3207019"/>
                <a:gd name="connsiteY7" fmla="*/ 0 h 2908956"/>
                <a:gd name="connsiteX8" fmla="*/ 901969 w 3207019"/>
                <a:gd name="connsiteY8" fmla="*/ 441382 h 2908956"/>
                <a:gd name="connsiteX9" fmla="*/ 968644 w 3207019"/>
                <a:gd name="connsiteY9" fmla="*/ 1412932 h 2908956"/>
                <a:gd name="connsiteX10" fmla="*/ 1155103 w 3207019"/>
                <a:gd name="connsiteY10" fmla="*/ 987050 h 2908956"/>
                <a:gd name="connsiteX11" fmla="*/ 1323964 w 3207019"/>
                <a:gd name="connsiteY11" fmla="*/ 1416589 h 2908956"/>
                <a:gd name="connsiteX12" fmla="*/ 1509892 w 3207019"/>
                <a:gd name="connsiteY12" fmla="*/ 1027285 h 2908956"/>
                <a:gd name="connsiteX13" fmla="*/ 1685229 w 3207019"/>
                <a:gd name="connsiteY13" fmla="*/ 1442193 h 2908956"/>
                <a:gd name="connsiteX14" fmla="*/ 1839075 w 3207019"/>
                <a:gd name="connsiteY14" fmla="*/ 1104095 h 2908956"/>
                <a:gd name="connsiteX15" fmla="*/ 1985609 w 3207019"/>
                <a:gd name="connsiteY15" fmla="*/ 1431220 h 2908956"/>
                <a:gd name="connsiteX16" fmla="*/ 1977532 w 3207019"/>
                <a:gd name="connsiteY16" fmla="*/ 2209374 h 2908956"/>
                <a:gd name="connsiteX17" fmla="*/ 1861021 w 3207019"/>
                <a:gd name="connsiteY17" fmla="*/ 2581766 h 2908956"/>
                <a:gd name="connsiteX18" fmla="*/ 1786956 w 3207019"/>
                <a:gd name="connsiteY18" fmla="*/ 2898832 h 2908956"/>
                <a:gd name="connsiteX19" fmla="*/ 2496608 w 3207019"/>
                <a:gd name="connsiteY19" fmla="*/ 2908634 h 2908956"/>
                <a:gd name="connsiteX20" fmla="*/ 3207019 w 3207019"/>
                <a:gd name="connsiteY20" fmla="*/ 2898832 h 2908956"/>
                <a:gd name="connsiteX0" fmla="*/ 357493 w 3207019"/>
                <a:gd name="connsiteY0" fmla="*/ 2899940 h 2899940"/>
                <a:gd name="connsiteX1" fmla="*/ 655081 w 3207019"/>
                <a:gd name="connsiteY1" fmla="*/ 2896623 h 2899940"/>
                <a:gd name="connsiteX2" fmla="*/ 654319 w 3207019"/>
                <a:gd name="connsiteY2" fmla="*/ 2651182 h 2899940"/>
                <a:gd name="connsiteX3" fmla="*/ 63769 w 3207019"/>
                <a:gd name="connsiteY3" fmla="*/ 1584382 h 2899940"/>
                <a:gd name="connsiteX4" fmla="*/ 260745 w 3207019"/>
                <a:gd name="connsiteY4" fmla="*/ 1415903 h 2899940"/>
                <a:gd name="connsiteX5" fmla="*/ 682894 w 3207019"/>
                <a:gd name="connsiteY5" fmla="*/ 1898707 h 2899940"/>
                <a:gd name="connsiteX6" fmla="*/ 625744 w 3207019"/>
                <a:gd name="connsiteY6" fmla="*/ 431857 h 2899940"/>
                <a:gd name="connsiteX7" fmla="*/ 765498 w 3207019"/>
                <a:gd name="connsiteY7" fmla="*/ 0 h 2899940"/>
                <a:gd name="connsiteX8" fmla="*/ 901969 w 3207019"/>
                <a:gd name="connsiteY8" fmla="*/ 441382 h 2899940"/>
                <a:gd name="connsiteX9" fmla="*/ 968644 w 3207019"/>
                <a:gd name="connsiteY9" fmla="*/ 1412932 h 2899940"/>
                <a:gd name="connsiteX10" fmla="*/ 1155103 w 3207019"/>
                <a:gd name="connsiteY10" fmla="*/ 987050 h 2899940"/>
                <a:gd name="connsiteX11" fmla="*/ 1323964 w 3207019"/>
                <a:gd name="connsiteY11" fmla="*/ 1416589 h 2899940"/>
                <a:gd name="connsiteX12" fmla="*/ 1509892 w 3207019"/>
                <a:gd name="connsiteY12" fmla="*/ 1027285 h 2899940"/>
                <a:gd name="connsiteX13" fmla="*/ 1685229 w 3207019"/>
                <a:gd name="connsiteY13" fmla="*/ 1442193 h 2899940"/>
                <a:gd name="connsiteX14" fmla="*/ 1839075 w 3207019"/>
                <a:gd name="connsiteY14" fmla="*/ 1104095 h 2899940"/>
                <a:gd name="connsiteX15" fmla="*/ 1985609 w 3207019"/>
                <a:gd name="connsiteY15" fmla="*/ 1431220 h 2899940"/>
                <a:gd name="connsiteX16" fmla="*/ 1977532 w 3207019"/>
                <a:gd name="connsiteY16" fmla="*/ 2209374 h 2899940"/>
                <a:gd name="connsiteX17" fmla="*/ 1861021 w 3207019"/>
                <a:gd name="connsiteY17" fmla="*/ 2581766 h 2899940"/>
                <a:gd name="connsiteX18" fmla="*/ 1786956 w 3207019"/>
                <a:gd name="connsiteY18" fmla="*/ 2898832 h 2899940"/>
                <a:gd name="connsiteX19" fmla="*/ 2453760 w 3207019"/>
                <a:gd name="connsiteY19" fmla="*/ 2897922 h 2899940"/>
                <a:gd name="connsiteX20" fmla="*/ 3207019 w 3207019"/>
                <a:gd name="connsiteY20" fmla="*/ 2898832 h 2899940"/>
                <a:gd name="connsiteX0" fmla="*/ 357493 w 3207019"/>
                <a:gd name="connsiteY0" fmla="*/ 2899940 h 2899940"/>
                <a:gd name="connsiteX1" fmla="*/ 655081 w 3207019"/>
                <a:gd name="connsiteY1" fmla="*/ 2896623 h 2899940"/>
                <a:gd name="connsiteX2" fmla="*/ 654319 w 3207019"/>
                <a:gd name="connsiteY2" fmla="*/ 2651182 h 2899940"/>
                <a:gd name="connsiteX3" fmla="*/ 63769 w 3207019"/>
                <a:gd name="connsiteY3" fmla="*/ 1584382 h 2899940"/>
                <a:gd name="connsiteX4" fmla="*/ 260745 w 3207019"/>
                <a:gd name="connsiteY4" fmla="*/ 1415903 h 2899940"/>
                <a:gd name="connsiteX5" fmla="*/ 682894 w 3207019"/>
                <a:gd name="connsiteY5" fmla="*/ 1898707 h 2899940"/>
                <a:gd name="connsiteX6" fmla="*/ 625744 w 3207019"/>
                <a:gd name="connsiteY6" fmla="*/ 431857 h 2899940"/>
                <a:gd name="connsiteX7" fmla="*/ 765498 w 3207019"/>
                <a:gd name="connsiteY7" fmla="*/ 0 h 2899940"/>
                <a:gd name="connsiteX8" fmla="*/ 901969 w 3207019"/>
                <a:gd name="connsiteY8" fmla="*/ 441382 h 2899940"/>
                <a:gd name="connsiteX9" fmla="*/ 968644 w 3207019"/>
                <a:gd name="connsiteY9" fmla="*/ 1412932 h 2899940"/>
                <a:gd name="connsiteX10" fmla="*/ 1155103 w 3207019"/>
                <a:gd name="connsiteY10" fmla="*/ 987050 h 2899940"/>
                <a:gd name="connsiteX11" fmla="*/ 1323964 w 3207019"/>
                <a:gd name="connsiteY11" fmla="*/ 1416589 h 2899940"/>
                <a:gd name="connsiteX12" fmla="*/ 1509892 w 3207019"/>
                <a:gd name="connsiteY12" fmla="*/ 1027285 h 2899940"/>
                <a:gd name="connsiteX13" fmla="*/ 1685229 w 3207019"/>
                <a:gd name="connsiteY13" fmla="*/ 1442193 h 2899940"/>
                <a:gd name="connsiteX14" fmla="*/ 1839075 w 3207019"/>
                <a:gd name="connsiteY14" fmla="*/ 1104095 h 2899940"/>
                <a:gd name="connsiteX15" fmla="*/ 1985609 w 3207019"/>
                <a:gd name="connsiteY15" fmla="*/ 1431220 h 2899940"/>
                <a:gd name="connsiteX16" fmla="*/ 1977532 w 3207019"/>
                <a:gd name="connsiteY16" fmla="*/ 2209374 h 2899940"/>
                <a:gd name="connsiteX17" fmla="*/ 1861021 w 3207019"/>
                <a:gd name="connsiteY17" fmla="*/ 2581766 h 2899940"/>
                <a:gd name="connsiteX18" fmla="*/ 1786956 w 3207019"/>
                <a:gd name="connsiteY18" fmla="*/ 2898832 h 2899940"/>
                <a:gd name="connsiteX19" fmla="*/ 2453760 w 3207019"/>
                <a:gd name="connsiteY19" fmla="*/ 2897922 h 2899940"/>
                <a:gd name="connsiteX20" fmla="*/ 3207019 w 3207019"/>
                <a:gd name="connsiteY20" fmla="*/ 2898832 h 2899940"/>
                <a:gd name="connsiteX0" fmla="*/ 357493 w 2453760"/>
                <a:gd name="connsiteY0" fmla="*/ 2899940 h 2899940"/>
                <a:gd name="connsiteX1" fmla="*/ 655081 w 2453760"/>
                <a:gd name="connsiteY1" fmla="*/ 2896623 h 2899940"/>
                <a:gd name="connsiteX2" fmla="*/ 654319 w 2453760"/>
                <a:gd name="connsiteY2" fmla="*/ 2651182 h 2899940"/>
                <a:gd name="connsiteX3" fmla="*/ 63769 w 2453760"/>
                <a:gd name="connsiteY3" fmla="*/ 1584382 h 2899940"/>
                <a:gd name="connsiteX4" fmla="*/ 260745 w 2453760"/>
                <a:gd name="connsiteY4" fmla="*/ 1415903 h 2899940"/>
                <a:gd name="connsiteX5" fmla="*/ 682894 w 2453760"/>
                <a:gd name="connsiteY5" fmla="*/ 1898707 h 2899940"/>
                <a:gd name="connsiteX6" fmla="*/ 625744 w 2453760"/>
                <a:gd name="connsiteY6" fmla="*/ 431857 h 2899940"/>
                <a:gd name="connsiteX7" fmla="*/ 765498 w 2453760"/>
                <a:gd name="connsiteY7" fmla="*/ 0 h 2899940"/>
                <a:gd name="connsiteX8" fmla="*/ 901969 w 2453760"/>
                <a:gd name="connsiteY8" fmla="*/ 441382 h 2899940"/>
                <a:gd name="connsiteX9" fmla="*/ 968644 w 2453760"/>
                <a:gd name="connsiteY9" fmla="*/ 1412932 h 2899940"/>
                <a:gd name="connsiteX10" fmla="*/ 1155103 w 2453760"/>
                <a:gd name="connsiteY10" fmla="*/ 987050 h 2899940"/>
                <a:gd name="connsiteX11" fmla="*/ 1323964 w 2453760"/>
                <a:gd name="connsiteY11" fmla="*/ 1416589 h 2899940"/>
                <a:gd name="connsiteX12" fmla="*/ 1509892 w 2453760"/>
                <a:gd name="connsiteY12" fmla="*/ 1027285 h 2899940"/>
                <a:gd name="connsiteX13" fmla="*/ 1685229 w 2453760"/>
                <a:gd name="connsiteY13" fmla="*/ 1442193 h 2899940"/>
                <a:gd name="connsiteX14" fmla="*/ 1839075 w 2453760"/>
                <a:gd name="connsiteY14" fmla="*/ 1104095 h 2899940"/>
                <a:gd name="connsiteX15" fmla="*/ 1985609 w 2453760"/>
                <a:gd name="connsiteY15" fmla="*/ 1431220 h 2899940"/>
                <a:gd name="connsiteX16" fmla="*/ 1977532 w 2453760"/>
                <a:gd name="connsiteY16" fmla="*/ 2209374 h 2899940"/>
                <a:gd name="connsiteX17" fmla="*/ 1861021 w 2453760"/>
                <a:gd name="connsiteY17" fmla="*/ 2581766 h 2899940"/>
                <a:gd name="connsiteX18" fmla="*/ 1786956 w 2453760"/>
                <a:gd name="connsiteY18" fmla="*/ 2898832 h 2899940"/>
                <a:gd name="connsiteX19" fmla="*/ 2453760 w 2453760"/>
                <a:gd name="connsiteY19" fmla="*/ 2897922 h 2899940"/>
                <a:gd name="connsiteX0" fmla="*/ 357493 w 2255587"/>
                <a:gd name="connsiteY0" fmla="*/ 2899940 h 2899940"/>
                <a:gd name="connsiteX1" fmla="*/ 655081 w 2255587"/>
                <a:gd name="connsiteY1" fmla="*/ 2896623 h 2899940"/>
                <a:gd name="connsiteX2" fmla="*/ 654319 w 2255587"/>
                <a:gd name="connsiteY2" fmla="*/ 2651182 h 2899940"/>
                <a:gd name="connsiteX3" fmla="*/ 63769 w 2255587"/>
                <a:gd name="connsiteY3" fmla="*/ 1584382 h 2899940"/>
                <a:gd name="connsiteX4" fmla="*/ 260745 w 2255587"/>
                <a:gd name="connsiteY4" fmla="*/ 1415903 h 2899940"/>
                <a:gd name="connsiteX5" fmla="*/ 682894 w 2255587"/>
                <a:gd name="connsiteY5" fmla="*/ 1898707 h 2899940"/>
                <a:gd name="connsiteX6" fmla="*/ 625744 w 2255587"/>
                <a:gd name="connsiteY6" fmla="*/ 431857 h 2899940"/>
                <a:gd name="connsiteX7" fmla="*/ 765498 w 2255587"/>
                <a:gd name="connsiteY7" fmla="*/ 0 h 2899940"/>
                <a:gd name="connsiteX8" fmla="*/ 901969 w 2255587"/>
                <a:gd name="connsiteY8" fmla="*/ 441382 h 2899940"/>
                <a:gd name="connsiteX9" fmla="*/ 968644 w 2255587"/>
                <a:gd name="connsiteY9" fmla="*/ 1412932 h 2899940"/>
                <a:gd name="connsiteX10" fmla="*/ 1155103 w 2255587"/>
                <a:gd name="connsiteY10" fmla="*/ 987050 h 2899940"/>
                <a:gd name="connsiteX11" fmla="*/ 1323964 w 2255587"/>
                <a:gd name="connsiteY11" fmla="*/ 1416589 h 2899940"/>
                <a:gd name="connsiteX12" fmla="*/ 1509892 w 2255587"/>
                <a:gd name="connsiteY12" fmla="*/ 1027285 h 2899940"/>
                <a:gd name="connsiteX13" fmla="*/ 1685229 w 2255587"/>
                <a:gd name="connsiteY13" fmla="*/ 1442193 h 2899940"/>
                <a:gd name="connsiteX14" fmla="*/ 1839075 w 2255587"/>
                <a:gd name="connsiteY14" fmla="*/ 1104095 h 2899940"/>
                <a:gd name="connsiteX15" fmla="*/ 1985609 w 2255587"/>
                <a:gd name="connsiteY15" fmla="*/ 1431220 h 2899940"/>
                <a:gd name="connsiteX16" fmla="*/ 1977532 w 2255587"/>
                <a:gd name="connsiteY16" fmla="*/ 2209374 h 2899940"/>
                <a:gd name="connsiteX17" fmla="*/ 1861021 w 2255587"/>
                <a:gd name="connsiteY17" fmla="*/ 2581766 h 2899940"/>
                <a:gd name="connsiteX18" fmla="*/ 1786956 w 2255587"/>
                <a:gd name="connsiteY18" fmla="*/ 2898832 h 2899940"/>
                <a:gd name="connsiteX19" fmla="*/ 2255587 w 2255587"/>
                <a:gd name="connsiteY19" fmla="*/ 2897922 h 2899940"/>
                <a:gd name="connsiteX0" fmla="*/ 0 w 6739960"/>
                <a:gd name="connsiteY0" fmla="*/ 2932076 h 2932076"/>
                <a:gd name="connsiteX1" fmla="*/ 5139454 w 6739960"/>
                <a:gd name="connsiteY1" fmla="*/ 2896623 h 2932076"/>
                <a:gd name="connsiteX2" fmla="*/ 5138692 w 6739960"/>
                <a:gd name="connsiteY2" fmla="*/ 2651182 h 2932076"/>
                <a:gd name="connsiteX3" fmla="*/ 4548142 w 6739960"/>
                <a:gd name="connsiteY3" fmla="*/ 1584382 h 2932076"/>
                <a:gd name="connsiteX4" fmla="*/ 4745118 w 6739960"/>
                <a:gd name="connsiteY4" fmla="*/ 1415903 h 2932076"/>
                <a:gd name="connsiteX5" fmla="*/ 5167267 w 6739960"/>
                <a:gd name="connsiteY5" fmla="*/ 1898707 h 2932076"/>
                <a:gd name="connsiteX6" fmla="*/ 5110117 w 6739960"/>
                <a:gd name="connsiteY6" fmla="*/ 431857 h 2932076"/>
                <a:gd name="connsiteX7" fmla="*/ 5249871 w 6739960"/>
                <a:gd name="connsiteY7" fmla="*/ 0 h 2932076"/>
                <a:gd name="connsiteX8" fmla="*/ 5386342 w 6739960"/>
                <a:gd name="connsiteY8" fmla="*/ 441382 h 2932076"/>
                <a:gd name="connsiteX9" fmla="*/ 5453017 w 6739960"/>
                <a:gd name="connsiteY9" fmla="*/ 1412932 h 2932076"/>
                <a:gd name="connsiteX10" fmla="*/ 5639476 w 6739960"/>
                <a:gd name="connsiteY10" fmla="*/ 987050 h 2932076"/>
                <a:gd name="connsiteX11" fmla="*/ 5808337 w 6739960"/>
                <a:gd name="connsiteY11" fmla="*/ 1416589 h 2932076"/>
                <a:gd name="connsiteX12" fmla="*/ 5994265 w 6739960"/>
                <a:gd name="connsiteY12" fmla="*/ 1027285 h 2932076"/>
                <a:gd name="connsiteX13" fmla="*/ 6169602 w 6739960"/>
                <a:gd name="connsiteY13" fmla="*/ 1442193 h 2932076"/>
                <a:gd name="connsiteX14" fmla="*/ 6323448 w 6739960"/>
                <a:gd name="connsiteY14" fmla="*/ 1104095 h 2932076"/>
                <a:gd name="connsiteX15" fmla="*/ 6469982 w 6739960"/>
                <a:gd name="connsiteY15" fmla="*/ 1431220 h 2932076"/>
                <a:gd name="connsiteX16" fmla="*/ 6461905 w 6739960"/>
                <a:gd name="connsiteY16" fmla="*/ 2209374 h 2932076"/>
                <a:gd name="connsiteX17" fmla="*/ 6345394 w 6739960"/>
                <a:gd name="connsiteY17" fmla="*/ 2581766 h 2932076"/>
                <a:gd name="connsiteX18" fmla="*/ 6271329 w 6739960"/>
                <a:gd name="connsiteY18" fmla="*/ 2898832 h 2932076"/>
                <a:gd name="connsiteX19" fmla="*/ 6739960 w 6739960"/>
                <a:gd name="connsiteY19" fmla="*/ 2897922 h 2932076"/>
                <a:gd name="connsiteX0" fmla="*/ 0 w 6739960"/>
                <a:gd name="connsiteY0" fmla="*/ 2932076 h 3011101"/>
                <a:gd name="connsiteX1" fmla="*/ 5139454 w 6739960"/>
                <a:gd name="connsiteY1" fmla="*/ 2896623 h 3011101"/>
                <a:gd name="connsiteX2" fmla="*/ 5138692 w 6739960"/>
                <a:gd name="connsiteY2" fmla="*/ 2651182 h 3011101"/>
                <a:gd name="connsiteX3" fmla="*/ 4548142 w 6739960"/>
                <a:gd name="connsiteY3" fmla="*/ 1584382 h 3011101"/>
                <a:gd name="connsiteX4" fmla="*/ 4745118 w 6739960"/>
                <a:gd name="connsiteY4" fmla="*/ 1415903 h 3011101"/>
                <a:gd name="connsiteX5" fmla="*/ 5167267 w 6739960"/>
                <a:gd name="connsiteY5" fmla="*/ 1898707 h 3011101"/>
                <a:gd name="connsiteX6" fmla="*/ 5110117 w 6739960"/>
                <a:gd name="connsiteY6" fmla="*/ 431857 h 3011101"/>
                <a:gd name="connsiteX7" fmla="*/ 5249871 w 6739960"/>
                <a:gd name="connsiteY7" fmla="*/ 0 h 3011101"/>
                <a:gd name="connsiteX8" fmla="*/ 5386342 w 6739960"/>
                <a:gd name="connsiteY8" fmla="*/ 441382 h 3011101"/>
                <a:gd name="connsiteX9" fmla="*/ 5453017 w 6739960"/>
                <a:gd name="connsiteY9" fmla="*/ 1412932 h 3011101"/>
                <a:gd name="connsiteX10" fmla="*/ 5639476 w 6739960"/>
                <a:gd name="connsiteY10" fmla="*/ 987050 h 3011101"/>
                <a:gd name="connsiteX11" fmla="*/ 5808337 w 6739960"/>
                <a:gd name="connsiteY11" fmla="*/ 1416589 h 3011101"/>
                <a:gd name="connsiteX12" fmla="*/ 5994265 w 6739960"/>
                <a:gd name="connsiteY12" fmla="*/ 1027285 h 3011101"/>
                <a:gd name="connsiteX13" fmla="*/ 6169602 w 6739960"/>
                <a:gd name="connsiteY13" fmla="*/ 1442193 h 3011101"/>
                <a:gd name="connsiteX14" fmla="*/ 6323448 w 6739960"/>
                <a:gd name="connsiteY14" fmla="*/ 1104095 h 3011101"/>
                <a:gd name="connsiteX15" fmla="*/ 6469982 w 6739960"/>
                <a:gd name="connsiteY15" fmla="*/ 1431220 h 3011101"/>
                <a:gd name="connsiteX16" fmla="*/ 6461905 w 6739960"/>
                <a:gd name="connsiteY16" fmla="*/ 2209374 h 3011101"/>
                <a:gd name="connsiteX17" fmla="*/ 6345394 w 6739960"/>
                <a:gd name="connsiteY17" fmla="*/ 2581766 h 3011101"/>
                <a:gd name="connsiteX18" fmla="*/ 6271329 w 6739960"/>
                <a:gd name="connsiteY18" fmla="*/ 2898832 h 3011101"/>
                <a:gd name="connsiteX19" fmla="*/ 6739960 w 6739960"/>
                <a:gd name="connsiteY19" fmla="*/ 2897922 h 3011101"/>
                <a:gd name="connsiteX0" fmla="*/ 0 w 6739960"/>
                <a:gd name="connsiteY0" fmla="*/ 2932076 h 3011101"/>
                <a:gd name="connsiteX1" fmla="*/ 5139454 w 6739960"/>
                <a:gd name="connsiteY1" fmla="*/ 2896623 h 3011101"/>
                <a:gd name="connsiteX2" fmla="*/ 5138692 w 6739960"/>
                <a:gd name="connsiteY2" fmla="*/ 2651182 h 3011101"/>
                <a:gd name="connsiteX3" fmla="*/ 4548142 w 6739960"/>
                <a:gd name="connsiteY3" fmla="*/ 1584382 h 3011101"/>
                <a:gd name="connsiteX4" fmla="*/ 4745118 w 6739960"/>
                <a:gd name="connsiteY4" fmla="*/ 1415903 h 3011101"/>
                <a:gd name="connsiteX5" fmla="*/ 5167267 w 6739960"/>
                <a:gd name="connsiteY5" fmla="*/ 1898707 h 3011101"/>
                <a:gd name="connsiteX6" fmla="*/ 5110117 w 6739960"/>
                <a:gd name="connsiteY6" fmla="*/ 431857 h 3011101"/>
                <a:gd name="connsiteX7" fmla="*/ 5249871 w 6739960"/>
                <a:gd name="connsiteY7" fmla="*/ 0 h 3011101"/>
                <a:gd name="connsiteX8" fmla="*/ 5386342 w 6739960"/>
                <a:gd name="connsiteY8" fmla="*/ 441382 h 3011101"/>
                <a:gd name="connsiteX9" fmla="*/ 5453017 w 6739960"/>
                <a:gd name="connsiteY9" fmla="*/ 1412932 h 3011101"/>
                <a:gd name="connsiteX10" fmla="*/ 5639476 w 6739960"/>
                <a:gd name="connsiteY10" fmla="*/ 987050 h 3011101"/>
                <a:gd name="connsiteX11" fmla="*/ 5808337 w 6739960"/>
                <a:gd name="connsiteY11" fmla="*/ 1416589 h 3011101"/>
                <a:gd name="connsiteX12" fmla="*/ 5994265 w 6739960"/>
                <a:gd name="connsiteY12" fmla="*/ 1027285 h 3011101"/>
                <a:gd name="connsiteX13" fmla="*/ 6169602 w 6739960"/>
                <a:gd name="connsiteY13" fmla="*/ 1442193 h 3011101"/>
                <a:gd name="connsiteX14" fmla="*/ 6323448 w 6739960"/>
                <a:gd name="connsiteY14" fmla="*/ 1104095 h 3011101"/>
                <a:gd name="connsiteX15" fmla="*/ 6469982 w 6739960"/>
                <a:gd name="connsiteY15" fmla="*/ 1431220 h 3011101"/>
                <a:gd name="connsiteX16" fmla="*/ 6461905 w 6739960"/>
                <a:gd name="connsiteY16" fmla="*/ 2209374 h 3011101"/>
                <a:gd name="connsiteX17" fmla="*/ 6345394 w 6739960"/>
                <a:gd name="connsiteY17" fmla="*/ 2581766 h 3011101"/>
                <a:gd name="connsiteX18" fmla="*/ 6271329 w 6739960"/>
                <a:gd name="connsiteY18" fmla="*/ 2898832 h 3011101"/>
                <a:gd name="connsiteX19" fmla="*/ 6739960 w 6739960"/>
                <a:gd name="connsiteY19" fmla="*/ 2897922 h 3011101"/>
                <a:gd name="connsiteX0" fmla="*/ 0 w 6739960"/>
                <a:gd name="connsiteY0" fmla="*/ 2932076 h 2932076"/>
                <a:gd name="connsiteX1" fmla="*/ 5139454 w 6739960"/>
                <a:gd name="connsiteY1" fmla="*/ 2896623 h 2932076"/>
                <a:gd name="connsiteX2" fmla="*/ 5138692 w 6739960"/>
                <a:gd name="connsiteY2" fmla="*/ 2651182 h 2932076"/>
                <a:gd name="connsiteX3" fmla="*/ 4548142 w 6739960"/>
                <a:gd name="connsiteY3" fmla="*/ 1584382 h 2932076"/>
                <a:gd name="connsiteX4" fmla="*/ 4745118 w 6739960"/>
                <a:gd name="connsiteY4" fmla="*/ 1415903 h 2932076"/>
                <a:gd name="connsiteX5" fmla="*/ 5167267 w 6739960"/>
                <a:gd name="connsiteY5" fmla="*/ 1898707 h 2932076"/>
                <a:gd name="connsiteX6" fmla="*/ 5110117 w 6739960"/>
                <a:gd name="connsiteY6" fmla="*/ 431857 h 2932076"/>
                <a:gd name="connsiteX7" fmla="*/ 5249871 w 6739960"/>
                <a:gd name="connsiteY7" fmla="*/ 0 h 2932076"/>
                <a:gd name="connsiteX8" fmla="*/ 5386342 w 6739960"/>
                <a:gd name="connsiteY8" fmla="*/ 441382 h 2932076"/>
                <a:gd name="connsiteX9" fmla="*/ 5453017 w 6739960"/>
                <a:gd name="connsiteY9" fmla="*/ 1412932 h 2932076"/>
                <a:gd name="connsiteX10" fmla="*/ 5639476 w 6739960"/>
                <a:gd name="connsiteY10" fmla="*/ 987050 h 2932076"/>
                <a:gd name="connsiteX11" fmla="*/ 5808337 w 6739960"/>
                <a:gd name="connsiteY11" fmla="*/ 1416589 h 2932076"/>
                <a:gd name="connsiteX12" fmla="*/ 5994265 w 6739960"/>
                <a:gd name="connsiteY12" fmla="*/ 1027285 h 2932076"/>
                <a:gd name="connsiteX13" fmla="*/ 6169602 w 6739960"/>
                <a:gd name="connsiteY13" fmla="*/ 1442193 h 2932076"/>
                <a:gd name="connsiteX14" fmla="*/ 6323448 w 6739960"/>
                <a:gd name="connsiteY14" fmla="*/ 1104095 h 2932076"/>
                <a:gd name="connsiteX15" fmla="*/ 6469982 w 6739960"/>
                <a:gd name="connsiteY15" fmla="*/ 1431220 h 2932076"/>
                <a:gd name="connsiteX16" fmla="*/ 6461905 w 6739960"/>
                <a:gd name="connsiteY16" fmla="*/ 2209374 h 2932076"/>
                <a:gd name="connsiteX17" fmla="*/ 6345394 w 6739960"/>
                <a:gd name="connsiteY17" fmla="*/ 2581766 h 2932076"/>
                <a:gd name="connsiteX18" fmla="*/ 6271329 w 6739960"/>
                <a:gd name="connsiteY18" fmla="*/ 2898832 h 2932076"/>
                <a:gd name="connsiteX19" fmla="*/ 6739960 w 6739960"/>
                <a:gd name="connsiteY19" fmla="*/ 2897922 h 2932076"/>
                <a:gd name="connsiteX0" fmla="*/ 0 w 6739960"/>
                <a:gd name="connsiteY0" fmla="*/ 2932076 h 2932076"/>
                <a:gd name="connsiteX1" fmla="*/ 5139454 w 6739960"/>
                <a:gd name="connsiteY1" fmla="*/ 2896623 h 2932076"/>
                <a:gd name="connsiteX2" fmla="*/ 5138692 w 6739960"/>
                <a:gd name="connsiteY2" fmla="*/ 2651182 h 2932076"/>
                <a:gd name="connsiteX3" fmla="*/ 4548142 w 6739960"/>
                <a:gd name="connsiteY3" fmla="*/ 1584382 h 2932076"/>
                <a:gd name="connsiteX4" fmla="*/ 4745118 w 6739960"/>
                <a:gd name="connsiteY4" fmla="*/ 1415903 h 2932076"/>
                <a:gd name="connsiteX5" fmla="*/ 5167267 w 6739960"/>
                <a:gd name="connsiteY5" fmla="*/ 1898707 h 2932076"/>
                <a:gd name="connsiteX6" fmla="*/ 5110117 w 6739960"/>
                <a:gd name="connsiteY6" fmla="*/ 431857 h 2932076"/>
                <a:gd name="connsiteX7" fmla="*/ 5249871 w 6739960"/>
                <a:gd name="connsiteY7" fmla="*/ 0 h 2932076"/>
                <a:gd name="connsiteX8" fmla="*/ 5386342 w 6739960"/>
                <a:gd name="connsiteY8" fmla="*/ 441382 h 2932076"/>
                <a:gd name="connsiteX9" fmla="*/ 5453017 w 6739960"/>
                <a:gd name="connsiteY9" fmla="*/ 1412932 h 2932076"/>
                <a:gd name="connsiteX10" fmla="*/ 5639476 w 6739960"/>
                <a:gd name="connsiteY10" fmla="*/ 987050 h 2932076"/>
                <a:gd name="connsiteX11" fmla="*/ 5808337 w 6739960"/>
                <a:gd name="connsiteY11" fmla="*/ 1416589 h 2932076"/>
                <a:gd name="connsiteX12" fmla="*/ 5994265 w 6739960"/>
                <a:gd name="connsiteY12" fmla="*/ 1027285 h 2932076"/>
                <a:gd name="connsiteX13" fmla="*/ 6169602 w 6739960"/>
                <a:gd name="connsiteY13" fmla="*/ 1442193 h 2932076"/>
                <a:gd name="connsiteX14" fmla="*/ 6323448 w 6739960"/>
                <a:gd name="connsiteY14" fmla="*/ 1104095 h 2932076"/>
                <a:gd name="connsiteX15" fmla="*/ 6469982 w 6739960"/>
                <a:gd name="connsiteY15" fmla="*/ 1431220 h 2932076"/>
                <a:gd name="connsiteX16" fmla="*/ 6461905 w 6739960"/>
                <a:gd name="connsiteY16" fmla="*/ 2209374 h 2932076"/>
                <a:gd name="connsiteX17" fmla="*/ 6345394 w 6739960"/>
                <a:gd name="connsiteY17" fmla="*/ 2581766 h 2932076"/>
                <a:gd name="connsiteX18" fmla="*/ 6271329 w 6739960"/>
                <a:gd name="connsiteY18" fmla="*/ 2898832 h 2932076"/>
                <a:gd name="connsiteX19" fmla="*/ 6739960 w 6739960"/>
                <a:gd name="connsiteY19" fmla="*/ 2897922 h 2932076"/>
                <a:gd name="connsiteX0" fmla="*/ 0 w 6739960"/>
                <a:gd name="connsiteY0" fmla="*/ 2932076 h 2932076"/>
                <a:gd name="connsiteX1" fmla="*/ 5278711 w 6739960"/>
                <a:gd name="connsiteY1" fmla="*/ 2896623 h 2932076"/>
                <a:gd name="connsiteX2" fmla="*/ 5138692 w 6739960"/>
                <a:gd name="connsiteY2" fmla="*/ 2651182 h 2932076"/>
                <a:gd name="connsiteX3" fmla="*/ 4548142 w 6739960"/>
                <a:gd name="connsiteY3" fmla="*/ 1584382 h 2932076"/>
                <a:gd name="connsiteX4" fmla="*/ 4745118 w 6739960"/>
                <a:gd name="connsiteY4" fmla="*/ 1415903 h 2932076"/>
                <a:gd name="connsiteX5" fmla="*/ 5167267 w 6739960"/>
                <a:gd name="connsiteY5" fmla="*/ 1898707 h 2932076"/>
                <a:gd name="connsiteX6" fmla="*/ 5110117 w 6739960"/>
                <a:gd name="connsiteY6" fmla="*/ 431857 h 2932076"/>
                <a:gd name="connsiteX7" fmla="*/ 5249871 w 6739960"/>
                <a:gd name="connsiteY7" fmla="*/ 0 h 2932076"/>
                <a:gd name="connsiteX8" fmla="*/ 5386342 w 6739960"/>
                <a:gd name="connsiteY8" fmla="*/ 441382 h 2932076"/>
                <a:gd name="connsiteX9" fmla="*/ 5453017 w 6739960"/>
                <a:gd name="connsiteY9" fmla="*/ 1412932 h 2932076"/>
                <a:gd name="connsiteX10" fmla="*/ 5639476 w 6739960"/>
                <a:gd name="connsiteY10" fmla="*/ 987050 h 2932076"/>
                <a:gd name="connsiteX11" fmla="*/ 5808337 w 6739960"/>
                <a:gd name="connsiteY11" fmla="*/ 1416589 h 2932076"/>
                <a:gd name="connsiteX12" fmla="*/ 5994265 w 6739960"/>
                <a:gd name="connsiteY12" fmla="*/ 1027285 h 2932076"/>
                <a:gd name="connsiteX13" fmla="*/ 6169602 w 6739960"/>
                <a:gd name="connsiteY13" fmla="*/ 1442193 h 2932076"/>
                <a:gd name="connsiteX14" fmla="*/ 6323448 w 6739960"/>
                <a:gd name="connsiteY14" fmla="*/ 1104095 h 2932076"/>
                <a:gd name="connsiteX15" fmla="*/ 6469982 w 6739960"/>
                <a:gd name="connsiteY15" fmla="*/ 1431220 h 2932076"/>
                <a:gd name="connsiteX16" fmla="*/ 6461905 w 6739960"/>
                <a:gd name="connsiteY16" fmla="*/ 2209374 h 2932076"/>
                <a:gd name="connsiteX17" fmla="*/ 6345394 w 6739960"/>
                <a:gd name="connsiteY17" fmla="*/ 2581766 h 2932076"/>
                <a:gd name="connsiteX18" fmla="*/ 6271329 w 6739960"/>
                <a:gd name="connsiteY18" fmla="*/ 2898832 h 2932076"/>
                <a:gd name="connsiteX19" fmla="*/ 6739960 w 6739960"/>
                <a:gd name="connsiteY19" fmla="*/ 2897922 h 2932076"/>
                <a:gd name="connsiteX0" fmla="*/ 0 w 6739960"/>
                <a:gd name="connsiteY0" fmla="*/ 2932076 h 2932076"/>
                <a:gd name="connsiteX1" fmla="*/ 5278711 w 6739960"/>
                <a:gd name="connsiteY1" fmla="*/ 2896623 h 2932076"/>
                <a:gd name="connsiteX2" fmla="*/ 5138692 w 6739960"/>
                <a:gd name="connsiteY2" fmla="*/ 2651182 h 2932076"/>
                <a:gd name="connsiteX3" fmla="*/ 4548142 w 6739960"/>
                <a:gd name="connsiteY3" fmla="*/ 1584382 h 2932076"/>
                <a:gd name="connsiteX4" fmla="*/ 4745118 w 6739960"/>
                <a:gd name="connsiteY4" fmla="*/ 1415903 h 2932076"/>
                <a:gd name="connsiteX5" fmla="*/ 5167267 w 6739960"/>
                <a:gd name="connsiteY5" fmla="*/ 1898707 h 2932076"/>
                <a:gd name="connsiteX6" fmla="*/ 5110117 w 6739960"/>
                <a:gd name="connsiteY6" fmla="*/ 431857 h 2932076"/>
                <a:gd name="connsiteX7" fmla="*/ 5249871 w 6739960"/>
                <a:gd name="connsiteY7" fmla="*/ 0 h 2932076"/>
                <a:gd name="connsiteX8" fmla="*/ 5386342 w 6739960"/>
                <a:gd name="connsiteY8" fmla="*/ 441382 h 2932076"/>
                <a:gd name="connsiteX9" fmla="*/ 5453017 w 6739960"/>
                <a:gd name="connsiteY9" fmla="*/ 1412932 h 2932076"/>
                <a:gd name="connsiteX10" fmla="*/ 5639476 w 6739960"/>
                <a:gd name="connsiteY10" fmla="*/ 987050 h 2932076"/>
                <a:gd name="connsiteX11" fmla="*/ 5808337 w 6739960"/>
                <a:gd name="connsiteY11" fmla="*/ 1416589 h 2932076"/>
                <a:gd name="connsiteX12" fmla="*/ 5994265 w 6739960"/>
                <a:gd name="connsiteY12" fmla="*/ 1027285 h 2932076"/>
                <a:gd name="connsiteX13" fmla="*/ 6169602 w 6739960"/>
                <a:gd name="connsiteY13" fmla="*/ 1442193 h 2932076"/>
                <a:gd name="connsiteX14" fmla="*/ 6323448 w 6739960"/>
                <a:gd name="connsiteY14" fmla="*/ 1104095 h 2932076"/>
                <a:gd name="connsiteX15" fmla="*/ 6469982 w 6739960"/>
                <a:gd name="connsiteY15" fmla="*/ 1431220 h 2932076"/>
                <a:gd name="connsiteX16" fmla="*/ 6461905 w 6739960"/>
                <a:gd name="connsiteY16" fmla="*/ 2209374 h 2932076"/>
                <a:gd name="connsiteX17" fmla="*/ 6345394 w 6739960"/>
                <a:gd name="connsiteY17" fmla="*/ 2581766 h 2932076"/>
                <a:gd name="connsiteX18" fmla="*/ 6271329 w 6739960"/>
                <a:gd name="connsiteY18" fmla="*/ 2898832 h 2932076"/>
                <a:gd name="connsiteX19" fmla="*/ 6739960 w 6739960"/>
                <a:gd name="connsiteY19" fmla="*/ 2897922 h 2932076"/>
                <a:gd name="connsiteX0" fmla="*/ 0 w 6504294"/>
                <a:gd name="connsiteY0" fmla="*/ 2926720 h 2926720"/>
                <a:gd name="connsiteX1" fmla="*/ 5043045 w 6504294"/>
                <a:gd name="connsiteY1" fmla="*/ 2896623 h 2926720"/>
                <a:gd name="connsiteX2" fmla="*/ 4903026 w 6504294"/>
                <a:gd name="connsiteY2" fmla="*/ 2651182 h 2926720"/>
                <a:gd name="connsiteX3" fmla="*/ 4312476 w 6504294"/>
                <a:gd name="connsiteY3" fmla="*/ 1584382 h 2926720"/>
                <a:gd name="connsiteX4" fmla="*/ 4509452 w 6504294"/>
                <a:gd name="connsiteY4" fmla="*/ 1415903 h 2926720"/>
                <a:gd name="connsiteX5" fmla="*/ 4931601 w 6504294"/>
                <a:gd name="connsiteY5" fmla="*/ 1898707 h 2926720"/>
                <a:gd name="connsiteX6" fmla="*/ 4874451 w 6504294"/>
                <a:gd name="connsiteY6" fmla="*/ 431857 h 2926720"/>
                <a:gd name="connsiteX7" fmla="*/ 5014205 w 6504294"/>
                <a:gd name="connsiteY7" fmla="*/ 0 h 2926720"/>
                <a:gd name="connsiteX8" fmla="*/ 5150676 w 6504294"/>
                <a:gd name="connsiteY8" fmla="*/ 441382 h 2926720"/>
                <a:gd name="connsiteX9" fmla="*/ 5217351 w 6504294"/>
                <a:gd name="connsiteY9" fmla="*/ 1412932 h 2926720"/>
                <a:gd name="connsiteX10" fmla="*/ 5403810 w 6504294"/>
                <a:gd name="connsiteY10" fmla="*/ 987050 h 2926720"/>
                <a:gd name="connsiteX11" fmla="*/ 5572671 w 6504294"/>
                <a:gd name="connsiteY11" fmla="*/ 1416589 h 2926720"/>
                <a:gd name="connsiteX12" fmla="*/ 5758599 w 6504294"/>
                <a:gd name="connsiteY12" fmla="*/ 1027285 h 2926720"/>
                <a:gd name="connsiteX13" fmla="*/ 5933936 w 6504294"/>
                <a:gd name="connsiteY13" fmla="*/ 1442193 h 2926720"/>
                <a:gd name="connsiteX14" fmla="*/ 6087782 w 6504294"/>
                <a:gd name="connsiteY14" fmla="*/ 1104095 h 2926720"/>
                <a:gd name="connsiteX15" fmla="*/ 6234316 w 6504294"/>
                <a:gd name="connsiteY15" fmla="*/ 1431220 h 2926720"/>
                <a:gd name="connsiteX16" fmla="*/ 6226239 w 6504294"/>
                <a:gd name="connsiteY16" fmla="*/ 2209374 h 2926720"/>
                <a:gd name="connsiteX17" fmla="*/ 6109728 w 6504294"/>
                <a:gd name="connsiteY17" fmla="*/ 2581766 h 2926720"/>
                <a:gd name="connsiteX18" fmla="*/ 6035663 w 6504294"/>
                <a:gd name="connsiteY18" fmla="*/ 2898832 h 2926720"/>
                <a:gd name="connsiteX19" fmla="*/ 6504294 w 6504294"/>
                <a:gd name="connsiteY19" fmla="*/ 2897922 h 2926720"/>
                <a:gd name="connsiteX0" fmla="*/ 0 w 6691756"/>
                <a:gd name="connsiteY0" fmla="*/ 2926720 h 2926720"/>
                <a:gd name="connsiteX1" fmla="*/ 5043045 w 6691756"/>
                <a:gd name="connsiteY1" fmla="*/ 2896623 h 2926720"/>
                <a:gd name="connsiteX2" fmla="*/ 4903026 w 6691756"/>
                <a:gd name="connsiteY2" fmla="*/ 2651182 h 2926720"/>
                <a:gd name="connsiteX3" fmla="*/ 4312476 w 6691756"/>
                <a:gd name="connsiteY3" fmla="*/ 1584382 h 2926720"/>
                <a:gd name="connsiteX4" fmla="*/ 4509452 w 6691756"/>
                <a:gd name="connsiteY4" fmla="*/ 1415903 h 2926720"/>
                <a:gd name="connsiteX5" fmla="*/ 4931601 w 6691756"/>
                <a:gd name="connsiteY5" fmla="*/ 1898707 h 2926720"/>
                <a:gd name="connsiteX6" fmla="*/ 4874451 w 6691756"/>
                <a:gd name="connsiteY6" fmla="*/ 431857 h 2926720"/>
                <a:gd name="connsiteX7" fmla="*/ 5014205 w 6691756"/>
                <a:gd name="connsiteY7" fmla="*/ 0 h 2926720"/>
                <a:gd name="connsiteX8" fmla="*/ 5150676 w 6691756"/>
                <a:gd name="connsiteY8" fmla="*/ 441382 h 2926720"/>
                <a:gd name="connsiteX9" fmla="*/ 5217351 w 6691756"/>
                <a:gd name="connsiteY9" fmla="*/ 1412932 h 2926720"/>
                <a:gd name="connsiteX10" fmla="*/ 5403810 w 6691756"/>
                <a:gd name="connsiteY10" fmla="*/ 987050 h 2926720"/>
                <a:gd name="connsiteX11" fmla="*/ 5572671 w 6691756"/>
                <a:gd name="connsiteY11" fmla="*/ 1416589 h 2926720"/>
                <a:gd name="connsiteX12" fmla="*/ 5758599 w 6691756"/>
                <a:gd name="connsiteY12" fmla="*/ 1027285 h 2926720"/>
                <a:gd name="connsiteX13" fmla="*/ 5933936 w 6691756"/>
                <a:gd name="connsiteY13" fmla="*/ 1442193 h 2926720"/>
                <a:gd name="connsiteX14" fmla="*/ 6087782 w 6691756"/>
                <a:gd name="connsiteY14" fmla="*/ 1104095 h 2926720"/>
                <a:gd name="connsiteX15" fmla="*/ 6234316 w 6691756"/>
                <a:gd name="connsiteY15" fmla="*/ 1431220 h 2926720"/>
                <a:gd name="connsiteX16" fmla="*/ 6226239 w 6691756"/>
                <a:gd name="connsiteY16" fmla="*/ 2209374 h 2926720"/>
                <a:gd name="connsiteX17" fmla="*/ 6109728 w 6691756"/>
                <a:gd name="connsiteY17" fmla="*/ 2581766 h 2926720"/>
                <a:gd name="connsiteX18" fmla="*/ 6035663 w 6691756"/>
                <a:gd name="connsiteY18" fmla="*/ 2898832 h 2926720"/>
                <a:gd name="connsiteX19" fmla="*/ 6691756 w 6691756"/>
                <a:gd name="connsiteY19" fmla="*/ 2897922 h 2926720"/>
                <a:gd name="connsiteX0" fmla="*/ 0 w 6691756"/>
                <a:gd name="connsiteY0" fmla="*/ 2926720 h 2926720"/>
                <a:gd name="connsiteX1" fmla="*/ 5043045 w 6691756"/>
                <a:gd name="connsiteY1" fmla="*/ 2917545 h 2926720"/>
                <a:gd name="connsiteX2" fmla="*/ 4903026 w 6691756"/>
                <a:gd name="connsiteY2" fmla="*/ 2651182 h 2926720"/>
                <a:gd name="connsiteX3" fmla="*/ 4312476 w 6691756"/>
                <a:gd name="connsiteY3" fmla="*/ 1584382 h 2926720"/>
                <a:gd name="connsiteX4" fmla="*/ 4509452 w 6691756"/>
                <a:gd name="connsiteY4" fmla="*/ 1415903 h 2926720"/>
                <a:gd name="connsiteX5" fmla="*/ 4931601 w 6691756"/>
                <a:gd name="connsiteY5" fmla="*/ 1898707 h 2926720"/>
                <a:gd name="connsiteX6" fmla="*/ 4874451 w 6691756"/>
                <a:gd name="connsiteY6" fmla="*/ 431857 h 2926720"/>
                <a:gd name="connsiteX7" fmla="*/ 5014205 w 6691756"/>
                <a:gd name="connsiteY7" fmla="*/ 0 h 2926720"/>
                <a:gd name="connsiteX8" fmla="*/ 5150676 w 6691756"/>
                <a:gd name="connsiteY8" fmla="*/ 441382 h 2926720"/>
                <a:gd name="connsiteX9" fmla="*/ 5217351 w 6691756"/>
                <a:gd name="connsiteY9" fmla="*/ 1412932 h 2926720"/>
                <a:gd name="connsiteX10" fmla="*/ 5403810 w 6691756"/>
                <a:gd name="connsiteY10" fmla="*/ 987050 h 2926720"/>
                <a:gd name="connsiteX11" fmla="*/ 5572671 w 6691756"/>
                <a:gd name="connsiteY11" fmla="*/ 1416589 h 2926720"/>
                <a:gd name="connsiteX12" fmla="*/ 5758599 w 6691756"/>
                <a:gd name="connsiteY12" fmla="*/ 1027285 h 2926720"/>
                <a:gd name="connsiteX13" fmla="*/ 5933936 w 6691756"/>
                <a:gd name="connsiteY13" fmla="*/ 1442193 h 2926720"/>
                <a:gd name="connsiteX14" fmla="*/ 6087782 w 6691756"/>
                <a:gd name="connsiteY14" fmla="*/ 1104095 h 2926720"/>
                <a:gd name="connsiteX15" fmla="*/ 6234316 w 6691756"/>
                <a:gd name="connsiteY15" fmla="*/ 1431220 h 2926720"/>
                <a:gd name="connsiteX16" fmla="*/ 6226239 w 6691756"/>
                <a:gd name="connsiteY16" fmla="*/ 2209374 h 2926720"/>
                <a:gd name="connsiteX17" fmla="*/ 6109728 w 6691756"/>
                <a:gd name="connsiteY17" fmla="*/ 2581766 h 2926720"/>
                <a:gd name="connsiteX18" fmla="*/ 6035663 w 6691756"/>
                <a:gd name="connsiteY18" fmla="*/ 2898832 h 2926720"/>
                <a:gd name="connsiteX19" fmla="*/ 6691756 w 6691756"/>
                <a:gd name="connsiteY19" fmla="*/ 2897922 h 2926720"/>
                <a:gd name="connsiteX0" fmla="*/ 0 w 6691756"/>
                <a:gd name="connsiteY0" fmla="*/ 2926720 h 2926720"/>
                <a:gd name="connsiteX1" fmla="*/ 5056993 w 6691756"/>
                <a:gd name="connsiteY1" fmla="*/ 2910571 h 2926720"/>
                <a:gd name="connsiteX2" fmla="*/ 4903026 w 6691756"/>
                <a:gd name="connsiteY2" fmla="*/ 2651182 h 2926720"/>
                <a:gd name="connsiteX3" fmla="*/ 4312476 w 6691756"/>
                <a:gd name="connsiteY3" fmla="*/ 1584382 h 2926720"/>
                <a:gd name="connsiteX4" fmla="*/ 4509452 w 6691756"/>
                <a:gd name="connsiteY4" fmla="*/ 1415903 h 2926720"/>
                <a:gd name="connsiteX5" fmla="*/ 4931601 w 6691756"/>
                <a:gd name="connsiteY5" fmla="*/ 1898707 h 2926720"/>
                <a:gd name="connsiteX6" fmla="*/ 4874451 w 6691756"/>
                <a:gd name="connsiteY6" fmla="*/ 431857 h 2926720"/>
                <a:gd name="connsiteX7" fmla="*/ 5014205 w 6691756"/>
                <a:gd name="connsiteY7" fmla="*/ 0 h 2926720"/>
                <a:gd name="connsiteX8" fmla="*/ 5150676 w 6691756"/>
                <a:gd name="connsiteY8" fmla="*/ 441382 h 2926720"/>
                <a:gd name="connsiteX9" fmla="*/ 5217351 w 6691756"/>
                <a:gd name="connsiteY9" fmla="*/ 1412932 h 2926720"/>
                <a:gd name="connsiteX10" fmla="*/ 5403810 w 6691756"/>
                <a:gd name="connsiteY10" fmla="*/ 987050 h 2926720"/>
                <a:gd name="connsiteX11" fmla="*/ 5572671 w 6691756"/>
                <a:gd name="connsiteY11" fmla="*/ 1416589 h 2926720"/>
                <a:gd name="connsiteX12" fmla="*/ 5758599 w 6691756"/>
                <a:gd name="connsiteY12" fmla="*/ 1027285 h 2926720"/>
                <a:gd name="connsiteX13" fmla="*/ 5933936 w 6691756"/>
                <a:gd name="connsiteY13" fmla="*/ 1442193 h 2926720"/>
                <a:gd name="connsiteX14" fmla="*/ 6087782 w 6691756"/>
                <a:gd name="connsiteY14" fmla="*/ 1104095 h 2926720"/>
                <a:gd name="connsiteX15" fmla="*/ 6234316 w 6691756"/>
                <a:gd name="connsiteY15" fmla="*/ 1431220 h 2926720"/>
                <a:gd name="connsiteX16" fmla="*/ 6226239 w 6691756"/>
                <a:gd name="connsiteY16" fmla="*/ 2209374 h 2926720"/>
                <a:gd name="connsiteX17" fmla="*/ 6109728 w 6691756"/>
                <a:gd name="connsiteY17" fmla="*/ 2581766 h 2926720"/>
                <a:gd name="connsiteX18" fmla="*/ 6035663 w 6691756"/>
                <a:gd name="connsiteY18" fmla="*/ 2898832 h 2926720"/>
                <a:gd name="connsiteX19" fmla="*/ 6691756 w 6691756"/>
                <a:gd name="connsiteY19" fmla="*/ 2897922 h 2926720"/>
                <a:gd name="connsiteX0" fmla="*/ 0 w 6691756"/>
                <a:gd name="connsiteY0" fmla="*/ 2926720 h 2927671"/>
                <a:gd name="connsiteX1" fmla="*/ 5056993 w 6691756"/>
                <a:gd name="connsiteY1" fmla="*/ 2924519 h 2927671"/>
                <a:gd name="connsiteX2" fmla="*/ 4903026 w 6691756"/>
                <a:gd name="connsiteY2" fmla="*/ 2651182 h 2927671"/>
                <a:gd name="connsiteX3" fmla="*/ 4312476 w 6691756"/>
                <a:gd name="connsiteY3" fmla="*/ 1584382 h 2927671"/>
                <a:gd name="connsiteX4" fmla="*/ 4509452 w 6691756"/>
                <a:gd name="connsiteY4" fmla="*/ 1415903 h 2927671"/>
                <a:gd name="connsiteX5" fmla="*/ 4931601 w 6691756"/>
                <a:gd name="connsiteY5" fmla="*/ 1898707 h 2927671"/>
                <a:gd name="connsiteX6" fmla="*/ 4874451 w 6691756"/>
                <a:gd name="connsiteY6" fmla="*/ 431857 h 2927671"/>
                <a:gd name="connsiteX7" fmla="*/ 5014205 w 6691756"/>
                <a:gd name="connsiteY7" fmla="*/ 0 h 2927671"/>
                <a:gd name="connsiteX8" fmla="*/ 5150676 w 6691756"/>
                <a:gd name="connsiteY8" fmla="*/ 441382 h 2927671"/>
                <a:gd name="connsiteX9" fmla="*/ 5217351 w 6691756"/>
                <a:gd name="connsiteY9" fmla="*/ 1412932 h 2927671"/>
                <a:gd name="connsiteX10" fmla="*/ 5403810 w 6691756"/>
                <a:gd name="connsiteY10" fmla="*/ 987050 h 2927671"/>
                <a:gd name="connsiteX11" fmla="*/ 5572671 w 6691756"/>
                <a:gd name="connsiteY11" fmla="*/ 1416589 h 2927671"/>
                <a:gd name="connsiteX12" fmla="*/ 5758599 w 6691756"/>
                <a:gd name="connsiteY12" fmla="*/ 1027285 h 2927671"/>
                <a:gd name="connsiteX13" fmla="*/ 5933936 w 6691756"/>
                <a:gd name="connsiteY13" fmla="*/ 1442193 h 2927671"/>
                <a:gd name="connsiteX14" fmla="*/ 6087782 w 6691756"/>
                <a:gd name="connsiteY14" fmla="*/ 1104095 h 2927671"/>
                <a:gd name="connsiteX15" fmla="*/ 6234316 w 6691756"/>
                <a:gd name="connsiteY15" fmla="*/ 1431220 h 2927671"/>
                <a:gd name="connsiteX16" fmla="*/ 6226239 w 6691756"/>
                <a:gd name="connsiteY16" fmla="*/ 2209374 h 2927671"/>
                <a:gd name="connsiteX17" fmla="*/ 6109728 w 6691756"/>
                <a:gd name="connsiteY17" fmla="*/ 2581766 h 2927671"/>
                <a:gd name="connsiteX18" fmla="*/ 6035663 w 6691756"/>
                <a:gd name="connsiteY18" fmla="*/ 2898832 h 2927671"/>
                <a:gd name="connsiteX19" fmla="*/ 6691756 w 6691756"/>
                <a:gd name="connsiteY19" fmla="*/ 2897922 h 2927671"/>
                <a:gd name="connsiteX0" fmla="*/ 0 w 6691756"/>
                <a:gd name="connsiteY0" fmla="*/ 2926720 h 2927671"/>
                <a:gd name="connsiteX1" fmla="*/ 5056993 w 6691756"/>
                <a:gd name="connsiteY1" fmla="*/ 2924519 h 2927671"/>
                <a:gd name="connsiteX2" fmla="*/ 4903026 w 6691756"/>
                <a:gd name="connsiteY2" fmla="*/ 2651182 h 2927671"/>
                <a:gd name="connsiteX3" fmla="*/ 4312476 w 6691756"/>
                <a:gd name="connsiteY3" fmla="*/ 1584382 h 2927671"/>
                <a:gd name="connsiteX4" fmla="*/ 4509452 w 6691756"/>
                <a:gd name="connsiteY4" fmla="*/ 1415903 h 2927671"/>
                <a:gd name="connsiteX5" fmla="*/ 4931601 w 6691756"/>
                <a:gd name="connsiteY5" fmla="*/ 1898707 h 2927671"/>
                <a:gd name="connsiteX6" fmla="*/ 4874451 w 6691756"/>
                <a:gd name="connsiteY6" fmla="*/ 431857 h 2927671"/>
                <a:gd name="connsiteX7" fmla="*/ 5014205 w 6691756"/>
                <a:gd name="connsiteY7" fmla="*/ 0 h 2927671"/>
                <a:gd name="connsiteX8" fmla="*/ 5150676 w 6691756"/>
                <a:gd name="connsiteY8" fmla="*/ 441382 h 2927671"/>
                <a:gd name="connsiteX9" fmla="*/ 5217351 w 6691756"/>
                <a:gd name="connsiteY9" fmla="*/ 1412932 h 2927671"/>
                <a:gd name="connsiteX10" fmla="*/ 5403810 w 6691756"/>
                <a:gd name="connsiteY10" fmla="*/ 987050 h 2927671"/>
                <a:gd name="connsiteX11" fmla="*/ 5572671 w 6691756"/>
                <a:gd name="connsiteY11" fmla="*/ 1416589 h 2927671"/>
                <a:gd name="connsiteX12" fmla="*/ 5758599 w 6691756"/>
                <a:gd name="connsiteY12" fmla="*/ 1027285 h 2927671"/>
                <a:gd name="connsiteX13" fmla="*/ 5933936 w 6691756"/>
                <a:gd name="connsiteY13" fmla="*/ 1442193 h 2927671"/>
                <a:gd name="connsiteX14" fmla="*/ 6087782 w 6691756"/>
                <a:gd name="connsiteY14" fmla="*/ 1104095 h 2927671"/>
                <a:gd name="connsiteX15" fmla="*/ 6234316 w 6691756"/>
                <a:gd name="connsiteY15" fmla="*/ 1431220 h 2927671"/>
                <a:gd name="connsiteX16" fmla="*/ 6226239 w 6691756"/>
                <a:gd name="connsiteY16" fmla="*/ 2209374 h 2927671"/>
                <a:gd name="connsiteX17" fmla="*/ 6109728 w 6691756"/>
                <a:gd name="connsiteY17" fmla="*/ 2581766 h 2927671"/>
                <a:gd name="connsiteX18" fmla="*/ 6035663 w 6691756"/>
                <a:gd name="connsiteY18" fmla="*/ 2912780 h 2927671"/>
                <a:gd name="connsiteX19" fmla="*/ 6691756 w 6691756"/>
                <a:gd name="connsiteY19" fmla="*/ 2897922 h 2927671"/>
                <a:gd name="connsiteX0" fmla="*/ 0 w 6698730"/>
                <a:gd name="connsiteY0" fmla="*/ 2926720 h 2927671"/>
                <a:gd name="connsiteX1" fmla="*/ 5056993 w 6698730"/>
                <a:gd name="connsiteY1" fmla="*/ 2924519 h 2927671"/>
                <a:gd name="connsiteX2" fmla="*/ 4903026 w 6698730"/>
                <a:gd name="connsiteY2" fmla="*/ 2651182 h 2927671"/>
                <a:gd name="connsiteX3" fmla="*/ 4312476 w 6698730"/>
                <a:gd name="connsiteY3" fmla="*/ 1584382 h 2927671"/>
                <a:gd name="connsiteX4" fmla="*/ 4509452 w 6698730"/>
                <a:gd name="connsiteY4" fmla="*/ 1415903 h 2927671"/>
                <a:gd name="connsiteX5" fmla="*/ 4931601 w 6698730"/>
                <a:gd name="connsiteY5" fmla="*/ 1898707 h 2927671"/>
                <a:gd name="connsiteX6" fmla="*/ 4874451 w 6698730"/>
                <a:gd name="connsiteY6" fmla="*/ 431857 h 2927671"/>
                <a:gd name="connsiteX7" fmla="*/ 5014205 w 6698730"/>
                <a:gd name="connsiteY7" fmla="*/ 0 h 2927671"/>
                <a:gd name="connsiteX8" fmla="*/ 5150676 w 6698730"/>
                <a:gd name="connsiteY8" fmla="*/ 441382 h 2927671"/>
                <a:gd name="connsiteX9" fmla="*/ 5217351 w 6698730"/>
                <a:gd name="connsiteY9" fmla="*/ 1412932 h 2927671"/>
                <a:gd name="connsiteX10" fmla="*/ 5403810 w 6698730"/>
                <a:gd name="connsiteY10" fmla="*/ 987050 h 2927671"/>
                <a:gd name="connsiteX11" fmla="*/ 5572671 w 6698730"/>
                <a:gd name="connsiteY11" fmla="*/ 1416589 h 2927671"/>
                <a:gd name="connsiteX12" fmla="*/ 5758599 w 6698730"/>
                <a:gd name="connsiteY12" fmla="*/ 1027285 h 2927671"/>
                <a:gd name="connsiteX13" fmla="*/ 5933936 w 6698730"/>
                <a:gd name="connsiteY13" fmla="*/ 1442193 h 2927671"/>
                <a:gd name="connsiteX14" fmla="*/ 6087782 w 6698730"/>
                <a:gd name="connsiteY14" fmla="*/ 1104095 h 2927671"/>
                <a:gd name="connsiteX15" fmla="*/ 6234316 w 6698730"/>
                <a:gd name="connsiteY15" fmla="*/ 1431220 h 2927671"/>
                <a:gd name="connsiteX16" fmla="*/ 6226239 w 6698730"/>
                <a:gd name="connsiteY16" fmla="*/ 2209374 h 2927671"/>
                <a:gd name="connsiteX17" fmla="*/ 6109728 w 6698730"/>
                <a:gd name="connsiteY17" fmla="*/ 2581766 h 2927671"/>
                <a:gd name="connsiteX18" fmla="*/ 6035663 w 6698730"/>
                <a:gd name="connsiteY18" fmla="*/ 2912780 h 2927671"/>
                <a:gd name="connsiteX19" fmla="*/ 6698730 w 6698730"/>
                <a:gd name="connsiteY19" fmla="*/ 2918844 h 2927671"/>
                <a:gd name="connsiteX0" fmla="*/ 0 w 6698730"/>
                <a:gd name="connsiteY0" fmla="*/ 2926720 h 2940676"/>
                <a:gd name="connsiteX1" fmla="*/ 5056993 w 6698730"/>
                <a:gd name="connsiteY1" fmla="*/ 2924519 h 2940676"/>
                <a:gd name="connsiteX2" fmla="*/ 4903026 w 6698730"/>
                <a:gd name="connsiteY2" fmla="*/ 2651182 h 2940676"/>
                <a:gd name="connsiteX3" fmla="*/ 4312476 w 6698730"/>
                <a:gd name="connsiteY3" fmla="*/ 1584382 h 2940676"/>
                <a:gd name="connsiteX4" fmla="*/ 4509452 w 6698730"/>
                <a:gd name="connsiteY4" fmla="*/ 1415903 h 2940676"/>
                <a:gd name="connsiteX5" fmla="*/ 4931601 w 6698730"/>
                <a:gd name="connsiteY5" fmla="*/ 1898707 h 2940676"/>
                <a:gd name="connsiteX6" fmla="*/ 4874451 w 6698730"/>
                <a:gd name="connsiteY6" fmla="*/ 431857 h 2940676"/>
                <a:gd name="connsiteX7" fmla="*/ 5014205 w 6698730"/>
                <a:gd name="connsiteY7" fmla="*/ 0 h 2940676"/>
                <a:gd name="connsiteX8" fmla="*/ 5150676 w 6698730"/>
                <a:gd name="connsiteY8" fmla="*/ 441382 h 2940676"/>
                <a:gd name="connsiteX9" fmla="*/ 5217351 w 6698730"/>
                <a:gd name="connsiteY9" fmla="*/ 1412932 h 2940676"/>
                <a:gd name="connsiteX10" fmla="*/ 5403810 w 6698730"/>
                <a:gd name="connsiteY10" fmla="*/ 987050 h 2940676"/>
                <a:gd name="connsiteX11" fmla="*/ 5572671 w 6698730"/>
                <a:gd name="connsiteY11" fmla="*/ 1416589 h 2940676"/>
                <a:gd name="connsiteX12" fmla="*/ 5758599 w 6698730"/>
                <a:gd name="connsiteY12" fmla="*/ 1027285 h 2940676"/>
                <a:gd name="connsiteX13" fmla="*/ 5933936 w 6698730"/>
                <a:gd name="connsiteY13" fmla="*/ 1442193 h 2940676"/>
                <a:gd name="connsiteX14" fmla="*/ 6087782 w 6698730"/>
                <a:gd name="connsiteY14" fmla="*/ 1104095 h 2940676"/>
                <a:gd name="connsiteX15" fmla="*/ 6234316 w 6698730"/>
                <a:gd name="connsiteY15" fmla="*/ 1431220 h 2940676"/>
                <a:gd name="connsiteX16" fmla="*/ 6226239 w 6698730"/>
                <a:gd name="connsiteY16" fmla="*/ 2209374 h 2940676"/>
                <a:gd name="connsiteX17" fmla="*/ 6109728 w 6698730"/>
                <a:gd name="connsiteY17" fmla="*/ 2581766 h 2940676"/>
                <a:gd name="connsiteX18" fmla="*/ 6042637 w 6698730"/>
                <a:gd name="connsiteY18" fmla="*/ 2940676 h 2940676"/>
                <a:gd name="connsiteX19" fmla="*/ 6698730 w 6698730"/>
                <a:gd name="connsiteY19" fmla="*/ 2918844 h 2940676"/>
                <a:gd name="connsiteX0" fmla="*/ 0 w 6705704"/>
                <a:gd name="connsiteY0" fmla="*/ 2926720 h 2940676"/>
                <a:gd name="connsiteX1" fmla="*/ 5056993 w 6705704"/>
                <a:gd name="connsiteY1" fmla="*/ 2924519 h 2940676"/>
                <a:gd name="connsiteX2" fmla="*/ 4903026 w 6705704"/>
                <a:gd name="connsiteY2" fmla="*/ 2651182 h 2940676"/>
                <a:gd name="connsiteX3" fmla="*/ 4312476 w 6705704"/>
                <a:gd name="connsiteY3" fmla="*/ 1584382 h 2940676"/>
                <a:gd name="connsiteX4" fmla="*/ 4509452 w 6705704"/>
                <a:gd name="connsiteY4" fmla="*/ 1415903 h 2940676"/>
                <a:gd name="connsiteX5" fmla="*/ 4931601 w 6705704"/>
                <a:gd name="connsiteY5" fmla="*/ 1898707 h 2940676"/>
                <a:gd name="connsiteX6" fmla="*/ 4874451 w 6705704"/>
                <a:gd name="connsiteY6" fmla="*/ 431857 h 2940676"/>
                <a:gd name="connsiteX7" fmla="*/ 5014205 w 6705704"/>
                <a:gd name="connsiteY7" fmla="*/ 0 h 2940676"/>
                <a:gd name="connsiteX8" fmla="*/ 5150676 w 6705704"/>
                <a:gd name="connsiteY8" fmla="*/ 441382 h 2940676"/>
                <a:gd name="connsiteX9" fmla="*/ 5217351 w 6705704"/>
                <a:gd name="connsiteY9" fmla="*/ 1412932 h 2940676"/>
                <a:gd name="connsiteX10" fmla="*/ 5403810 w 6705704"/>
                <a:gd name="connsiteY10" fmla="*/ 987050 h 2940676"/>
                <a:gd name="connsiteX11" fmla="*/ 5572671 w 6705704"/>
                <a:gd name="connsiteY11" fmla="*/ 1416589 h 2940676"/>
                <a:gd name="connsiteX12" fmla="*/ 5758599 w 6705704"/>
                <a:gd name="connsiteY12" fmla="*/ 1027285 h 2940676"/>
                <a:gd name="connsiteX13" fmla="*/ 5933936 w 6705704"/>
                <a:gd name="connsiteY13" fmla="*/ 1442193 h 2940676"/>
                <a:gd name="connsiteX14" fmla="*/ 6087782 w 6705704"/>
                <a:gd name="connsiteY14" fmla="*/ 1104095 h 2940676"/>
                <a:gd name="connsiteX15" fmla="*/ 6234316 w 6705704"/>
                <a:gd name="connsiteY15" fmla="*/ 1431220 h 2940676"/>
                <a:gd name="connsiteX16" fmla="*/ 6226239 w 6705704"/>
                <a:gd name="connsiteY16" fmla="*/ 2209374 h 2940676"/>
                <a:gd name="connsiteX17" fmla="*/ 6109728 w 6705704"/>
                <a:gd name="connsiteY17" fmla="*/ 2581766 h 2940676"/>
                <a:gd name="connsiteX18" fmla="*/ 6042637 w 6705704"/>
                <a:gd name="connsiteY18" fmla="*/ 2940676 h 2940676"/>
                <a:gd name="connsiteX19" fmla="*/ 6705704 w 6705704"/>
                <a:gd name="connsiteY19" fmla="*/ 2939766 h 2940676"/>
                <a:gd name="connsiteX0" fmla="*/ 0 w 6705704"/>
                <a:gd name="connsiteY0" fmla="*/ 2926720 h 2940676"/>
                <a:gd name="connsiteX1" fmla="*/ 5050019 w 6705704"/>
                <a:gd name="connsiteY1" fmla="*/ 2931493 h 2940676"/>
                <a:gd name="connsiteX2" fmla="*/ 4903026 w 6705704"/>
                <a:gd name="connsiteY2" fmla="*/ 2651182 h 2940676"/>
                <a:gd name="connsiteX3" fmla="*/ 4312476 w 6705704"/>
                <a:gd name="connsiteY3" fmla="*/ 1584382 h 2940676"/>
                <a:gd name="connsiteX4" fmla="*/ 4509452 w 6705704"/>
                <a:gd name="connsiteY4" fmla="*/ 1415903 h 2940676"/>
                <a:gd name="connsiteX5" fmla="*/ 4931601 w 6705704"/>
                <a:gd name="connsiteY5" fmla="*/ 1898707 h 2940676"/>
                <a:gd name="connsiteX6" fmla="*/ 4874451 w 6705704"/>
                <a:gd name="connsiteY6" fmla="*/ 431857 h 2940676"/>
                <a:gd name="connsiteX7" fmla="*/ 5014205 w 6705704"/>
                <a:gd name="connsiteY7" fmla="*/ 0 h 2940676"/>
                <a:gd name="connsiteX8" fmla="*/ 5150676 w 6705704"/>
                <a:gd name="connsiteY8" fmla="*/ 441382 h 2940676"/>
                <a:gd name="connsiteX9" fmla="*/ 5217351 w 6705704"/>
                <a:gd name="connsiteY9" fmla="*/ 1412932 h 2940676"/>
                <a:gd name="connsiteX10" fmla="*/ 5403810 w 6705704"/>
                <a:gd name="connsiteY10" fmla="*/ 987050 h 2940676"/>
                <a:gd name="connsiteX11" fmla="*/ 5572671 w 6705704"/>
                <a:gd name="connsiteY11" fmla="*/ 1416589 h 2940676"/>
                <a:gd name="connsiteX12" fmla="*/ 5758599 w 6705704"/>
                <a:gd name="connsiteY12" fmla="*/ 1027285 h 2940676"/>
                <a:gd name="connsiteX13" fmla="*/ 5933936 w 6705704"/>
                <a:gd name="connsiteY13" fmla="*/ 1442193 h 2940676"/>
                <a:gd name="connsiteX14" fmla="*/ 6087782 w 6705704"/>
                <a:gd name="connsiteY14" fmla="*/ 1104095 h 2940676"/>
                <a:gd name="connsiteX15" fmla="*/ 6234316 w 6705704"/>
                <a:gd name="connsiteY15" fmla="*/ 1431220 h 2940676"/>
                <a:gd name="connsiteX16" fmla="*/ 6226239 w 6705704"/>
                <a:gd name="connsiteY16" fmla="*/ 2209374 h 2940676"/>
                <a:gd name="connsiteX17" fmla="*/ 6109728 w 6705704"/>
                <a:gd name="connsiteY17" fmla="*/ 2581766 h 2940676"/>
                <a:gd name="connsiteX18" fmla="*/ 6042637 w 6705704"/>
                <a:gd name="connsiteY18" fmla="*/ 2940676 h 2940676"/>
                <a:gd name="connsiteX19" fmla="*/ 6705704 w 6705704"/>
                <a:gd name="connsiteY19" fmla="*/ 2939766 h 2940676"/>
                <a:gd name="connsiteX0" fmla="*/ 0 w 7031072"/>
                <a:gd name="connsiteY0" fmla="*/ 2926720 h 2940676"/>
                <a:gd name="connsiteX1" fmla="*/ 5050019 w 7031072"/>
                <a:gd name="connsiteY1" fmla="*/ 2931493 h 2940676"/>
                <a:gd name="connsiteX2" fmla="*/ 4903026 w 7031072"/>
                <a:gd name="connsiteY2" fmla="*/ 2651182 h 2940676"/>
                <a:gd name="connsiteX3" fmla="*/ 4312476 w 7031072"/>
                <a:gd name="connsiteY3" fmla="*/ 1584382 h 2940676"/>
                <a:gd name="connsiteX4" fmla="*/ 4509452 w 7031072"/>
                <a:gd name="connsiteY4" fmla="*/ 1415903 h 2940676"/>
                <a:gd name="connsiteX5" fmla="*/ 4931601 w 7031072"/>
                <a:gd name="connsiteY5" fmla="*/ 1898707 h 2940676"/>
                <a:gd name="connsiteX6" fmla="*/ 4874451 w 7031072"/>
                <a:gd name="connsiteY6" fmla="*/ 431857 h 2940676"/>
                <a:gd name="connsiteX7" fmla="*/ 5014205 w 7031072"/>
                <a:gd name="connsiteY7" fmla="*/ 0 h 2940676"/>
                <a:gd name="connsiteX8" fmla="*/ 5150676 w 7031072"/>
                <a:gd name="connsiteY8" fmla="*/ 441382 h 2940676"/>
                <a:gd name="connsiteX9" fmla="*/ 5217351 w 7031072"/>
                <a:gd name="connsiteY9" fmla="*/ 1412932 h 2940676"/>
                <a:gd name="connsiteX10" fmla="*/ 5403810 w 7031072"/>
                <a:gd name="connsiteY10" fmla="*/ 987050 h 2940676"/>
                <a:gd name="connsiteX11" fmla="*/ 5572671 w 7031072"/>
                <a:gd name="connsiteY11" fmla="*/ 1416589 h 2940676"/>
                <a:gd name="connsiteX12" fmla="*/ 5758599 w 7031072"/>
                <a:gd name="connsiteY12" fmla="*/ 1027285 h 2940676"/>
                <a:gd name="connsiteX13" fmla="*/ 5933936 w 7031072"/>
                <a:gd name="connsiteY13" fmla="*/ 1442193 h 2940676"/>
                <a:gd name="connsiteX14" fmla="*/ 6087782 w 7031072"/>
                <a:gd name="connsiteY14" fmla="*/ 1104095 h 2940676"/>
                <a:gd name="connsiteX15" fmla="*/ 6234316 w 7031072"/>
                <a:gd name="connsiteY15" fmla="*/ 1431220 h 2940676"/>
                <a:gd name="connsiteX16" fmla="*/ 6226239 w 7031072"/>
                <a:gd name="connsiteY16" fmla="*/ 2209374 h 2940676"/>
                <a:gd name="connsiteX17" fmla="*/ 6109728 w 7031072"/>
                <a:gd name="connsiteY17" fmla="*/ 2581766 h 2940676"/>
                <a:gd name="connsiteX18" fmla="*/ 6042637 w 7031072"/>
                <a:gd name="connsiteY18" fmla="*/ 2940676 h 2940676"/>
                <a:gd name="connsiteX19" fmla="*/ 7031072 w 7031072"/>
                <a:gd name="connsiteY19" fmla="*/ 2939766 h 2940676"/>
                <a:gd name="connsiteX0" fmla="*/ 0 w 8920705"/>
                <a:gd name="connsiteY0" fmla="*/ 2914206 h 2940676"/>
                <a:gd name="connsiteX1" fmla="*/ 6939652 w 8920705"/>
                <a:gd name="connsiteY1" fmla="*/ 2931493 h 2940676"/>
                <a:gd name="connsiteX2" fmla="*/ 6792659 w 8920705"/>
                <a:gd name="connsiteY2" fmla="*/ 2651182 h 2940676"/>
                <a:gd name="connsiteX3" fmla="*/ 6202109 w 8920705"/>
                <a:gd name="connsiteY3" fmla="*/ 1584382 h 2940676"/>
                <a:gd name="connsiteX4" fmla="*/ 6399085 w 8920705"/>
                <a:gd name="connsiteY4" fmla="*/ 1415903 h 2940676"/>
                <a:gd name="connsiteX5" fmla="*/ 6821234 w 8920705"/>
                <a:gd name="connsiteY5" fmla="*/ 1898707 h 2940676"/>
                <a:gd name="connsiteX6" fmla="*/ 6764084 w 8920705"/>
                <a:gd name="connsiteY6" fmla="*/ 431857 h 2940676"/>
                <a:gd name="connsiteX7" fmla="*/ 6903838 w 8920705"/>
                <a:gd name="connsiteY7" fmla="*/ 0 h 2940676"/>
                <a:gd name="connsiteX8" fmla="*/ 7040309 w 8920705"/>
                <a:gd name="connsiteY8" fmla="*/ 441382 h 2940676"/>
                <a:gd name="connsiteX9" fmla="*/ 7106984 w 8920705"/>
                <a:gd name="connsiteY9" fmla="*/ 1412932 h 2940676"/>
                <a:gd name="connsiteX10" fmla="*/ 7293443 w 8920705"/>
                <a:gd name="connsiteY10" fmla="*/ 987050 h 2940676"/>
                <a:gd name="connsiteX11" fmla="*/ 7462304 w 8920705"/>
                <a:gd name="connsiteY11" fmla="*/ 1416589 h 2940676"/>
                <a:gd name="connsiteX12" fmla="*/ 7648232 w 8920705"/>
                <a:gd name="connsiteY12" fmla="*/ 1027285 h 2940676"/>
                <a:gd name="connsiteX13" fmla="*/ 7823569 w 8920705"/>
                <a:gd name="connsiteY13" fmla="*/ 1442193 h 2940676"/>
                <a:gd name="connsiteX14" fmla="*/ 7977415 w 8920705"/>
                <a:gd name="connsiteY14" fmla="*/ 1104095 h 2940676"/>
                <a:gd name="connsiteX15" fmla="*/ 8123949 w 8920705"/>
                <a:gd name="connsiteY15" fmla="*/ 1431220 h 2940676"/>
                <a:gd name="connsiteX16" fmla="*/ 8115872 w 8920705"/>
                <a:gd name="connsiteY16" fmla="*/ 2209374 h 2940676"/>
                <a:gd name="connsiteX17" fmla="*/ 7999361 w 8920705"/>
                <a:gd name="connsiteY17" fmla="*/ 2581766 h 2940676"/>
                <a:gd name="connsiteX18" fmla="*/ 7932270 w 8920705"/>
                <a:gd name="connsiteY18" fmla="*/ 2940676 h 2940676"/>
                <a:gd name="connsiteX19" fmla="*/ 8920705 w 8920705"/>
                <a:gd name="connsiteY19" fmla="*/ 2939766 h 2940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8920705" h="2940676">
                  <a:moveTo>
                    <a:pt x="0" y="2914206"/>
                  </a:moveTo>
                  <a:cubicBezTo>
                    <a:pt x="92107" y="2906013"/>
                    <a:pt x="6067894" y="2940882"/>
                    <a:pt x="6939652" y="2931493"/>
                  </a:cubicBezTo>
                  <a:cubicBezTo>
                    <a:pt x="6928422" y="2809692"/>
                    <a:pt x="6861188" y="2719585"/>
                    <a:pt x="6792659" y="2651182"/>
                  </a:cubicBezTo>
                  <a:cubicBezTo>
                    <a:pt x="6456819" y="2288268"/>
                    <a:pt x="6516003" y="2046052"/>
                    <a:pt x="6202109" y="1584382"/>
                  </a:cubicBezTo>
                  <a:cubicBezTo>
                    <a:pt x="6022250" y="1333302"/>
                    <a:pt x="6266371" y="1276991"/>
                    <a:pt x="6399085" y="1415903"/>
                  </a:cubicBezTo>
                  <a:cubicBezTo>
                    <a:pt x="6498348" y="1535385"/>
                    <a:pt x="6663449" y="1643894"/>
                    <a:pt x="6821234" y="1898707"/>
                  </a:cubicBezTo>
                  <a:lnTo>
                    <a:pt x="6764084" y="431857"/>
                  </a:lnTo>
                  <a:cubicBezTo>
                    <a:pt x="6812666" y="238595"/>
                    <a:pt x="6825664" y="218012"/>
                    <a:pt x="6903838" y="0"/>
                  </a:cubicBezTo>
                  <a:cubicBezTo>
                    <a:pt x="6971299" y="221184"/>
                    <a:pt x="6998418" y="248742"/>
                    <a:pt x="7040309" y="441382"/>
                  </a:cubicBezTo>
                  <a:lnTo>
                    <a:pt x="7106984" y="1412932"/>
                  </a:lnTo>
                  <a:cubicBezTo>
                    <a:pt x="7089433" y="1278325"/>
                    <a:pt x="7135468" y="987050"/>
                    <a:pt x="7293443" y="987050"/>
                  </a:cubicBezTo>
                  <a:cubicBezTo>
                    <a:pt x="7480678" y="994365"/>
                    <a:pt x="7461086" y="1267236"/>
                    <a:pt x="7462304" y="1416589"/>
                  </a:cubicBezTo>
                  <a:cubicBezTo>
                    <a:pt x="7475093" y="1229174"/>
                    <a:pt x="7506945" y="1022409"/>
                    <a:pt x="7648232" y="1027285"/>
                  </a:cubicBezTo>
                  <a:cubicBezTo>
                    <a:pt x="7815124" y="1024846"/>
                    <a:pt x="7819301" y="1241636"/>
                    <a:pt x="7823569" y="1442193"/>
                  </a:cubicBezTo>
                  <a:cubicBezTo>
                    <a:pt x="7821639" y="1283431"/>
                    <a:pt x="7821891" y="1102266"/>
                    <a:pt x="7977415" y="1104095"/>
                  </a:cubicBezTo>
                  <a:cubicBezTo>
                    <a:pt x="8089047" y="1113238"/>
                    <a:pt x="8099654" y="1249445"/>
                    <a:pt x="8123949" y="1431220"/>
                  </a:cubicBezTo>
                  <a:cubicBezTo>
                    <a:pt x="8150518" y="1738154"/>
                    <a:pt x="8144167" y="1887810"/>
                    <a:pt x="8115872" y="2209374"/>
                  </a:cubicBezTo>
                  <a:cubicBezTo>
                    <a:pt x="8095107" y="2412104"/>
                    <a:pt x="8042097" y="2466856"/>
                    <a:pt x="7999361" y="2581766"/>
                  </a:cubicBezTo>
                  <a:cubicBezTo>
                    <a:pt x="7927365" y="2689360"/>
                    <a:pt x="7912762" y="2730555"/>
                    <a:pt x="7932270" y="2940676"/>
                  </a:cubicBezTo>
                  <a:lnTo>
                    <a:pt x="8920705" y="2939766"/>
                  </a:lnTo>
                </a:path>
              </a:pathLst>
            </a:custGeom>
            <a:noFill/>
            <a:ln w="50800" cap="flat" cmpd="sng" algn="ctr">
              <a:solidFill>
                <a:srgbClr val="FDDF08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  <p:sp>
          <p:nvSpPr>
            <p:cNvPr id="33" name="Isosceles Triangle 7">
              <a:extLst>
                <a:ext uri="{FF2B5EF4-FFF2-40B4-BE49-F238E27FC236}">
                  <a16:creationId xmlns:a16="http://schemas.microsoft.com/office/drawing/2014/main" id="{E3032412-392F-31C4-9165-F48BC978A200}"/>
                </a:ext>
              </a:extLst>
            </p:cNvPr>
            <p:cNvSpPr/>
            <p:nvPr/>
          </p:nvSpPr>
          <p:spPr>
            <a:xfrm>
              <a:off x="7003432" y="1930801"/>
              <a:ext cx="227917" cy="269617"/>
            </a:xfrm>
            <a:prstGeom prst="triangle">
              <a:avLst/>
            </a:prstGeom>
            <a:solidFill>
              <a:srgbClr val="FFCA0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3FFD0D90-0A6A-6326-0FBE-1F2F67965990}"/>
              </a:ext>
            </a:extLst>
          </p:cNvPr>
          <p:cNvSpPr/>
          <p:nvPr/>
        </p:nvSpPr>
        <p:spPr>
          <a:xfrm>
            <a:off x="892599" y="1581271"/>
            <a:ext cx="532746" cy="532746"/>
          </a:xfrm>
          <a:prstGeom prst="ellipse">
            <a:avLst/>
          </a:prstGeom>
          <a:solidFill>
            <a:srgbClr val="EC701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691B864-8F90-5519-C804-E63E67A24498}"/>
              </a:ext>
            </a:extLst>
          </p:cNvPr>
          <p:cNvSpPr/>
          <p:nvPr/>
        </p:nvSpPr>
        <p:spPr>
          <a:xfrm>
            <a:off x="892599" y="2462727"/>
            <a:ext cx="532746" cy="532746"/>
          </a:xfrm>
          <a:prstGeom prst="ellipse">
            <a:avLst/>
          </a:prstGeom>
          <a:solidFill>
            <a:srgbClr val="CE8D3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640E7DAC-AB00-EBE2-683D-822542E7E0FD}"/>
              </a:ext>
            </a:extLst>
          </p:cNvPr>
          <p:cNvSpPr/>
          <p:nvPr/>
        </p:nvSpPr>
        <p:spPr>
          <a:xfrm>
            <a:off x="892599" y="3344183"/>
            <a:ext cx="532746" cy="532746"/>
          </a:xfrm>
          <a:prstGeom prst="ellipse">
            <a:avLst/>
          </a:prstGeom>
          <a:solidFill>
            <a:srgbClr val="F8931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C95CDE1-BDC2-CAE4-52E6-E3C06705450D}"/>
              </a:ext>
            </a:extLst>
          </p:cNvPr>
          <p:cNvSpPr/>
          <p:nvPr/>
        </p:nvSpPr>
        <p:spPr>
          <a:xfrm>
            <a:off x="892599" y="4225638"/>
            <a:ext cx="532746" cy="532746"/>
          </a:xfrm>
          <a:prstGeom prst="ellipse">
            <a:avLst/>
          </a:prstGeom>
          <a:solidFill>
            <a:srgbClr val="FFCA0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BA6B3E9-7052-171A-E307-A428A6F7FA1B}"/>
              </a:ext>
            </a:extLst>
          </p:cNvPr>
          <p:cNvSpPr txBox="1"/>
          <p:nvPr/>
        </p:nvSpPr>
        <p:spPr>
          <a:xfrm>
            <a:off x="923817" y="1647586"/>
            <a:ext cx="470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n w="12700">
                  <a:solidFill>
                    <a:prstClr val="white"/>
                  </a:solidFill>
                </a:ln>
                <a:solidFill>
                  <a:prstClr val="white"/>
                </a:solidFill>
                <a:latin typeface="Arial"/>
                <a:ea typeface="Arial Unicode MS"/>
                <a:cs typeface="Arial" pitchFamily="34" charset="0"/>
              </a:rPr>
              <a:t>01</a:t>
            </a:r>
            <a:endParaRPr lang="ko-KR" altLang="en-US" sz="2000" b="1" dirty="0">
              <a:ln w="12700">
                <a:solidFill>
                  <a:prstClr val="white"/>
                </a:solidFill>
              </a:ln>
              <a:solidFill>
                <a:prstClr val="white"/>
              </a:solidFill>
              <a:latin typeface="Arial"/>
              <a:ea typeface="Arial Unicode MS"/>
              <a:cs typeface="Arial" pitchFamily="34" charset="0"/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5559E21-C3D2-C05E-24BB-736AE1AE7F2C}"/>
              </a:ext>
            </a:extLst>
          </p:cNvPr>
          <p:cNvGrpSpPr/>
          <p:nvPr/>
        </p:nvGrpSpPr>
        <p:grpSpPr>
          <a:xfrm>
            <a:off x="1500664" y="1492013"/>
            <a:ext cx="5686170" cy="588149"/>
            <a:chOff x="6210998" y="1433695"/>
            <a:chExt cx="1457346" cy="588149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28111D2-E836-C46E-7F6B-02B4EA345CF4}"/>
                </a:ext>
              </a:extLst>
            </p:cNvPr>
            <p:cNvSpPr txBox="1"/>
            <p:nvPr/>
          </p:nvSpPr>
          <p:spPr>
            <a:xfrm>
              <a:off x="6210998" y="1433695"/>
              <a:ext cx="14573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rgbClr val="EC7016"/>
                  </a:solidFill>
                  <a:latin typeface="Arial"/>
                  <a:ea typeface="Arial Unicode MS"/>
                  <a:cs typeface="Arial" pitchFamily="34" charset="0"/>
                </a:rPr>
                <a:t>Your Text  Here</a:t>
              </a:r>
              <a:endParaRPr lang="ko-KR" altLang="en-US" sz="800" b="1" dirty="0">
                <a:solidFill>
                  <a:srgbClr val="EC7016"/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76263F2-4664-6DE0-7452-05AB4D09C264}"/>
                </a:ext>
              </a:extLst>
            </p:cNvPr>
            <p:cNvSpPr txBox="1"/>
            <p:nvPr/>
          </p:nvSpPr>
          <p:spPr>
            <a:xfrm>
              <a:off x="6210998" y="1683290"/>
              <a:ext cx="1457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 can simply impress your audience and add a unique zing and appeal to your Presentations. Easy to change colors, photos and Text.</a:t>
              </a:r>
              <a:r>
                <a:rPr lang="ko-KR" altLang="en-US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  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E0ABDAB-9942-F075-75FE-F1056160EDCD}"/>
              </a:ext>
            </a:extLst>
          </p:cNvPr>
          <p:cNvGrpSpPr/>
          <p:nvPr/>
        </p:nvGrpSpPr>
        <p:grpSpPr>
          <a:xfrm>
            <a:off x="1500664" y="4136381"/>
            <a:ext cx="5686170" cy="588149"/>
            <a:chOff x="6210998" y="1433695"/>
            <a:chExt cx="1457346" cy="588149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1595033-E4D4-D64A-5DC4-BD135277FFB5}"/>
                </a:ext>
              </a:extLst>
            </p:cNvPr>
            <p:cNvSpPr txBox="1"/>
            <p:nvPr/>
          </p:nvSpPr>
          <p:spPr>
            <a:xfrm>
              <a:off x="6210998" y="1433695"/>
              <a:ext cx="14573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rgbClr val="FFCA08"/>
                  </a:solidFill>
                  <a:latin typeface="Arial"/>
                  <a:ea typeface="Arial Unicode MS"/>
                  <a:cs typeface="Arial" pitchFamily="34" charset="0"/>
                </a:rPr>
                <a:t>Your Text  Here</a:t>
              </a:r>
              <a:endParaRPr lang="ko-KR" altLang="en-US" sz="800" b="1" dirty="0">
                <a:solidFill>
                  <a:srgbClr val="FFCA08"/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9B150F8-03E3-B9EC-F7AB-E29C279B67AB}"/>
                </a:ext>
              </a:extLst>
            </p:cNvPr>
            <p:cNvSpPr txBox="1"/>
            <p:nvPr/>
          </p:nvSpPr>
          <p:spPr>
            <a:xfrm>
              <a:off x="6210998" y="1683290"/>
              <a:ext cx="1457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 can simply impress your audience and add a unique zing and appeal to your Presentations. Easy to change colors, photos and Text.</a:t>
              </a:r>
              <a:r>
                <a:rPr lang="ko-KR" altLang="en-US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  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B3BAA73-5497-3216-0ACE-DBDB8C37C7D4}"/>
              </a:ext>
            </a:extLst>
          </p:cNvPr>
          <p:cNvGrpSpPr/>
          <p:nvPr/>
        </p:nvGrpSpPr>
        <p:grpSpPr>
          <a:xfrm>
            <a:off x="1500664" y="2373469"/>
            <a:ext cx="5686170" cy="588149"/>
            <a:chOff x="6210998" y="1433695"/>
            <a:chExt cx="1457346" cy="588149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B63BA6B-F6B3-DB1C-A618-2A7D0905F04B}"/>
                </a:ext>
              </a:extLst>
            </p:cNvPr>
            <p:cNvSpPr txBox="1"/>
            <p:nvPr/>
          </p:nvSpPr>
          <p:spPr>
            <a:xfrm>
              <a:off x="6210998" y="1433695"/>
              <a:ext cx="14573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rgbClr val="CE8D3E"/>
                  </a:solidFill>
                  <a:latin typeface="Arial"/>
                  <a:ea typeface="Arial Unicode MS"/>
                  <a:cs typeface="Arial" pitchFamily="34" charset="0"/>
                </a:rPr>
                <a:t>Your Text  Here</a:t>
              </a:r>
              <a:endParaRPr lang="ko-KR" altLang="en-US" sz="800" b="1" dirty="0">
                <a:solidFill>
                  <a:srgbClr val="CE8D3E"/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3DCD33B-6EF8-879B-DD4E-49FA702B9D26}"/>
                </a:ext>
              </a:extLst>
            </p:cNvPr>
            <p:cNvSpPr txBox="1"/>
            <p:nvPr/>
          </p:nvSpPr>
          <p:spPr>
            <a:xfrm>
              <a:off x="6210998" y="1683290"/>
              <a:ext cx="1457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 can simply impress your audience and add a unique zing and appeal to your Presentations. Easy to change colors, photos and Text.</a:t>
              </a:r>
              <a:r>
                <a:rPr lang="ko-KR" altLang="en-US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  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A3EB31D-72A3-6805-D7A6-0AD96B751835}"/>
              </a:ext>
            </a:extLst>
          </p:cNvPr>
          <p:cNvGrpSpPr/>
          <p:nvPr/>
        </p:nvGrpSpPr>
        <p:grpSpPr>
          <a:xfrm>
            <a:off x="1500664" y="3254925"/>
            <a:ext cx="5686170" cy="588149"/>
            <a:chOff x="6210998" y="1433695"/>
            <a:chExt cx="1457346" cy="588149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5DEA0C7-5E98-1B1D-8FDC-D0F9B2D20935}"/>
                </a:ext>
              </a:extLst>
            </p:cNvPr>
            <p:cNvSpPr txBox="1"/>
            <p:nvPr/>
          </p:nvSpPr>
          <p:spPr>
            <a:xfrm>
              <a:off x="6210998" y="1433695"/>
              <a:ext cx="14573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rgbClr val="F8931D"/>
                  </a:solidFill>
                  <a:latin typeface="Arial"/>
                  <a:ea typeface="Arial Unicode MS"/>
                  <a:cs typeface="Arial" pitchFamily="34" charset="0"/>
                </a:rPr>
                <a:t>Your Text  Here</a:t>
              </a:r>
              <a:endParaRPr lang="ko-KR" altLang="en-US" sz="800" b="1" dirty="0">
                <a:solidFill>
                  <a:srgbClr val="F8931D"/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802EDD6-1AA4-3895-EC52-F0D3D7A28C79}"/>
                </a:ext>
              </a:extLst>
            </p:cNvPr>
            <p:cNvSpPr txBox="1"/>
            <p:nvPr/>
          </p:nvSpPr>
          <p:spPr>
            <a:xfrm>
              <a:off x="6210998" y="1683290"/>
              <a:ext cx="1457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 can simply impress your audience and add a unique zing and appeal to your Presentations. Easy to change colors, photos and Text.</a:t>
              </a:r>
              <a:r>
                <a:rPr lang="ko-KR" altLang="en-US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  </a:t>
              </a: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7DDE5AF5-5208-1D42-1B8A-6F21569031C6}"/>
              </a:ext>
            </a:extLst>
          </p:cNvPr>
          <p:cNvSpPr txBox="1"/>
          <p:nvPr/>
        </p:nvSpPr>
        <p:spPr>
          <a:xfrm>
            <a:off x="923817" y="2529042"/>
            <a:ext cx="470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n w="12700">
                  <a:solidFill>
                    <a:prstClr val="white"/>
                  </a:solidFill>
                </a:ln>
                <a:solidFill>
                  <a:prstClr val="white"/>
                </a:solidFill>
                <a:latin typeface="Arial"/>
                <a:ea typeface="Arial Unicode MS"/>
                <a:cs typeface="Arial" pitchFamily="34" charset="0"/>
              </a:rPr>
              <a:t>02</a:t>
            </a:r>
            <a:endParaRPr lang="ko-KR" altLang="en-US" sz="2000" b="1" dirty="0">
              <a:ln w="12700">
                <a:solidFill>
                  <a:prstClr val="white"/>
                </a:solidFill>
              </a:ln>
              <a:solidFill>
                <a:prstClr val="white"/>
              </a:solidFill>
              <a:latin typeface="Arial"/>
              <a:ea typeface="Arial Unicode MS"/>
              <a:cs typeface="Arial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7486ADF-2519-DD43-10C7-AAE9C0F54B82}"/>
              </a:ext>
            </a:extLst>
          </p:cNvPr>
          <p:cNvSpPr txBox="1"/>
          <p:nvPr/>
        </p:nvSpPr>
        <p:spPr>
          <a:xfrm>
            <a:off x="923817" y="3410498"/>
            <a:ext cx="470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n w="12700">
                  <a:solidFill>
                    <a:prstClr val="white"/>
                  </a:solidFill>
                </a:ln>
                <a:solidFill>
                  <a:prstClr val="white"/>
                </a:solidFill>
                <a:latin typeface="Arial"/>
                <a:ea typeface="Arial Unicode MS"/>
                <a:cs typeface="Arial" pitchFamily="34" charset="0"/>
              </a:rPr>
              <a:t>03</a:t>
            </a:r>
            <a:endParaRPr lang="ko-KR" altLang="en-US" sz="2000" b="1" dirty="0">
              <a:ln w="12700">
                <a:solidFill>
                  <a:prstClr val="white"/>
                </a:solidFill>
              </a:ln>
              <a:solidFill>
                <a:prstClr val="white"/>
              </a:solidFill>
              <a:latin typeface="Arial"/>
              <a:ea typeface="Arial Unicode MS"/>
              <a:cs typeface="Arial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438AF36-44FB-17E9-BDFC-6F7C25EB3E9A}"/>
              </a:ext>
            </a:extLst>
          </p:cNvPr>
          <p:cNvSpPr txBox="1"/>
          <p:nvPr/>
        </p:nvSpPr>
        <p:spPr>
          <a:xfrm>
            <a:off x="923817" y="4291954"/>
            <a:ext cx="470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n w="12700">
                  <a:solidFill>
                    <a:prstClr val="white"/>
                  </a:solidFill>
                </a:ln>
                <a:solidFill>
                  <a:prstClr val="white"/>
                </a:solidFill>
                <a:latin typeface="Arial"/>
                <a:ea typeface="Arial Unicode MS"/>
                <a:cs typeface="Arial" pitchFamily="34" charset="0"/>
              </a:rPr>
              <a:t>04</a:t>
            </a:r>
            <a:endParaRPr lang="ko-KR" altLang="en-US" sz="2000" b="1" dirty="0">
              <a:ln w="12700">
                <a:solidFill>
                  <a:prstClr val="white"/>
                </a:solidFill>
              </a:ln>
              <a:solidFill>
                <a:prstClr val="white"/>
              </a:solidFill>
              <a:latin typeface="Arial"/>
              <a:ea typeface="Arial Unicode MS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614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Oval 159">
            <a:extLst>
              <a:ext uri="{FF2B5EF4-FFF2-40B4-BE49-F238E27FC236}">
                <a16:creationId xmlns:a16="http://schemas.microsoft.com/office/drawing/2014/main" id="{08181848-A926-73A5-BD09-58CD26B12133}"/>
              </a:ext>
            </a:extLst>
          </p:cNvPr>
          <p:cNvSpPr/>
          <p:nvPr/>
        </p:nvSpPr>
        <p:spPr>
          <a:xfrm>
            <a:off x="9957307" y="2485527"/>
            <a:ext cx="1152000" cy="1152000"/>
          </a:xfrm>
          <a:prstGeom prst="ellipse">
            <a:avLst/>
          </a:prstGeom>
          <a:solidFill>
            <a:srgbClr val="EC701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61" name="Block Arc 160">
            <a:extLst>
              <a:ext uri="{FF2B5EF4-FFF2-40B4-BE49-F238E27FC236}">
                <a16:creationId xmlns:a16="http://schemas.microsoft.com/office/drawing/2014/main" id="{418179D1-7E06-802B-0F41-DF24A1769FD9}"/>
              </a:ext>
            </a:extLst>
          </p:cNvPr>
          <p:cNvSpPr/>
          <p:nvPr/>
        </p:nvSpPr>
        <p:spPr>
          <a:xfrm rot="5400000">
            <a:off x="2774243" y="1732394"/>
            <a:ext cx="914400" cy="914400"/>
          </a:xfrm>
          <a:prstGeom prst="blockArc">
            <a:avLst>
              <a:gd name="adj1" fmla="val 16153352"/>
              <a:gd name="adj2" fmla="val 50347"/>
              <a:gd name="adj3" fmla="val 13999"/>
            </a:avLst>
          </a:prstGeom>
          <a:solidFill>
            <a:srgbClr val="FFCA0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2A36981F-2D7D-0E91-A6B7-A531DF85F42D}"/>
              </a:ext>
            </a:extLst>
          </p:cNvPr>
          <p:cNvSpPr/>
          <p:nvPr/>
        </p:nvSpPr>
        <p:spPr>
          <a:xfrm>
            <a:off x="-1" y="2520168"/>
            <a:ext cx="3244331" cy="126626"/>
          </a:xfrm>
          <a:prstGeom prst="rect">
            <a:avLst/>
          </a:prstGeom>
          <a:solidFill>
            <a:srgbClr val="FFCA0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63" name="Isosceles Triangle 5">
            <a:extLst>
              <a:ext uri="{FF2B5EF4-FFF2-40B4-BE49-F238E27FC236}">
                <a16:creationId xmlns:a16="http://schemas.microsoft.com/office/drawing/2014/main" id="{8762BDC1-020A-2DBE-D5EE-3F1558BDB3C4}"/>
              </a:ext>
            </a:extLst>
          </p:cNvPr>
          <p:cNvSpPr/>
          <p:nvPr/>
        </p:nvSpPr>
        <p:spPr>
          <a:xfrm>
            <a:off x="3497469" y="1970458"/>
            <a:ext cx="258081" cy="222484"/>
          </a:xfrm>
          <a:prstGeom prst="triangle">
            <a:avLst/>
          </a:prstGeom>
          <a:solidFill>
            <a:srgbClr val="FFCA0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64" name="Block Arc 163">
            <a:extLst>
              <a:ext uri="{FF2B5EF4-FFF2-40B4-BE49-F238E27FC236}">
                <a16:creationId xmlns:a16="http://schemas.microsoft.com/office/drawing/2014/main" id="{9B0AD76F-B96F-799D-6A4C-8281F224BFBC}"/>
              </a:ext>
            </a:extLst>
          </p:cNvPr>
          <p:cNvSpPr/>
          <p:nvPr/>
        </p:nvSpPr>
        <p:spPr>
          <a:xfrm rot="5400000">
            <a:off x="5382526" y="1884794"/>
            <a:ext cx="914400" cy="914400"/>
          </a:xfrm>
          <a:prstGeom prst="blockArc">
            <a:avLst>
              <a:gd name="adj1" fmla="val 16184359"/>
              <a:gd name="adj2" fmla="val 164567"/>
              <a:gd name="adj3" fmla="val 13962"/>
            </a:avLst>
          </a:prstGeom>
          <a:solidFill>
            <a:srgbClr val="F8931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0E61E21A-EEBD-76BE-B581-7B6C30DEDE6B}"/>
              </a:ext>
            </a:extLst>
          </p:cNvPr>
          <p:cNvSpPr/>
          <p:nvPr/>
        </p:nvSpPr>
        <p:spPr>
          <a:xfrm>
            <a:off x="-2" y="2672568"/>
            <a:ext cx="5841305" cy="126626"/>
          </a:xfrm>
          <a:prstGeom prst="rect">
            <a:avLst/>
          </a:prstGeom>
          <a:solidFill>
            <a:srgbClr val="F8931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AB50873C-806D-0B1B-E9DD-5B77237EF387}"/>
              </a:ext>
            </a:extLst>
          </p:cNvPr>
          <p:cNvSpPr/>
          <p:nvPr/>
        </p:nvSpPr>
        <p:spPr>
          <a:xfrm rot="16200000">
            <a:off x="6151758" y="2209696"/>
            <a:ext cx="166037" cy="126626"/>
          </a:xfrm>
          <a:prstGeom prst="rect">
            <a:avLst/>
          </a:prstGeom>
          <a:solidFill>
            <a:srgbClr val="F8931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67" name="Isosceles Triangle 9">
            <a:extLst>
              <a:ext uri="{FF2B5EF4-FFF2-40B4-BE49-F238E27FC236}">
                <a16:creationId xmlns:a16="http://schemas.microsoft.com/office/drawing/2014/main" id="{5ABBD534-DDEC-8213-B368-08ED16887ADB}"/>
              </a:ext>
            </a:extLst>
          </p:cNvPr>
          <p:cNvSpPr/>
          <p:nvPr/>
        </p:nvSpPr>
        <p:spPr>
          <a:xfrm>
            <a:off x="6108453" y="1981240"/>
            <a:ext cx="258081" cy="222484"/>
          </a:xfrm>
          <a:prstGeom prst="triangle">
            <a:avLst/>
          </a:prstGeom>
          <a:solidFill>
            <a:srgbClr val="F8931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68" name="Block Arc 167">
            <a:extLst>
              <a:ext uri="{FF2B5EF4-FFF2-40B4-BE49-F238E27FC236}">
                <a16:creationId xmlns:a16="http://schemas.microsoft.com/office/drawing/2014/main" id="{D3ACEBD3-5370-A8B0-CC63-EE59D8FE97E2}"/>
              </a:ext>
            </a:extLst>
          </p:cNvPr>
          <p:cNvSpPr/>
          <p:nvPr/>
        </p:nvSpPr>
        <p:spPr>
          <a:xfrm rot="5400000">
            <a:off x="8043375" y="2037194"/>
            <a:ext cx="914400" cy="914400"/>
          </a:xfrm>
          <a:prstGeom prst="blockArc">
            <a:avLst>
              <a:gd name="adj1" fmla="val 16260309"/>
              <a:gd name="adj2" fmla="val 21515221"/>
              <a:gd name="adj3" fmla="val 13992"/>
            </a:avLst>
          </a:prstGeom>
          <a:solidFill>
            <a:srgbClr val="CE8D3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F52EF742-5D93-010D-D434-64B254A65974}"/>
              </a:ext>
            </a:extLst>
          </p:cNvPr>
          <p:cNvSpPr/>
          <p:nvPr/>
        </p:nvSpPr>
        <p:spPr>
          <a:xfrm>
            <a:off x="0" y="2824968"/>
            <a:ext cx="8542848" cy="126626"/>
          </a:xfrm>
          <a:prstGeom prst="rect">
            <a:avLst/>
          </a:prstGeom>
          <a:solidFill>
            <a:srgbClr val="CE8D3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583B0543-49ED-CD83-63C6-72724E3E2453}"/>
              </a:ext>
            </a:extLst>
          </p:cNvPr>
          <p:cNvSpPr/>
          <p:nvPr/>
        </p:nvSpPr>
        <p:spPr>
          <a:xfrm rot="16200000">
            <a:off x="8733579" y="2292716"/>
            <a:ext cx="327314" cy="126626"/>
          </a:xfrm>
          <a:prstGeom prst="rect">
            <a:avLst/>
          </a:prstGeom>
          <a:solidFill>
            <a:srgbClr val="CE8D3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71" name="Isosceles Triangle 13">
            <a:extLst>
              <a:ext uri="{FF2B5EF4-FFF2-40B4-BE49-F238E27FC236}">
                <a16:creationId xmlns:a16="http://schemas.microsoft.com/office/drawing/2014/main" id="{628037F5-27C6-ADEB-603F-F3DE4F48A8EC}"/>
              </a:ext>
            </a:extLst>
          </p:cNvPr>
          <p:cNvSpPr/>
          <p:nvPr/>
        </p:nvSpPr>
        <p:spPr>
          <a:xfrm>
            <a:off x="8768196" y="1981240"/>
            <a:ext cx="258081" cy="222484"/>
          </a:xfrm>
          <a:prstGeom prst="triangle">
            <a:avLst/>
          </a:prstGeom>
          <a:solidFill>
            <a:srgbClr val="CE8D3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6175B963-976B-591C-DE06-167D0D9E54CD}"/>
              </a:ext>
            </a:extLst>
          </p:cNvPr>
          <p:cNvSpPr/>
          <p:nvPr/>
        </p:nvSpPr>
        <p:spPr>
          <a:xfrm>
            <a:off x="0" y="2981874"/>
            <a:ext cx="9514847" cy="126626"/>
          </a:xfrm>
          <a:prstGeom prst="rect">
            <a:avLst/>
          </a:prstGeom>
          <a:solidFill>
            <a:srgbClr val="EC701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73" name="Isosceles Triangle 15">
            <a:extLst>
              <a:ext uri="{FF2B5EF4-FFF2-40B4-BE49-F238E27FC236}">
                <a16:creationId xmlns:a16="http://schemas.microsoft.com/office/drawing/2014/main" id="{96A5A13A-84A5-254E-91CF-4CED85F904C2}"/>
              </a:ext>
            </a:extLst>
          </p:cNvPr>
          <p:cNvSpPr/>
          <p:nvPr/>
        </p:nvSpPr>
        <p:spPr>
          <a:xfrm rot="5400000">
            <a:off x="9464416" y="2933944"/>
            <a:ext cx="258081" cy="222484"/>
          </a:xfrm>
          <a:prstGeom prst="triangle">
            <a:avLst/>
          </a:prstGeom>
          <a:solidFill>
            <a:srgbClr val="EC701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74" name="Block Arc 173">
            <a:extLst>
              <a:ext uri="{FF2B5EF4-FFF2-40B4-BE49-F238E27FC236}">
                <a16:creationId xmlns:a16="http://schemas.microsoft.com/office/drawing/2014/main" id="{9EC34898-D070-8530-8EBD-E5A42A99139E}"/>
              </a:ext>
            </a:extLst>
          </p:cNvPr>
          <p:cNvSpPr/>
          <p:nvPr/>
        </p:nvSpPr>
        <p:spPr>
          <a:xfrm rot="16200000" flipV="1">
            <a:off x="8048814" y="3136522"/>
            <a:ext cx="914400" cy="914400"/>
          </a:xfrm>
          <a:prstGeom prst="blockArc">
            <a:avLst>
              <a:gd name="adj1" fmla="val 16260309"/>
              <a:gd name="adj2" fmla="val 110065"/>
              <a:gd name="adj3" fmla="val 13985"/>
            </a:avLst>
          </a:prstGeom>
          <a:solidFill>
            <a:srgbClr val="CE8D3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14ED4FC2-0678-D0EF-0A26-644CCA27CA51}"/>
              </a:ext>
            </a:extLst>
          </p:cNvPr>
          <p:cNvSpPr/>
          <p:nvPr/>
        </p:nvSpPr>
        <p:spPr>
          <a:xfrm flipV="1">
            <a:off x="0" y="3136522"/>
            <a:ext cx="8506848" cy="126626"/>
          </a:xfrm>
          <a:prstGeom prst="rect">
            <a:avLst/>
          </a:prstGeom>
          <a:solidFill>
            <a:srgbClr val="CE8D3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F8BDB5A5-5C49-F3B1-64D1-46B8B1C1EC49}"/>
              </a:ext>
            </a:extLst>
          </p:cNvPr>
          <p:cNvSpPr/>
          <p:nvPr/>
        </p:nvSpPr>
        <p:spPr>
          <a:xfrm rot="16200000">
            <a:off x="8733579" y="3671352"/>
            <a:ext cx="327314" cy="126626"/>
          </a:xfrm>
          <a:prstGeom prst="rect">
            <a:avLst/>
          </a:prstGeom>
          <a:solidFill>
            <a:srgbClr val="CE8D3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77" name="Isosceles Triangle 19">
            <a:extLst>
              <a:ext uri="{FF2B5EF4-FFF2-40B4-BE49-F238E27FC236}">
                <a16:creationId xmlns:a16="http://schemas.microsoft.com/office/drawing/2014/main" id="{784BD7E7-6E60-DEE3-1837-8D03016D3675}"/>
              </a:ext>
            </a:extLst>
          </p:cNvPr>
          <p:cNvSpPr/>
          <p:nvPr/>
        </p:nvSpPr>
        <p:spPr>
          <a:xfrm rot="10800000">
            <a:off x="8768196" y="3886647"/>
            <a:ext cx="258081" cy="222484"/>
          </a:xfrm>
          <a:prstGeom prst="triangle">
            <a:avLst/>
          </a:prstGeom>
          <a:solidFill>
            <a:srgbClr val="CE8D3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78" name="Block Arc 177">
            <a:extLst>
              <a:ext uri="{FF2B5EF4-FFF2-40B4-BE49-F238E27FC236}">
                <a16:creationId xmlns:a16="http://schemas.microsoft.com/office/drawing/2014/main" id="{DCE8D362-84FC-F580-4BB3-49A4F5443D30}"/>
              </a:ext>
            </a:extLst>
          </p:cNvPr>
          <p:cNvSpPr/>
          <p:nvPr/>
        </p:nvSpPr>
        <p:spPr>
          <a:xfrm rot="16200000" flipV="1">
            <a:off x="5383689" y="3293857"/>
            <a:ext cx="914400" cy="914400"/>
          </a:xfrm>
          <a:prstGeom prst="blockArc">
            <a:avLst>
              <a:gd name="adj1" fmla="val 16184359"/>
              <a:gd name="adj2" fmla="val 164567"/>
              <a:gd name="adj3" fmla="val 13962"/>
            </a:avLst>
          </a:prstGeom>
          <a:solidFill>
            <a:srgbClr val="F8931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4CAE6D4D-C376-1C83-1913-D58E963994BF}"/>
              </a:ext>
            </a:extLst>
          </p:cNvPr>
          <p:cNvSpPr/>
          <p:nvPr/>
        </p:nvSpPr>
        <p:spPr>
          <a:xfrm flipV="1">
            <a:off x="-2" y="3293858"/>
            <a:ext cx="5841305" cy="126626"/>
          </a:xfrm>
          <a:prstGeom prst="rect">
            <a:avLst/>
          </a:prstGeom>
          <a:solidFill>
            <a:srgbClr val="F8931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7E89F84-4102-AA7D-4ECE-6ECAA9412592}"/>
              </a:ext>
            </a:extLst>
          </p:cNvPr>
          <p:cNvSpPr/>
          <p:nvPr/>
        </p:nvSpPr>
        <p:spPr>
          <a:xfrm rot="16200000">
            <a:off x="6158775" y="3753510"/>
            <a:ext cx="152002" cy="126626"/>
          </a:xfrm>
          <a:prstGeom prst="rect">
            <a:avLst/>
          </a:prstGeom>
          <a:solidFill>
            <a:srgbClr val="F8931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81" name="Isosceles Triangle 23">
            <a:extLst>
              <a:ext uri="{FF2B5EF4-FFF2-40B4-BE49-F238E27FC236}">
                <a16:creationId xmlns:a16="http://schemas.microsoft.com/office/drawing/2014/main" id="{E8415E8A-F62C-A839-9697-D11A6F17A8C9}"/>
              </a:ext>
            </a:extLst>
          </p:cNvPr>
          <p:cNvSpPr/>
          <p:nvPr/>
        </p:nvSpPr>
        <p:spPr>
          <a:xfrm rot="10800000">
            <a:off x="6115131" y="3892879"/>
            <a:ext cx="258081" cy="222484"/>
          </a:xfrm>
          <a:prstGeom prst="triangle">
            <a:avLst/>
          </a:prstGeom>
          <a:solidFill>
            <a:srgbClr val="F8931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82" name="Block Arc 181">
            <a:extLst>
              <a:ext uri="{FF2B5EF4-FFF2-40B4-BE49-F238E27FC236}">
                <a16:creationId xmlns:a16="http://schemas.microsoft.com/office/drawing/2014/main" id="{CF52395C-29CD-E3F6-C122-D2A647245E6D}"/>
              </a:ext>
            </a:extLst>
          </p:cNvPr>
          <p:cNvSpPr/>
          <p:nvPr/>
        </p:nvSpPr>
        <p:spPr>
          <a:xfrm rot="16200000" flipV="1">
            <a:off x="2774243" y="3452876"/>
            <a:ext cx="914400" cy="914400"/>
          </a:xfrm>
          <a:prstGeom prst="blockArc">
            <a:avLst>
              <a:gd name="adj1" fmla="val 16153352"/>
              <a:gd name="adj2" fmla="val 21526963"/>
              <a:gd name="adj3" fmla="val 13831"/>
            </a:avLst>
          </a:prstGeom>
          <a:solidFill>
            <a:srgbClr val="FFCA0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2AB7ED22-AA78-75DC-8E30-A9D4CCF2451B}"/>
              </a:ext>
            </a:extLst>
          </p:cNvPr>
          <p:cNvSpPr/>
          <p:nvPr/>
        </p:nvSpPr>
        <p:spPr>
          <a:xfrm flipV="1">
            <a:off x="0" y="3452876"/>
            <a:ext cx="3244331" cy="126626"/>
          </a:xfrm>
          <a:prstGeom prst="rect">
            <a:avLst/>
          </a:prstGeom>
          <a:solidFill>
            <a:srgbClr val="FFCA0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84" name="Isosceles Triangle 26">
            <a:extLst>
              <a:ext uri="{FF2B5EF4-FFF2-40B4-BE49-F238E27FC236}">
                <a16:creationId xmlns:a16="http://schemas.microsoft.com/office/drawing/2014/main" id="{A8036F0C-65DF-C36B-012E-55BADE165B8D}"/>
              </a:ext>
            </a:extLst>
          </p:cNvPr>
          <p:cNvSpPr/>
          <p:nvPr/>
        </p:nvSpPr>
        <p:spPr>
          <a:xfrm rot="10800000">
            <a:off x="3497469" y="3892824"/>
            <a:ext cx="258081" cy="222484"/>
          </a:xfrm>
          <a:prstGeom prst="triangle">
            <a:avLst/>
          </a:prstGeom>
          <a:solidFill>
            <a:srgbClr val="FFCA0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DB5CBB89-DE46-B9C7-F0FA-64FDEB111C77}"/>
              </a:ext>
            </a:extLst>
          </p:cNvPr>
          <p:cNvSpPr/>
          <p:nvPr/>
        </p:nvSpPr>
        <p:spPr>
          <a:xfrm>
            <a:off x="3188436" y="4216501"/>
            <a:ext cx="792000" cy="792000"/>
          </a:xfrm>
          <a:prstGeom prst="ellipse">
            <a:avLst/>
          </a:prstGeom>
          <a:solidFill>
            <a:srgbClr val="FFCA0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B0563664-2CFB-BC6A-BCAE-D3E15333233F}"/>
              </a:ext>
            </a:extLst>
          </p:cNvPr>
          <p:cNvSpPr/>
          <p:nvPr/>
        </p:nvSpPr>
        <p:spPr>
          <a:xfrm>
            <a:off x="3188436" y="1063107"/>
            <a:ext cx="792000" cy="792000"/>
          </a:xfrm>
          <a:prstGeom prst="ellipse">
            <a:avLst/>
          </a:prstGeom>
          <a:solidFill>
            <a:srgbClr val="FFCA0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7446A643-1AEA-A579-693D-743786C0D8CC}"/>
              </a:ext>
            </a:extLst>
          </p:cNvPr>
          <p:cNvSpPr/>
          <p:nvPr/>
        </p:nvSpPr>
        <p:spPr>
          <a:xfrm>
            <a:off x="5841304" y="1063107"/>
            <a:ext cx="792000" cy="792000"/>
          </a:xfrm>
          <a:prstGeom prst="ellipse">
            <a:avLst/>
          </a:prstGeom>
          <a:solidFill>
            <a:srgbClr val="F8931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6CF40E65-AF65-2928-BABF-7ECF6AA6B1FF}"/>
              </a:ext>
            </a:extLst>
          </p:cNvPr>
          <p:cNvSpPr/>
          <p:nvPr/>
        </p:nvSpPr>
        <p:spPr>
          <a:xfrm>
            <a:off x="8494172" y="1063107"/>
            <a:ext cx="792000" cy="792000"/>
          </a:xfrm>
          <a:prstGeom prst="ellipse">
            <a:avLst/>
          </a:prstGeom>
          <a:solidFill>
            <a:srgbClr val="CE8D3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2BD03AE1-7AA2-A3A8-9F1A-77F514844335}"/>
              </a:ext>
            </a:extLst>
          </p:cNvPr>
          <p:cNvSpPr/>
          <p:nvPr/>
        </p:nvSpPr>
        <p:spPr>
          <a:xfrm>
            <a:off x="5841304" y="4216501"/>
            <a:ext cx="792000" cy="792000"/>
          </a:xfrm>
          <a:prstGeom prst="ellipse">
            <a:avLst/>
          </a:prstGeom>
          <a:solidFill>
            <a:srgbClr val="F8931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9C98FF3E-0E98-E8B6-529D-8A62950F6BE5}"/>
              </a:ext>
            </a:extLst>
          </p:cNvPr>
          <p:cNvSpPr/>
          <p:nvPr/>
        </p:nvSpPr>
        <p:spPr>
          <a:xfrm>
            <a:off x="8494172" y="4216501"/>
            <a:ext cx="792000" cy="792000"/>
          </a:xfrm>
          <a:prstGeom prst="ellipse">
            <a:avLst/>
          </a:prstGeom>
          <a:solidFill>
            <a:srgbClr val="CE8D3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07ABD7B2-8FF0-5620-3559-E3555802919A}"/>
              </a:ext>
            </a:extLst>
          </p:cNvPr>
          <p:cNvGrpSpPr/>
          <p:nvPr/>
        </p:nvGrpSpPr>
        <p:grpSpPr>
          <a:xfrm>
            <a:off x="9732775" y="3697520"/>
            <a:ext cx="1601067" cy="678649"/>
            <a:chOff x="1391543" y="3698889"/>
            <a:chExt cx="1601067" cy="678649"/>
          </a:xfrm>
        </p:grpSpPr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4ACB5D69-D603-C5E9-F6F9-E4C9C296A9C9}"/>
                </a:ext>
              </a:extLst>
            </p:cNvPr>
            <p:cNvSpPr txBox="1"/>
            <p:nvPr/>
          </p:nvSpPr>
          <p:spPr>
            <a:xfrm>
              <a:off x="1391543" y="3698889"/>
              <a:ext cx="15915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Add Text</a:t>
              </a:r>
              <a:endParaRPr lang="ko-KR" altLang="en-US" sz="1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F898AE0E-9FA5-93E1-A10D-E753B710E61C}"/>
                </a:ext>
              </a:extLst>
            </p:cNvPr>
            <p:cNvSpPr txBox="1"/>
            <p:nvPr/>
          </p:nvSpPr>
          <p:spPr>
            <a:xfrm>
              <a:off x="1401068" y="3915873"/>
              <a:ext cx="15915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Simple PowerPoint Presentation</a:t>
              </a:r>
              <a:endPara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C0FB864F-A100-938B-7A33-4FD282AB9B1B}"/>
              </a:ext>
            </a:extLst>
          </p:cNvPr>
          <p:cNvGrpSpPr/>
          <p:nvPr/>
        </p:nvGrpSpPr>
        <p:grpSpPr>
          <a:xfrm>
            <a:off x="6787023" y="933694"/>
            <a:ext cx="1609587" cy="1107996"/>
            <a:chOff x="2717227" y="4009798"/>
            <a:chExt cx="1314570" cy="1107996"/>
          </a:xfrm>
        </p:grpSpPr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56D0CFE9-4B7B-2F1E-5312-69E5F0538184}"/>
                </a:ext>
              </a:extLst>
            </p:cNvPr>
            <p:cNvSpPr txBox="1"/>
            <p:nvPr/>
          </p:nvSpPr>
          <p:spPr>
            <a:xfrm>
              <a:off x="2718646" y="4286797"/>
              <a:ext cx="131315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Get a modern PowerPoint  Presentation that is beautifully designed.  </a:t>
              </a:r>
              <a:endPara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D05311F8-EBB6-A788-4E4B-9B4FA034EB90}"/>
                </a:ext>
              </a:extLst>
            </p:cNvPr>
            <p:cNvSpPr txBox="1"/>
            <p:nvPr/>
          </p:nvSpPr>
          <p:spPr>
            <a:xfrm>
              <a:off x="2717227" y="4009798"/>
              <a:ext cx="13019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68ADFDD8-67C4-25E1-4DF1-E91A80CFAD73}"/>
              </a:ext>
            </a:extLst>
          </p:cNvPr>
          <p:cNvGrpSpPr/>
          <p:nvPr/>
        </p:nvGrpSpPr>
        <p:grpSpPr>
          <a:xfrm>
            <a:off x="4084946" y="933694"/>
            <a:ext cx="1609587" cy="1107996"/>
            <a:chOff x="2717227" y="4009798"/>
            <a:chExt cx="1314570" cy="1107996"/>
          </a:xfrm>
        </p:grpSpPr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A2C0C792-18EF-D9E3-1CB9-CF2FA7B3D652}"/>
                </a:ext>
              </a:extLst>
            </p:cNvPr>
            <p:cNvSpPr txBox="1"/>
            <p:nvPr/>
          </p:nvSpPr>
          <p:spPr>
            <a:xfrm>
              <a:off x="2718646" y="4286797"/>
              <a:ext cx="131315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Get a modern PowerPoint  Presentation that is beautifully designed.  </a:t>
              </a:r>
              <a:endPara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61C6E740-915C-9A2F-F9AF-498FAA796FA0}"/>
                </a:ext>
              </a:extLst>
            </p:cNvPr>
            <p:cNvSpPr txBox="1"/>
            <p:nvPr/>
          </p:nvSpPr>
          <p:spPr>
            <a:xfrm>
              <a:off x="2717227" y="4009798"/>
              <a:ext cx="13019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65251EDD-6607-DEBB-131F-74D7F257477D}"/>
              </a:ext>
            </a:extLst>
          </p:cNvPr>
          <p:cNvGrpSpPr/>
          <p:nvPr/>
        </p:nvGrpSpPr>
        <p:grpSpPr>
          <a:xfrm>
            <a:off x="1441988" y="933694"/>
            <a:ext cx="1609587" cy="1107996"/>
            <a:chOff x="2717227" y="4009798"/>
            <a:chExt cx="1314570" cy="1107996"/>
          </a:xfrm>
        </p:grpSpPr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78EBCBCE-BE5D-7880-45C0-2862F6492B03}"/>
                </a:ext>
              </a:extLst>
            </p:cNvPr>
            <p:cNvSpPr txBox="1"/>
            <p:nvPr/>
          </p:nvSpPr>
          <p:spPr>
            <a:xfrm>
              <a:off x="2718646" y="4286797"/>
              <a:ext cx="131315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Get a modern PowerPoint  Presentation that is beautifully designed.  </a:t>
              </a:r>
              <a:endPara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028CF713-6F6D-A67D-8077-095D9B5C9955}"/>
                </a:ext>
              </a:extLst>
            </p:cNvPr>
            <p:cNvSpPr txBox="1"/>
            <p:nvPr/>
          </p:nvSpPr>
          <p:spPr>
            <a:xfrm>
              <a:off x="2717227" y="4009798"/>
              <a:ext cx="13019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9750895E-4394-E517-3B4E-C57183B400CC}"/>
              </a:ext>
            </a:extLst>
          </p:cNvPr>
          <p:cNvGrpSpPr/>
          <p:nvPr/>
        </p:nvGrpSpPr>
        <p:grpSpPr>
          <a:xfrm>
            <a:off x="6787023" y="4043251"/>
            <a:ext cx="1609587" cy="1107996"/>
            <a:chOff x="2717227" y="4009798"/>
            <a:chExt cx="1314570" cy="1107996"/>
          </a:xfrm>
        </p:grpSpPr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2B7FE21D-7A02-04D6-82C7-75763633451F}"/>
                </a:ext>
              </a:extLst>
            </p:cNvPr>
            <p:cNvSpPr txBox="1"/>
            <p:nvPr/>
          </p:nvSpPr>
          <p:spPr>
            <a:xfrm>
              <a:off x="2718646" y="4286797"/>
              <a:ext cx="131315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Get a modern PowerPoint  Presentation that is beautifully designed.  </a:t>
              </a:r>
              <a:endPara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164F3950-D3C4-68B9-4AEB-F8267E73B7AA}"/>
                </a:ext>
              </a:extLst>
            </p:cNvPr>
            <p:cNvSpPr txBox="1"/>
            <p:nvPr/>
          </p:nvSpPr>
          <p:spPr>
            <a:xfrm>
              <a:off x="2717227" y="4009798"/>
              <a:ext cx="13019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513D3356-9391-AA59-C1D0-924C74CB8962}"/>
              </a:ext>
            </a:extLst>
          </p:cNvPr>
          <p:cNvGrpSpPr/>
          <p:nvPr/>
        </p:nvGrpSpPr>
        <p:grpSpPr>
          <a:xfrm>
            <a:off x="4084946" y="4043251"/>
            <a:ext cx="1609587" cy="1107996"/>
            <a:chOff x="2717227" y="4009798"/>
            <a:chExt cx="1314570" cy="1107996"/>
          </a:xfrm>
        </p:grpSpPr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FBAEDDE4-4FD2-EC71-7B2D-E566A55D7513}"/>
                </a:ext>
              </a:extLst>
            </p:cNvPr>
            <p:cNvSpPr txBox="1"/>
            <p:nvPr/>
          </p:nvSpPr>
          <p:spPr>
            <a:xfrm>
              <a:off x="2718646" y="4286797"/>
              <a:ext cx="131315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Get a modern PowerPoint  Presentation that is beautifully designed.  </a:t>
              </a:r>
              <a:endPara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929944C9-993D-4FF5-42BA-FF6A6F4FED85}"/>
                </a:ext>
              </a:extLst>
            </p:cNvPr>
            <p:cNvSpPr txBox="1"/>
            <p:nvPr/>
          </p:nvSpPr>
          <p:spPr>
            <a:xfrm>
              <a:off x="2717227" y="4009798"/>
              <a:ext cx="13019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440FE5A2-9645-6687-4D8D-88C33042EF4B}"/>
              </a:ext>
            </a:extLst>
          </p:cNvPr>
          <p:cNvGrpSpPr/>
          <p:nvPr/>
        </p:nvGrpSpPr>
        <p:grpSpPr>
          <a:xfrm>
            <a:off x="1441988" y="4043251"/>
            <a:ext cx="1609587" cy="1107996"/>
            <a:chOff x="2717227" y="4009798"/>
            <a:chExt cx="1314570" cy="1107996"/>
          </a:xfrm>
        </p:grpSpPr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A667081F-5F56-4922-B26F-DC4FF9BEFE3A}"/>
                </a:ext>
              </a:extLst>
            </p:cNvPr>
            <p:cNvSpPr txBox="1"/>
            <p:nvPr/>
          </p:nvSpPr>
          <p:spPr>
            <a:xfrm>
              <a:off x="2718646" y="4286797"/>
              <a:ext cx="131315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Get a modern PowerPoint  Presentation that is beautifully designed . </a:t>
              </a:r>
              <a:endPara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1A957173-8120-D329-382D-816E6561A316}"/>
                </a:ext>
              </a:extLst>
            </p:cNvPr>
            <p:cNvSpPr txBox="1"/>
            <p:nvPr/>
          </p:nvSpPr>
          <p:spPr>
            <a:xfrm>
              <a:off x="2717227" y="4009798"/>
              <a:ext cx="13019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sp>
        <p:nvSpPr>
          <p:cNvPr id="212" name="Trapezoid 28">
            <a:extLst>
              <a:ext uri="{FF2B5EF4-FFF2-40B4-BE49-F238E27FC236}">
                <a16:creationId xmlns:a16="http://schemas.microsoft.com/office/drawing/2014/main" id="{D86B978F-BFD1-6029-D669-3B4D2F5B66AC}"/>
              </a:ext>
            </a:extLst>
          </p:cNvPr>
          <p:cNvSpPr>
            <a:spLocks noChangeAspect="1"/>
          </p:cNvSpPr>
          <p:nvPr/>
        </p:nvSpPr>
        <p:spPr>
          <a:xfrm>
            <a:off x="6105405" y="4408654"/>
            <a:ext cx="297055" cy="360000"/>
          </a:xfrm>
          <a:custGeom>
            <a:avLst/>
            <a:gdLst/>
            <a:ahLst/>
            <a:cxnLst/>
            <a:rect l="l" t="t" r="r" b="b"/>
            <a:pathLst>
              <a:path w="2664297" h="3228846">
                <a:moveTo>
                  <a:pt x="2006233" y="1910002"/>
                </a:moveTo>
                <a:cubicBezTo>
                  <a:pt x="2195393" y="2270441"/>
                  <a:pt x="2396463" y="2592453"/>
                  <a:pt x="2218318" y="2693318"/>
                </a:cubicBezTo>
                <a:cubicBezTo>
                  <a:pt x="1760490" y="2959655"/>
                  <a:pt x="875097" y="3011972"/>
                  <a:pt x="413381" y="2693318"/>
                </a:cubicBezTo>
                <a:cubicBezTo>
                  <a:pt x="278026" y="2578660"/>
                  <a:pt x="448417" y="2270210"/>
                  <a:pt x="622358" y="1918652"/>
                </a:cubicBezTo>
                <a:close/>
                <a:moveTo>
                  <a:pt x="998355" y="318176"/>
                </a:moveTo>
                <a:lnTo>
                  <a:pt x="1054483" y="938365"/>
                </a:lnTo>
                <a:cubicBezTo>
                  <a:pt x="1073419" y="1202005"/>
                  <a:pt x="-94533" y="2544942"/>
                  <a:pt x="263185" y="2803859"/>
                </a:cubicBezTo>
                <a:cubicBezTo>
                  <a:pt x="799752" y="3120272"/>
                  <a:pt x="1828684" y="3068324"/>
                  <a:pt x="2360732" y="2803859"/>
                </a:cubicBezTo>
                <a:cubicBezTo>
                  <a:pt x="2817826" y="2582721"/>
                  <a:pt x="1567592" y="1249230"/>
                  <a:pt x="1559424" y="938364"/>
                </a:cubicBezTo>
                <a:lnTo>
                  <a:pt x="1635785" y="320808"/>
                </a:lnTo>
                <a:lnTo>
                  <a:pt x="1616510" y="323841"/>
                </a:lnTo>
                <a:cubicBezTo>
                  <a:pt x="1541035" y="362546"/>
                  <a:pt x="1432716" y="386340"/>
                  <a:pt x="1312455" y="386340"/>
                </a:cubicBezTo>
                <a:cubicBezTo>
                  <a:pt x="1186664" y="386340"/>
                  <a:pt x="1073940" y="360308"/>
                  <a:pt x="998355" y="318176"/>
                </a:cubicBezTo>
                <a:close/>
                <a:moveTo>
                  <a:pt x="1312455" y="60748"/>
                </a:moveTo>
                <a:cubicBezTo>
                  <a:pt x="1155275" y="60748"/>
                  <a:pt x="1027857" y="120035"/>
                  <a:pt x="1027857" y="193171"/>
                </a:cubicBezTo>
                <a:cubicBezTo>
                  <a:pt x="1027857" y="266307"/>
                  <a:pt x="1155275" y="325594"/>
                  <a:pt x="1312455" y="325594"/>
                </a:cubicBezTo>
                <a:cubicBezTo>
                  <a:pt x="1469634" y="325594"/>
                  <a:pt x="1597052" y="266307"/>
                  <a:pt x="1597052" y="193171"/>
                </a:cubicBezTo>
                <a:cubicBezTo>
                  <a:pt x="1597052" y="120035"/>
                  <a:pt x="1469634" y="60748"/>
                  <a:pt x="1312455" y="60748"/>
                </a:cubicBezTo>
                <a:close/>
                <a:moveTo>
                  <a:pt x="1312455" y="0"/>
                </a:moveTo>
                <a:cubicBezTo>
                  <a:pt x="1537130" y="0"/>
                  <a:pt x="1720121" y="83046"/>
                  <a:pt x="1726235" y="186847"/>
                </a:cubicBezTo>
                <a:cubicBezTo>
                  <a:pt x="1726742" y="186524"/>
                  <a:pt x="1727174" y="186120"/>
                  <a:pt x="1727606" y="185717"/>
                </a:cubicBezTo>
                <a:lnTo>
                  <a:pt x="1727102" y="190850"/>
                </a:lnTo>
                <a:cubicBezTo>
                  <a:pt x="1727595" y="191614"/>
                  <a:pt x="1727605" y="192391"/>
                  <a:pt x="1727605" y="193170"/>
                </a:cubicBezTo>
                <a:lnTo>
                  <a:pt x="1726271" y="199326"/>
                </a:lnTo>
                <a:lnTo>
                  <a:pt x="1655630" y="919826"/>
                </a:lnTo>
                <a:cubicBezTo>
                  <a:pt x="1665213" y="1268678"/>
                  <a:pt x="3079202" y="2735754"/>
                  <a:pt x="2542920" y="2983914"/>
                </a:cubicBezTo>
                <a:cubicBezTo>
                  <a:pt x="1918698" y="3280693"/>
                  <a:pt x="711513" y="3338989"/>
                  <a:pt x="81991" y="2983914"/>
                </a:cubicBezTo>
                <a:cubicBezTo>
                  <a:pt x="-337699" y="2693358"/>
                  <a:pt x="991496" y="1215684"/>
                  <a:pt x="969280" y="919828"/>
                </a:cubicBezTo>
                <a:lnTo>
                  <a:pt x="898640" y="199335"/>
                </a:lnTo>
                <a:cubicBezTo>
                  <a:pt x="897375" y="197339"/>
                  <a:pt x="897304" y="195258"/>
                  <a:pt x="897304" y="193170"/>
                </a:cubicBezTo>
                <a:lnTo>
                  <a:pt x="897808" y="190847"/>
                </a:lnTo>
                <a:lnTo>
                  <a:pt x="897305" y="185717"/>
                </a:lnTo>
                <a:lnTo>
                  <a:pt x="898687" y="186789"/>
                </a:lnTo>
                <a:cubicBezTo>
                  <a:pt x="904857" y="83015"/>
                  <a:pt x="1087821" y="0"/>
                  <a:pt x="1312455" y="0"/>
                </a:cubicBez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213" name="Rounded Rectangle 27">
            <a:extLst>
              <a:ext uri="{FF2B5EF4-FFF2-40B4-BE49-F238E27FC236}">
                <a16:creationId xmlns:a16="http://schemas.microsoft.com/office/drawing/2014/main" id="{E845C41C-4634-3BCF-D72B-A75653A36C30}"/>
              </a:ext>
            </a:extLst>
          </p:cNvPr>
          <p:cNvSpPr/>
          <p:nvPr/>
        </p:nvSpPr>
        <p:spPr>
          <a:xfrm>
            <a:off x="3409184" y="1324558"/>
            <a:ext cx="350627" cy="269329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214" name="Rectangle 16">
            <a:extLst>
              <a:ext uri="{FF2B5EF4-FFF2-40B4-BE49-F238E27FC236}">
                <a16:creationId xmlns:a16="http://schemas.microsoft.com/office/drawing/2014/main" id="{5EA19263-7D73-0944-74D0-0E6BA1FB55F2}"/>
              </a:ext>
            </a:extLst>
          </p:cNvPr>
          <p:cNvSpPr/>
          <p:nvPr/>
        </p:nvSpPr>
        <p:spPr>
          <a:xfrm rot="2700000">
            <a:off x="8772022" y="1220713"/>
            <a:ext cx="250429" cy="448973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215" name="Rectangle 9">
            <a:extLst>
              <a:ext uri="{FF2B5EF4-FFF2-40B4-BE49-F238E27FC236}">
                <a16:creationId xmlns:a16="http://schemas.microsoft.com/office/drawing/2014/main" id="{92FBD008-C322-3203-8159-5EACDC4F1D90}"/>
              </a:ext>
            </a:extLst>
          </p:cNvPr>
          <p:cNvSpPr/>
          <p:nvPr/>
        </p:nvSpPr>
        <p:spPr>
          <a:xfrm>
            <a:off x="6050377" y="1266362"/>
            <a:ext cx="339147" cy="317472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9680C806-99D6-78B8-6F58-6187E329DC7F}"/>
              </a:ext>
            </a:extLst>
          </p:cNvPr>
          <p:cNvGrpSpPr/>
          <p:nvPr/>
        </p:nvGrpSpPr>
        <p:grpSpPr>
          <a:xfrm>
            <a:off x="10187217" y="2611495"/>
            <a:ext cx="701707" cy="884572"/>
            <a:chOff x="6804248" y="2144238"/>
            <a:chExt cx="1305367" cy="1645545"/>
          </a:xfrm>
          <a:solidFill>
            <a:sysClr val="window" lastClr="FFFFFF"/>
          </a:solidFill>
        </p:grpSpPr>
        <p:sp>
          <p:nvSpPr>
            <p:cNvPr id="217" name="Oval 1">
              <a:extLst>
                <a:ext uri="{FF2B5EF4-FFF2-40B4-BE49-F238E27FC236}">
                  <a16:creationId xmlns:a16="http://schemas.microsoft.com/office/drawing/2014/main" id="{FBAA2969-68DA-1955-2EF4-4F4041FC540D}"/>
                </a:ext>
              </a:extLst>
            </p:cNvPr>
            <p:cNvSpPr/>
            <p:nvPr/>
          </p:nvSpPr>
          <p:spPr>
            <a:xfrm flipH="1">
              <a:off x="7253541" y="3472481"/>
              <a:ext cx="406780" cy="72647"/>
            </a:xfrm>
            <a:custGeom>
              <a:avLst/>
              <a:gdLst/>
              <a:ahLst/>
              <a:cxnLst/>
              <a:rect l="l" t="t" r="r" b="b"/>
              <a:pathLst>
                <a:path w="920008" h="164304">
                  <a:moveTo>
                    <a:pt x="852708" y="0"/>
                  </a:moveTo>
                  <a:lnTo>
                    <a:pt x="67299" y="0"/>
                  </a:lnTo>
                  <a:cubicBezTo>
                    <a:pt x="30131" y="0"/>
                    <a:pt x="0" y="30131"/>
                    <a:pt x="0" y="67299"/>
                  </a:cubicBezTo>
                  <a:lnTo>
                    <a:pt x="0" y="97005"/>
                  </a:lnTo>
                  <a:cubicBezTo>
                    <a:pt x="0" y="134173"/>
                    <a:pt x="30131" y="164304"/>
                    <a:pt x="67299" y="164304"/>
                  </a:cubicBezTo>
                  <a:lnTo>
                    <a:pt x="852708" y="164304"/>
                  </a:lnTo>
                  <a:cubicBezTo>
                    <a:pt x="889877" y="164304"/>
                    <a:pt x="920008" y="134173"/>
                    <a:pt x="920008" y="97005"/>
                  </a:cubicBezTo>
                  <a:lnTo>
                    <a:pt x="920008" y="67299"/>
                  </a:lnTo>
                  <a:cubicBezTo>
                    <a:pt x="920008" y="30131"/>
                    <a:pt x="889877" y="0"/>
                    <a:pt x="852708" y="0"/>
                  </a:cubicBez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  <p:sp>
          <p:nvSpPr>
            <p:cNvPr id="218" name="Oval 1">
              <a:extLst>
                <a:ext uri="{FF2B5EF4-FFF2-40B4-BE49-F238E27FC236}">
                  <a16:creationId xmlns:a16="http://schemas.microsoft.com/office/drawing/2014/main" id="{EBF02090-4548-DEA2-0B03-EF6A90D110A6}"/>
                </a:ext>
              </a:extLst>
            </p:cNvPr>
            <p:cNvSpPr/>
            <p:nvPr/>
          </p:nvSpPr>
          <p:spPr>
            <a:xfrm flipH="1">
              <a:off x="7297125" y="3673561"/>
              <a:ext cx="319612" cy="116222"/>
            </a:xfrm>
            <a:custGeom>
              <a:avLst/>
              <a:gdLst/>
              <a:ahLst/>
              <a:cxnLst/>
              <a:rect l="l" t="t" r="r" b="b"/>
              <a:pathLst>
                <a:path w="722862" h="262858">
                  <a:moveTo>
                    <a:pt x="722862" y="0"/>
                  </a:moveTo>
                  <a:lnTo>
                    <a:pt x="0" y="0"/>
                  </a:lnTo>
                  <a:lnTo>
                    <a:pt x="0" y="131429"/>
                  </a:lnTo>
                  <a:cubicBezTo>
                    <a:pt x="0" y="204015"/>
                    <a:pt x="161818" y="262858"/>
                    <a:pt x="361431" y="262858"/>
                  </a:cubicBezTo>
                  <a:cubicBezTo>
                    <a:pt x="561044" y="262858"/>
                    <a:pt x="722862" y="204015"/>
                    <a:pt x="722862" y="131429"/>
                  </a:cubicBez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  <p:sp>
          <p:nvSpPr>
            <p:cNvPr id="219" name="Oval 1">
              <a:extLst>
                <a:ext uri="{FF2B5EF4-FFF2-40B4-BE49-F238E27FC236}">
                  <a16:creationId xmlns:a16="http://schemas.microsoft.com/office/drawing/2014/main" id="{FDAE7D91-2A89-F111-7B79-AD3C1747612F}"/>
                </a:ext>
              </a:extLst>
            </p:cNvPr>
            <p:cNvSpPr/>
            <p:nvPr/>
          </p:nvSpPr>
          <p:spPr>
            <a:xfrm flipH="1">
              <a:off x="7268070" y="3573021"/>
              <a:ext cx="377724" cy="72648"/>
            </a:xfrm>
            <a:custGeom>
              <a:avLst/>
              <a:gdLst/>
              <a:ahLst/>
              <a:cxnLst/>
              <a:rect l="l" t="t" r="r" b="b"/>
              <a:pathLst>
                <a:path w="854293" h="164306">
                  <a:moveTo>
                    <a:pt x="786994" y="0"/>
                  </a:moveTo>
                  <a:lnTo>
                    <a:pt x="67299" y="0"/>
                  </a:lnTo>
                  <a:cubicBezTo>
                    <a:pt x="30131" y="0"/>
                    <a:pt x="0" y="30131"/>
                    <a:pt x="0" y="67299"/>
                  </a:cubicBezTo>
                  <a:lnTo>
                    <a:pt x="0" y="97007"/>
                  </a:lnTo>
                  <a:cubicBezTo>
                    <a:pt x="0" y="134174"/>
                    <a:pt x="30131" y="164306"/>
                    <a:pt x="67299" y="164306"/>
                  </a:cubicBezTo>
                  <a:lnTo>
                    <a:pt x="786994" y="164306"/>
                  </a:lnTo>
                  <a:cubicBezTo>
                    <a:pt x="824162" y="164306"/>
                    <a:pt x="854293" y="134174"/>
                    <a:pt x="854293" y="97007"/>
                  </a:cubicBezTo>
                  <a:lnTo>
                    <a:pt x="854293" y="67299"/>
                  </a:lnTo>
                  <a:cubicBezTo>
                    <a:pt x="854293" y="30131"/>
                    <a:pt x="824162" y="0"/>
                    <a:pt x="786994" y="0"/>
                  </a:cubicBez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  <p:sp>
          <p:nvSpPr>
            <p:cNvPr id="220" name="Oval 1">
              <a:extLst>
                <a:ext uri="{FF2B5EF4-FFF2-40B4-BE49-F238E27FC236}">
                  <a16:creationId xmlns:a16="http://schemas.microsoft.com/office/drawing/2014/main" id="{72FDE7DA-463A-0CAE-FA79-1878CC1ABAE8}"/>
                </a:ext>
              </a:extLst>
            </p:cNvPr>
            <p:cNvSpPr/>
            <p:nvPr/>
          </p:nvSpPr>
          <p:spPr>
            <a:xfrm flipH="1">
              <a:off x="7239014" y="3371941"/>
              <a:ext cx="435836" cy="72647"/>
            </a:xfrm>
            <a:custGeom>
              <a:avLst/>
              <a:gdLst/>
              <a:ahLst/>
              <a:cxnLst/>
              <a:rect l="l" t="t" r="r" b="b"/>
              <a:pathLst>
                <a:path w="985723" h="164305">
                  <a:moveTo>
                    <a:pt x="918424" y="0"/>
                  </a:moveTo>
                  <a:lnTo>
                    <a:pt x="67300" y="0"/>
                  </a:lnTo>
                  <a:cubicBezTo>
                    <a:pt x="30131" y="0"/>
                    <a:pt x="0" y="30130"/>
                    <a:pt x="0" y="67298"/>
                  </a:cubicBezTo>
                  <a:lnTo>
                    <a:pt x="0" y="97006"/>
                  </a:lnTo>
                  <a:cubicBezTo>
                    <a:pt x="0" y="134173"/>
                    <a:pt x="30131" y="164305"/>
                    <a:pt x="67300" y="164305"/>
                  </a:cubicBezTo>
                  <a:lnTo>
                    <a:pt x="918424" y="164305"/>
                  </a:lnTo>
                  <a:cubicBezTo>
                    <a:pt x="955592" y="164305"/>
                    <a:pt x="985723" y="134173"/>
                    <a:pt x="985723" y="97006"/>
                  </a:cubicBezTo>
                  <a:lnTo>
                    <a:pt x="985723" y="67298"/>
                  </a:lnTo>
                  <a:cubicBezTo>
                    <a:pt x="985723" y="30130"/>
                    <a:pt x="955592" y="0"/>
                    <a:pt x="918424" y="0"/>
                  </a:cubicBez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  <p:sp>
          <p:nvSpPr>
            <p:cNvPr id="221" name="Oval 1">
              <a:extLst>
                <a:ext uri="{FF2B5EF4-FFF2-40B4-BE49-F238E27FC236}">
                  <a16:creationId xmlns:a16="http://schemas.microsoft.com/office/drawing/2014/main" id="{916A061D-8DD2-A500-2406-B1B8A451A227}"/>
                </a:ext>
              </a:extLst>
            </p:cNvPr>
            <p:cNvSpPr/>
            <p:nvPr/>
          </p:nvSpPr>
          <p:spPr>
            <a:xfrm flipH="1">
              <a:off x="6804248" y="2144238"/>
              <a:ext cx="1305367" cy="580151"/>
            </a:xfrm>
            <a:custGeom>
              <a:avLst/>
              <a:gdLst/>
              <a:ahLst/>
              <a:cxnLst/>
              <a:rect l="l" t="t" r="r" b="b"/>
              <a:pathLst>
                <a:path w="2952328" h="1312117">
                  <a:moveTo>
                    <a:pt x="0" y="1083508"/>
                  </a:moveTo>
                  <a:lnTo>
                    <a:pt x="0" y="1312117"/>
                  </a:lnTo>
                  <a:lnTo>
                    <a:pt x="326584" y="1266395"/>
                  </a:lnTo>
                  <a:lnTo>
                    <a:pt x="326584" y="1129230"/>
                  </a:lnTo>
                  <a:close/>
                  <a:moveTo>
                    <a:pt x="2952328" y="1083508"/>
                  </a:moveTo>
                  <a:lnTo>
                    <a:pt x="2625744" y="1129230"/>
                  </a:lnTo>
                  <a:lnTo>
                    <a:pt x="2625744" y="1266395"/>
                  </a:lnTo>
                  <a:lnTo>
                    <a:pt x="2952328" y="1312117"/>
                  </a:lnTo>
                  <a:close/>
                  <a:moveTo>
                    <a:pt x="602354" y="225997"/>
                  </a:moveTo>
                  <a:lnTo>
                    <a:pt x="427229" y="372943"/>
                  </a:lnTo>
                  <a:lnTo>
                    <a:pt x="672178" y="593732"/>
                  </a:lnTo>
                  <a:lnTo>
                    <a:pt x="777253" y="505564"/>
                  </a:lnTo>
                  <a:close/>
                  <a:moveTo>
                    <a:pt x="2333760" y="225997"/>
                  </a:moveTo>
                  <a:lnTo>
                    <a:pt x="2158860" y="505564"/>
                  </a:lnTo>
                  <a:lnTo>
                    <a:pt x="2263935" y="593732"/>
                  </a:lnTo>
                  <a:lnTo>
                    <a:pt x="2508884" y="372943"/>
                  </a:lnTo>
                  <a:close/>
                  <a:moveTo>
                    <a:pt x="1614138" y="0"/>
                  </a:moveTo>
                  <a:lnTo>
                    <a:pt x="1385529" y="0"/>
                  </a:lnTo>
                  <a:lnTo>
                    <a:pt x="1431251" y="326584"/>
                  </a:lnTo>
                  <a:lnTo>
                    <a:pt x="1568416" y="326584"/>
                  </a:ln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  <p:sp>
          <p:nvSpPr>
            <p:cNvPr id="222" name="Oval 1">
              <a:extLst>
                <a:ext uri="{FF2B5EF4-FFF2-40B4-BE49-F238E27FC236}">
                  <a16:creationId xmlns:a16="http://schemas.microsoft.com/office/drawing/2014/main" id="{B0B2CFA1-FB6A-E60E-4903-49768D660BCE}"/>
                </a:ext>
              </a:extLst>
            </p:cNvPr>
            <p:cNvSpPr/>
            <p:nvPr/>
          </p:nvSpPr>
          <p:spPr>
            <a:xfrm flipH="1">
              <a:off x="7023065" y="2349405"/>
              <a:ext cx="867734" cy="957278"/>
            </a:xfrm>
            <a:custGeom>
              <a:avLst/>
              <a:gdLst/>
              <a:ahLst/>
              <a:cxnLst/>
              <a:rect l="l" t="t" r="r" b="b"/>
              <a:pathLst>
                <a:path w="1962541" h="2165060">
                  <a:moveTo>
                    <a:pt x="983432" y="198538"/>
                  </a:moveTo>
                  <a:cubicBezTo>
                    <a:pt x="1424692" y="199056"/>
                    <a:pt x="1782226" y="556942"/>
                    <a:pt x="1782226" y="998335"/>
                  </a:cubicBezTo>
                  <a:cubicBezTo>
                    <a:pt x="1782226" y="1297141"/>
                    <a:pt x="1568968" y="1592048"/>
                    <a:pt x="1401058" y="1726777"/>
                  </a:cubicBezTo>
                  <a:cubicBezTo>
                    <a:pt x="1324499" y="1815355"/>
                    <a:pt x="1330568" y="1817170"/>
                    <a:pt x="1299456" y="1930538"/>
                  </a:cubicBezTo>
                  <a:cubicBezTo>
                    <a:pt x="1287062" y="2010030"/>
                    <a:pt x="1312171" y="2017975"/>
                    <a:pt x="1240941" y="2022107"/>
                  </a:cubicBezTo>
                  <a:lnTo>
                    <a:pt x="1199256" y="2021773"/>
                  </a:lnTo>
                  <a:lnTo>
                    <a:pt x="1196081" y="2038665"/>
                  </a:lnTo>
                  <a:lnTo>
                    <a:pt x="738881" y="2038665"/>
                  </a:lnTo>
                  <a:lnTo>
                    <a:pt x="735747" y="2021994"/>
                  </a:lnTo>
                  <a:lnTo>
                    <a:pt x="721599" y="2022107"/>
                  </a:lnTo>
                  <a:cubicBezTo>
                    <a:pt x="650369" y="2017975"/>
                    <a:pt x="675479" y="2010030"/>
                    <a:pt x="663084" y="1930538"/>
                  </a:cubicBezTo>
                  <a:cubicBezTo>
                    <a:pt x="631973" y="1817170"/>
                    <a:pt x="638043" y="1815355"/>
                    <a:pt x="561482" y="1726777"/>
                  </a:cubicBezTo>
                  <a:cubicBezTo>
                    <a:pt x="393573" y="1592048"/>
                    <a:pt x="180314" y="1297141"/>
                    <a:pt x="180314" y="998335"/>
                  </a:cubicBezTo>
                  <a:cubicBezTo>
                    <a:pt x="180314" y="556942"/>
                    <a:pt x="537849" y="199056"/>
                    <a:pt x="979110" y="198538"/>
                  </a:cubicBezTo>
                  <a:lnTo>
                    <a:pt x="979110" y="198736"/>
                  </a:lnTo>
                  <a:lnTo>
                    <a:pt x="981272" y="198569"/>
                  </a:lnTo>
                  <a:lnTo>
                    <a:pt x="983432" y="198736"/>
                  </a:lnTo>
                  <a:close/>
                  <a:moveTo>
                    <a:pt x="983110" y="0"/>
                  </a:moveTo>
                  <a:lnTo>
                    <a:pt x="981272" y="142"/>
                  </a:lnTo>
                  <a:lnTo>
                    <a:pt x="979432" y="0"/>
                  </a:lnTo>
                  <a:cubicBezTo>
                    <a:pt x="438507" y="0"/>
                    <a:pt x="0" y="438506"/>
                    <a:pt x="0" y="979431"/>
                  </a:cubicBezTo>
                  <a:cubicBezTo>
                    <a:pt x="0" y="1345477"/>
                    <a:pt x="261357" y="1706742"/>
                    <a:pt x="466993" y="1871641"/>
                  </a:cubicBezTo>
                  <a:cubicBezTo>
                    <a:pt x="528256" y="1942221"/>
                    <a:pt x="501219" y="1979308"/>
                    <a:pt x="514383" y="2071318"/>
                  </a:cubicBezTo>
                  <a:cubicBezTo>
                    <a:pt x="548609" y="2142347"/>
                    <a:pt x="579223" y="2165060"/>
                    <a:pt x="639719" y="2165060"/>
                  </a:cubicBezTo>
                  <a:lnTo>
                    <a:pt x="981272" y="2163837"/>
                  </a:lnTo>
                  <a:lnTo>
                    <a:pt x="1322821" y="2165060"/>
                  </a:lnTo>
                  <a:cubicBezTo>
                    <a:pt x="1383319" y="2165060"/>
                    <a:pt x="1413932" y="2142347"/>
                    <a:pt x="1448157" y="2071318"/>
                  </a:cubicBezTo>
                  <a:cubicBezTo>
                    <a:pt x="1461321" y="1979308"/>
                    <a:pt x="1434285" y="1942221"/>
                    <a:pt x="1495548" y="1871641"/>
                  </a:cubicBezTo>
                  <a:cubicBezTo>
                    <a:pt x="1701183" y="1706742"/>
                    <a:pt x="1962541" y="1345477"/>
                    <a:pt x="1962541" y="979431"/>
                  </a:cubicBezTo>
                  <a:cubicBezTo>
                    <a:pt x="1962541" y="438506"/>
                    <a:pt x="1524034" y="0"/>
                    <a:pt x="983110" y="0"/>
                  </a:cubicBez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  <p:sp>
          <p:nvSpPr>
            <p:cNvPr id="223" name="Oval 1">
              <a:extLst>
                <a:ext uri="{FF2B5EF4-FFF2-40B4-BE49-F238E27FC236}">
                  <a16:creationId xmlns:a16="http://schemas.microsoft.com/office/drawing/2014/main" id="{20871BDB-031A-1F87-40A5-0AC9A9A5AFFD}"/>
                </a:ext>
              </a:extLst>
            </p:cNvPr>
            <p:cNvSpPr/>
            <p:nvPr/>
          </p:nvSpPr>
          <p:spPr>
            <a:xfrm>
              <a:off x="7295982" y="2781927"/>
              <a:ext cx="314505" cy="479278"/>
            </a:xfrm>
            <a:custGeom>
              <a:avLst/>
              <a:gdLst/>
              <a:ahLst/>
              <a:cxnLst/>
              <a:rect l="l" t="t" r="r" b="b"/>
              <a:pathLst>
                <a:path w="652160" h="993834">
                  <a:moveTo>
                    <a:pt x="198701" y="0"/>
                  </a:moveTo>
                  <a:cubicBezTo>
                    <a:pt x="224613" y="0"/>
                    <a:pt x="248174" y="10856"/>
                    <a:pt x="265274" y="29005"/>
                  </a:cubicBezTo>
                  <a:cubicBezTo>
                    <a:pt x="282373" y="10856"/>
                    <a:pt x="305935" y="0"/>
                    <a:pt x="331846" y="0"/>
                  </a:cubicBezTo>
                  <a:cubicBezTo>
                    <a:pt x="357757" y="0"/>
                    <a:pt x="381319" y="10856"/>
                    <a:pt x="398419" y="29005"/>
                  </a:cubicBezTo>
                  <a:cubicBezTo>
                    <a:pt x="415518" y="10856"/>
                    <a:pt x="439080" y="0"/>
                    <a:pt x="464991" y="0"/>
                  </a:cubicBezTo>
                  <a:cubicBezTo>
                    <a:pt x="493781" y="0"/>
                    <a:pt x="519672" y="13403"/>
                    <a:pt x="536964" y="35278"/>
                  </a:cubicBezTo>
                  <a:cubicBezTo>
                    <a:pt x="547749" y="12292"/>
                    <a:pt x="572873" y="-1398"/>
                    <a:pt x="599292" y="2787"/>
                  </a:cubicBezTo>
                  <a:lnTo>
                    <a:pt x="601385" y="3119"/>
                  </a:lnTo>
                  <a:cubicBezTo>
                    <a:pt x="634213" y="8318"/>
                    <a:pt x="656609" y="39145"/>
                    <a:pt x="651411" y="71971"/>
                  </a:cubicBezTo>
                  <a:lnTo>
                    <a:pt x="505401" y="993834"/>
                  </a:lnTo>
                  <a:lnTo>
                    <a:pt x="381396" y="993834"/>
                  </a:lnTo>
                  <a:lnTo>
                    <a:pt x="507063" y="200404"/>
                  </a:lnTo>
                  <a:cubicBezTo>
                    <a:pt x="494607" y="207834"/>
                    <a:pt x="480204" y="211576"/>
                    <a:pt x="464991" y="211576"/>
                  </a:cubicBezTo>
                  <a:cubicBezTo>
                    <a:pt x="439080" y="211576"/>
                    <a:pt x="415518" y="200720"/>
                    <a:pt x="398419" y="182571"/>
                  </a:cubicBezTo>
                  <a:cubicBezTo>
                    <a:pt x="381319" y="200720"/>
                    <a:pt x="357757" y="211576"/>
                    <a:pt x="331846" y="211576"/>
                  </a:cubicBezTo>
                  <a:cubicBezTo>
                    <a:pt x="305935" y="211576"/>
                    <a:pt x="282373" y="200720"/>
                    <a:pt x="265274" y="182571"/>
                  </a:cubicBezTo>
                  <a:cubicBezTo>
                    <a:pt x="248174" y="200720"/>
                    <a:pt x="224613" y="211576"/>
                    <a:pt x="198701" y="211576"/>
                  </a:cubicBezTo>
                  <a:cubicBezTo>
                    <a:pt x="177469" y="211576"/>
                    <a:pt x="157813" y="204286"/>
                    <a:pt x="142909" y="190419"/>
                  </a:cubicBezTo>
                  <a:lnTo>
                    <a:pt x="270158" y="993834"/>
                  </a:lnTo>
                  <a:lnTo>
                    <a:pt x="146152" y="993834"/>
                  </a:lnTo>
                  <a:lnTo>
                    <a:pt x="750" y="75802"/>
                  </a:lnTo>
                  <a:cubicBezTo>
                    <a:pt x="-4449" y="42974"/>
                    <a:pt x="17947" y="12148"/>
                    <a:pt x="50775" y="6949"/>
                  </a:cubicBezTo>
                  <a:lnTo>
                    <a:pt x="52868" y="6617"/>
                  </a:lnTo>
                  <a:cubicBezTo>
                    <a:pt x="82704" y="1892"/>
                    <a:pt x="110887" y="19962"/>
                    <a:pt x="118608" y="48277"/>
                  </a:cubicBezTo>
                  <a:cubicBezTo>
                    <a:pt x="134584" y="18793"/>
                    <a:pt x="164609" y="0"/>
                    <a:pt x="198701" y="0"/>
                  </a:cubicBez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</p:grpSp>
      <p:sp>
        <p:nvSpPr>
          <p:cNvPr id="224" name="Rectangle 130">
            <a:extLst>
              <a:ext uri="{FF2B5EF4-FFF2-40B4-BE49-F238E27FC236}">
                <a16:creationId xmlns:a16="http://schemas.microsoft.com/office/drawing/2014/main" id="{09EB7A4C-73AD-CC6F-BF14-EDF7DC62CD49}"/>
              </a:ext>
            </a:extLst>
          </p:cNvPr>
          <p:cNvSpPr/>
          <p:nvPr/>
        </p:nvSpPr>
        <p:spPr>
          <a:xfrm>
            <a:off x="3409184" y="4453768"/>
            <a:ext cx="338397" cy="339933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225" name="Freeform 18">
            <a:extLst>
              <a:ext uri="{FF2B5EF4-FFF2-40B4-BE49-F238E27FC236}">
                <a16:creationId xmlns:a16="http://schemas.microsoft.com/office/drawing/2014/main" id="{066C03CF-3500-1B26-573D-820FEA5A2199}"/>
              </a:ext>
            </a:extLst>
          </p:cNvPr>
          <p:cNvSpPr/>
          <p:nvPr/>
        </p:nvSpPr>
        <p:spPr>
          <a:xfrm>
            <a:off x="8649960" y="4399686"/>
            <a:ext cx="427438" cy="344974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3896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Isosceles Triangle 61">
            <a:extLst>
              <a:ext uri="{FF2B5EF4-FFF2-40B4-BE49-F238E27FC236}">
                <a16:creationId xmlns:a16="http://schemas.microsoft.com/office/drawing/2014/main" id="{6596A166-6A14-A4D0-D90B-8E7C345E757D}"/>
              </a:ext>
            </a:extLst>
          </p:cNvPr>
          <p:cNvSpPr/>
          <p:nvPr/>
        </p:nvSpPr>
        <p:spPr>
          <a:xfrm rot="3584032">
            <a:off x="5107204" y="1283401"/>
            <a:ext cx="2921856" cy="3834460"/>
          </a:xfrm>
          <a:custGeom>
            <a:avLst/>
            <a:gdLst/>
            <a:ahLst/>
            <a:cxnLst/>
            <a:rect l="l" t="t" r="r" b="b"/>
            <a:pathLst>
              <a:path w="2571340" h="3374463">
                <a:moveTo>
                  <a:pt x="194133" y="1409566"/>
                </a:moveTo>
                <a:lnTo>
                  <a:pt x="344169" y="1502938"/>
                </a:lnTo>
                <a:cubicBezTo>
                  <a:pt x="73307" y="1938169"/>
                  <a:pt x="136087" y="2502332"/>
                  <a:pt x="496001" y="2867371"/>
                </a:cubicBezTo>
                <a:cubicBezTo>
                  <a:pt x="855916" y="3232410"/>
                  <a:pt x="1419135" y="3303158"/>
                  <a:pt x="1858151" y="3038476"/>
                </a:cubicBezTo>
                <a:cubicBezTo>
                  <a:pt x="2297167" y="2773793"/>
                  <a:pt x="2497527" y="2242683"/>
                  <a:pt x="2342723" y="1753984"/>
                </a:cubicBezTo>
                <a:cubicBezTo>
                  <a:pt x="2190311" y="1272834"/>
                  <a:pt x="1732744" y="956291"/>
                  <a:pt x="1230673" y="982086"/>
                </a:cubicBezTo>
                <a:lnTo>
                  <a:pt x="1230777" y="982870"/>
                </a:lnTo>
                <a:lnTo>
                  <a:pt x="970744" y="982870"/>
                </a:lnTo>
                <a:lnTo>
                  <a:pt x="1100761" y="0"/>
                </a:lnTo>
                <a:lnTo>
                  <a:pt x="1207395" y="806117"/>
                </a:lnTo>
                <a:cubicBezTo>
                  <a:pt x="1795169" y="769721"/>
                  <a:pt x="2333023" y="1138157"/>
                  <a:pt x="2511192" y="1700619"/>
                </a:cubicBezTo>
                <a:cubicBezTo>
                  <a:pt x="2690666" y="2267201"/>
                  <a:pt x="2458375" y="2882952"/>
                  <a:pt x="1949395" y="3189817"/>
                </a:cubicBezTo>
                <a:cubicBezTo>
                  <a:pt x="1440415" y="3496681"/>
                  <a:pt x="787436" y="3414658"/>
                  <a:pt x="370163" y="2991444"/>
                </a:cubicBezTo>
                <a:cubicBezTo>
                  <a:pt x="-47111" y="2568231"/>
                  <a:pt x="-119895" y="1914158"/>
                  <a:pt x="194133" y="1409566"/>
                </a:cubicBezTo>
                <a:close/>
              </a:path>
            </a:pathLst>
          </a:custGeom>
          <a:solidFill>
            <a:srgbClr val="39302A">
              <a:lumMod val="50000"/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5C4B63E-D383-F61D-DB9E-69A307D04986}"/>
              </a:ext>
            </a:extLst>
          </p:cNvPr>
          <p:cNvSpPr/>
          <p:nvPr/>
        </p:nvSpPr>
        <p:spPr>
          <a:xfrm>
            <a:off x="5840001" y="1730910"/>
            <a:ext cx="762478" cy="762478"/>
          </a:xfrm>
          <a:prstGeom prst="ellipse">
            <a:avLst/>
          </a:prstGeom>
          <a:solidFill>
            <a:srgbClr val="F8931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1994CAA-B950-C175-0158-8A164CDE57A0}"/>
              </a:ext>
            </a:extLst>
          </p:cNvPr>
          <p:cNvSpPr/>
          <p:nvPr/>
        </p:nvSpPr>
        <p:spPr>
          <a:xfrm>
            <a:off x="5840001" y="4367850"/>
            <a:ext cx="762478" cy="762478"/>
          </a:xfrm>
          <a:prstGeom prst="ellipse">
            <a:avLst/>
          </a:prstGeom>
          <a:solidFill>
            <a:srgbClr val="EC701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7F07825-3EAF-84D8-3643-DBA21603CC42}"/>
              </a:ext>
            </a:extLst>
          </p:cNvPr>
          <p:cNvSpPr/>
          <p:nvPr/>
        </p:nvSpPr>
        <p:spPr>
          <a:xfrm>
            <a:off x="4469963" y="3021762"/>
            <a:ext cx="762478" cy="762478"/>
          </a:xfrm>
          <a:prstGeom prst="ellipse">
            <a:avLst/>
          </a:prstGeom>
          <a:solidFill>
            <a:srgbClr val="CE8D3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3101B0C-DFA0-DF0A-9C1B-556AEA08E8F8}"/>
              </a:ext>
            </a:extLst>
          </p:cNvPr>
          <p:cNvSpPr/>
          <p:nvPr/>
        </p:nvSpPr>
        <p:spPr>
          <a:xfrm>
            <a:off x="7101239" y="3021762"/>
            <a:ext cx="762478" cy="762478"/>
          </a:xfrm>
          <a:prstGeom prst="ellipse">
            <a:avLst/>
          </a:prstGeom>
          <a:solidFill>
            <a:srgbClr val="E6482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AC4C85-7F60-90E1-AF83-BA97FA467188}"/>
              </a:ext>
            </a:extLst>
          </p:cNvPr>
          <p:cNvSpPr txBox="1"/>
          <p:nvPr/>
        </p:nvSpPr>
        <p:spPr>
          <a:xfrm>
            <a:off x="5957387" y="1870461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prstClr val="white"/>
                </a:solidFill>
                <a:latin typeface="Arial"/>
                <a:ea typeface="Arial Unicode MS"/>
                <a:cs typeface="Arial" pitchFamily="34" charset="0"/>
              </a:rPr>
              <a:t>01</a:t>
            </a:r>
            <a:endParaRPr lang="ko-KR" altLang="en-US" sz="2400" b="1" dirty="0">
              <a:solidFill>
                <a:prstClr val="white"/>
              </a:solidFill>
              <a:latin typeface="Arial"/>
              <a:ea typeface="Arial Unicode MS"/>
              <a:cs typeface="Arial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CF6FB06-E017-BEEC-E0DB-49339544914A}"/>
              </a:ext>
            </a:extLst>
          </p:cNvPr>
          <p:cNvSpPr txBox="1"/>
          <p:nvPr/>
        </p:nvSpPr>
        <p:spPr>
          <a:xfrm>
            <a:off x="4587348" y="3172170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prstClr val="white"/>
                </a:solidFill>
                <a:latin typeface="Arial"/>
                <a:ea typeface="Arial Unicode MS"/>
                <a:cs typeface="Arial" pitchFamily="34" charset="0"/>
              </a:rPr>
              <a:t>02</a:t>
            </a:r>
            <a:endParaRPr lang="ko-KR" altLang="en-US" sz="2400" b="1" dirty="0">
              <a:solidFill>
                <a:prstClr val="white"/>
              </a:solidFill>
              <a:latin typeface="Arial"/>
              <a:ea typeface="Arial Unicode MS"/>
              <a:cs typeface="Arial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8B2A37-2D1D-40CA-005A-023FC027F0C5}"/>
              </a:ext>
            </a:extLst>
          </p:cNvPr>
          <p:cNvSpPr txBox="1"/>
          <p:nvPr/>
        </p:nvSpPr>
        <p:spPr>
          <a:xfrm>
            <a:off x="5957387" y="4518257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prstClr val="white"/>
                </a:solidFill>
                <a:latin typeface="Arial"/>
                <a:ea typeface="Arial Unicode MS"/>
                <a:cs typeface="Arial" pitchFamily="34" charset="0"/>
              </a:rPr>
              <a:t>03</a:t>
            </a:r>
            <a:endParaRPr lang="ko-KR" altLang="en-US" sz="2400" b="1" dirty="0">
              <a:solidFill>
                <a:prstClr val="white"/>
              </a:solidFill>
              <a:latin typeface="Arial"/>
              <a:ea typeface="Arial Unicode MS"/>
              <a:cs typeface="Arial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DE1898F-86D4-E914-8CA4-318003D1B337}"/>
              </a:ext>
            </a:extLst>
          </p:cNvPr>
          <p:cNvSpPr txBox="1"/>
          <p:nvPr/>
        </p:nvSpPr>
        <p:spPr>
          <a:xfrm>
            <a:off x="7218624" y="3172170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prstClr val="white"/>
                </a:solidFill>
                <a:latin typeface="Arial"/>
                <a:ea typeface="Arial Unicode MS"/>
                <a:cs typeface="Arial" pitchFamily="34" charset="0"/>
              </a:rPr>
              <a:t>04</a:t>
            </a:r>
            <a:endParaRPr lang="ko-KR" altLang="en-US" sz="2400" b="1" dirty="0">
              <a:solidFill>
                <a:prstClr val="white"/>
              </a:solidFill>
              <a:latin typeface="Arial"/>
              <a:ea typeface="Arial Unicode MS"/>
              <a:cs typeface="Arial" pitchFamily="34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8C33C16-9D5C-DBBE-69D7-77DE8E7D3B9F}"/>
              </a:ext>
            </a:extLst>
          </p:cNvPr>
          <p:cNvGrpSpPr/>
          <p:nvPr/>
        </p:nvGrpSpPr>
        <p:grpSpPr>
          <a:xfrm>
            <a:off x="1974478" y="1251648"/>
            <a:ext cx="3563549" cy="863358"/>
            <a:chOff x="803640" y="3362835"/>
            <a:chExt cx="2059657" cy="863358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5BD336D-43D3-1541-3C9C-26D972621114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 can simply impress your audience and add a unique zing and appeal to your Presentations.</a:t>
              </a:r>
              <a:r>
                <a:rPr lang="en-US" altLang="ko-KR" sz="12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 Easy to change colors, photos and Text.</a:t>
              </a:r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    </a:t>
              </a:r>
              <a:endPara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25968C9-90DF-7EC9-3030-C31576D04DB3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rgbClr val="F8931D"/>
                  </a:solidFill>
                  <a:latin typeface="Arial"/>
                  <a:ea typeface="Arial Unicode MS"/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rgbClr val="F8931D"/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0B3F665-BC43-CA76-1A45-E319FB3AF20C}"/>
              </a:ext>
            </a:extLst>
          </p:cNvPr>
          <p:cNvGrpSpPr/>
          <p:nvPr/>
        </p:nvGrpSpPr>
        <p:grpSpPr>
          <a:xfrm>
            <a:off x="812428" y="2970364"/>
            <a:ext cx="3505135" cy="863358"/>
            <a:chOff x="803640" y="3362835"/>
            <a:chExt cx="2059657" cy="863358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5284FD9-6D60-0652-552B-6EB55977CA1D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 can simply impress your audience and add a unique zing and appeal to your Presentations.</a:t>
              </a:r>
              <a:r>
                <a:rPr lang="en-US" altLang="ko-KR" sz="12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 Easy to change colors, photos and Text.</a:t>
              </a:r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     </a:t>
              </a:r>
              <a:endPara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0C6EF9E-B87A-D97E-D7DF-D5242C6AF47C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rgbClr val="CE8D3E"/>
                  </a:solidFill>
                  <a:latin typeface="Arial"/>
                  <a:ea typeface="Arial Unicode MS"/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rgbClr val="CE8D3E"/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2B276B7-DF82-25BC-2CFB-F510DA8BF3B8}"/>
              </a:ext>
            </a:extLst>
          </p:cNvPr>
          <p:cNvGrpSpPr/>
          <p:nvPr/>
        </p:nvGrpSpPr>
        <p:grpSpPr>
          <a:xfrm>
            <a:off x="1974478" y="4654403"/>
            <a:ext cx="3563549" cy="863358"/>
            <a:chOff x="803640" y="3362835"/>
            <a:chExt cx="2059657" cy="863358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DFBF546-5EC3-067D-042B-BEBEB725FD10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 can simply impress your audience and add a unique zing and appeal to your Presentations. </a:t>
              </a:r>
              <a:r>
                <a:rPr lang="en-US" altLang="ko-KR" sz="12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Easy to change colors, photos and Text.</a:t>
              </a:r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   </a:t>
              </a:r>
              <a:endPara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E29FD20-C85F-4982-AD93-D613C1CC2195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rgbClr val="EC7016"/>
                  </a:solidFill>
                  <a:latin typeface="Arial"/>
                  <a:ea typeface="Arial Unicode MS"/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rgbClr val="EC7016"/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3901818-8844-4547-8534-7713FE888190}"/>
              </a:ext>
            </a:extLst>
          </p:cNvPr>
          <p:cNvGrpSpPr/>
          <p:nvPr/>
        </p:nvGrpSpPr>
        <p:grpSpPr>
          <a:xfrm>
            <a:off x="8028372" y="2970364"/>
            <a:ext cx="3499680" cy="863358"/>
            <a:chOff x="803640" y="3362835"/>
            <a:chExt cx="2059657" cy="86335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5BC7FC9-43BD-825D-3D8C-8689CD8BC9A7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 can simply impress your audience and add a unique zing and appeal to your Presentations. </a:t>
              </a:r>
              <a:r>
                <a:rPr lang="en-US" altLang="ko-KR" sz="12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Easy to change colors, photos and Text.</a:t>
              </a:r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   </a:t>
              </a:r>
              <a:endPara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F7FC8B6-CAD3-ADDD-94CE-18B172633D6F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E64823"/>
                  </a:solidFill>
                  <a:latin typeface="Arial"/>
                  <a:ea typeface="Arial Unicode MS"/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rgbClr val="E64823"/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88EC2EA-2CD8-E6F1-344F-653904FE7144}"/>
              </a:ext>
            </a:extLst>
          </p:cNvPr>
          <p:cNvGrpSpPr/>
          <p:nvPr/>
        </p:nvGrpSpPr>
        <p:grpSpPr>
          <a:xfrm>
            <a:off x="5384283" y="2650774"/>
            <a:ext cx="1565114" cy="1564311"/>
            <a:chOff x="4574848" y="1897856"/>
            <a:chExt cx="3028217" cy="3026664"/>
          </a:xfrm>
        </p:grpSpPr>
        <p:sp>
          <p:nvSpPr>
            <p:cNvPr id="59" name="Freeform: Shape 24">
              <a:extLst>
                <a:ext uri="{FF2B5EF4-FFF2-40B4-BE49-F238E27FC236}">
                  <a16:creationId xmlns:a16="http://schemas.microsoft.com/office/drawing/2014/main" id="{C748CB04-3551-2229-4624-DFCABB971BF2}"/>
                </a:ext>
              </a:extLst>
            </p:cNvPr>
            <p:cNvSpPr/>
            <p:nvPr/>
          </p:nvSpPr>
          <p:spPr>
            <a:xfrm>
              <a:off x="4575624" y="1897856"/>
              <a:ext cx="3026664" cy="3026664"/>
            </a:xfrm>
            <a:custGeom>
              <a:avLst/>
              <a:gdLst>
                <a:gd name="connsiteX0" fmla="*/ 3057049 w 3057525"/>
                <a:gd name="connsiteY0" fmla="*/ 1532096 h 3057525"/>
                <a:gd name="connsiteX1" fmla="*/ 1532096 w 3057525"/>
                <a:gd name="connsiteY1" fmla="*/ 3057049 h 3057525"/>
                <a:gd name="connsiteX2" fmla="*/ 7144 w 3057525"/>
                <a:gd name="connsiteY2" fmla="*/ 1532096 h 3057525"/>
                <a:gd name="connsiteX3" fmla="*/ 1532096 w 3057525"/>
                <a:gd name="connsiteY3" fmla="*/ 7144 h 3057525"/>
                <a:gd name="connsiteX4" fmla="*/ 3057049 w 3057525"/>
                <a:gd name="connsiteY4" fmla="*/ 1532096 h 305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57525" h="3057525">
                  <a:moveTo>
                    <a:pt x="3057049" y="1532096"/>
                  </a:moveTo>
                  <a:cubicBezTo>
                    <a:pt x="3057049" y="2374304"/>
                    <a:pt x="2374304" y="3057049"/>
                    <a:pt x="1532096" y="3057049"/>
                  </a:cubicBezTo>
                  <a:cubicBezTo>
                    <a:pt x="689888" y="3057049"/>
                    <a:pt x="7144" y="2374304"/>
                    <a:pt x="7144" y="1532096"/>
                  </a:cubicBezTo>
                  <a:cubicBezTo>
                    <a:pt x="7144" y="689888"/>
                    <a:pt x="689888" y="7144"/>
                    <a:pt x="1532096" y="7144"/>
                  </a:cubicBezTo>
                  <a:cubicBezTo>
                    <a:pt x="2374304" y="7144"/>
                    <a:pt x="3057049" y="689888"/>
                    <a:pt x="3057049" y="1532096"/>
                  </a:cubicBezTo>
                  <a:close/>
                </a:path>
              </a:pathLst>
            </a:custGeom>
            <a:solidFill>
              <a:srgbClr val="F8931D">
                <a:lumMod val="20000"/>
                <a:lumOff val="80000"/>
              </a:srgbClr>
            </a:solidFill>
            <a:ln w="9525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 Unicode MS"/>
              </a:endParaRPr>
            </a:p>
          </p:txBody>
        </p:sp>
        <p:sp>
          <p:nvSpPr>
            <p:cNvPr id="60" name="Freeform: Shape 25">
              <a:extLst>
                <a:ext uri="{FF2B5EF4-FFF2-40B4-BE49-F238E27FC236}">
                  <a16:creationId xmlns:a16="http://schemas.microsoft.com/office/drawing/2014/main" id="{63EF4837-DB4F-B871-7AE7-4C2792F9E602}"/>
                </a:ext>
              </a:extLst>
            </p:cNvPr>
            <p:cNvSpPr/>
            <p:nvPr/>
          </p:nvSpPr>
          <p:spPr>
            <a:xfrm>
              <a:off x="4574848" y="1907000"/>
              <a:ext cx="3028217" cy="2962327"/>
            </a:xfrm>
            <a:custGeom>
              <a:avLst/>
              <a:gdLst>
                <a:gd name="connsiteX0" fmla="*/ 2863236 w 3028217"/>
                <a:gd name="connsiteY0" fmla="*/ 2049564 h 2962327"/>
                <a:gd name="connsiteX1" fmla="*/ 2844662 w 3028217"/>
                <a:gd name="connsiteY1" fmla="*/ 2065518 h 2962327"/>
                <a:gd name="connsiteX2" fmla="*/ 2847519 w 3028217"/>
                <a:gd name="connsiteY2" fmla="*/ 2116953 h 2962327"/>
                <a:gd name="connsiteX3" fmla="*/ 2887525 w 3028217"/>
                <a:gd name="connsiteY3" fmla="*/ 2084568 h 2962327"/>
                <a:gd name="connsiteX4" fmla="*/ 2890382 w 3028217"/>
                <a:gd name="connsiteY4" fmla="*/ 2078853 h 2962327"/>
                <a:gd name="connsiteX5" fmla="*/ 2890382 w 3028217"/>
                <a:gd name="connsiteY5" fmla="*/ 2057898 h 2962327"/>
                <a:gd name="connsiteX6" fmla="*/ 2863236 w 3028217"/>
                <a:gd name="connsiteY6" fmla="*/ 2049564 h 2962327"/>
                <a:gd name="connsiteX7" fmla="*/ 2453184 w 3028217"/>
                <a:gd name="connsiteY7" fmla="*/ 1703568 h 2962327"/>
                <a:gd name="connsiteX8" fmla="*/ 2444611 w 3028217"/>
                <a:gd name="connsiteY8" fmla="*/ 1714046 h 2962327"/>
                <a:gd name="connsiteX9" fmla="*/ 2467471 w 3028217"/>
                <a:gd name="connsiteY9" fmla="*/ 1740716 h 2962327"/>
                <a:gd name="connsiteX10" fmla="*/ 2482711 w 3028217"/>
                <a:gd name="connsiteY10" fmla="*/ 1728333 h 2962327"/>
                <a:gd name="connsiteX11" fmla="*/ 2453184 w 3028217"/>
                <a:gd name="connsiteY11" fmla="*/ 1703568 h 2962327"/>
                <a:gd name="connsiteX12" fmla="*/ 802501 w 3028217"/>
                <a:gd name="connsiteY12" fmla="*/ 1583553 h 2962327"/>
                <a:gd name="connsiteX13" fmla="*/ 812026 w 3028217"/>
                <a:gd name="connsiteY13" fmla="*/ 1589268 h 2962327"/>
                <a:gd name="connsiteX14" fmla="*/ 802501 w 3028217"/>
                <a:gd name="connsiteY14" fmla="*/ 1599745 h 2962327"/>
                <a:gd name="connsiteX15" fmla="*/ 792024 w 3028217"/>
                <a:gd name="connsiteY15" fmla="*/ 1594030 h 2962327"/>
                <a:gd name="connsiteX16" fmla="*/ 802501 w 3028217"/>
                <a:gd name="connsiteY16" fmla="*/ 1583553 h 2962327"/>
                <a:gd name="connsiteX17" fmla="*/ 573901 w 3028217"/>
                <a:gd name="connsiteY17" fmla="*/ 1577838 h 2962327"/>
                <a:gd name="connsiteX18" fmla="*/ 592951 w 3028217"/>
                <a:gd name="connsiteY18" fmla="*/ 1589268 h 2962327"/>
                <a:gd name="connsiteX19" fmla="*/ 584379 w 3028217"/>
                <a:gd name="connsiteY19" fmla="*/ 1596888 h 2962327"/>
                <a:gd name="connsiteX20" fmla="*/ 565329 w 3028217"/>
                <a:gd name="connsiteY20" fmla="*/ 1587363 h 2962327"/>
                <a:gd name="connsiteX21" fmla="*/ 573901 w 3028217"/>
                <a:gd name="connsiteY21" fmla="*/ 1577838 h 2962327"/>
                <a:gd name="connsiteX22" fmla="*/ 698678 w 3028217"/>
                <a:gd name="connsiteY22" fmla="*/ 1550216 h 2962327"/>
                <a:gd name="connsiteX23" fmla="*/ 763448 w 3028217"/>
                <a:gd name="connsiteY23" fmla="*/ 1592126 h 2962327"/>
                <a:gd name="connsiteX24" fmla="*/ 678676 w 3028217"/>
                <a:gd name="connsiteY24" fmla="*/ 1592126 h 2962327"/>
                <a:gd name="connsiteX25" fmla="*/ 698678 w 3028217"/>
                <a:gd name="connsiteY25" fmla="*/ 1550216 h 2962327"/>
                <a:gd name="connsiteX26" fmla="*/ 492939 w 3028217"/>
                <a:gd name="connsiteY26" fmla="*/ 1460681 h 2962327"/>
                <a:gd name="connsiteX27" fmla="*/ 562471 w 3028217"/>
                <a:gd name="connsiteY27" fmla="*/ 1479731 h 2962327"/>
                <a:gd name="connsiteX28" fmla="*/ 646291 w 3028217"/>
                <a:gd name="connsiteY28" fmla="*/ 1537833 h 2962327"/>
                <a:gd name="connsiteX29" fmla="*/ 577711 w 3028217"/>
                <a:gd name="connsiteY29" fmla="*/ 1525451 h 2962327"/>
                <a:gd name="connsiteX30" fmla="*/ 527229 w 3028217"/>
                <a:gd name="connsiteY30" fmla="*/ 1487351 h 2962327"/>
                <a:gd name="connsiteX31" fmla="*/ 525032 w 3028217"/>
                <a:gd name="connsiteY31" fmla="*/ 1486533 h 2962327"/>
                <a:gd name="connsiteX32" fmla="*/ 527229 w 3028217"/>
                <a:gd name="connsiteY32" fmla="*/ 1488303 h 2962327"/>
                <a:gd name="connsiteX33" fmla="*/ 451029 w 3028217"/>
                <a:gd name="connsiteY33" fmla="*/ 1494971 h 2962327"/>
                <a:gd name="connsiteX34" fmla="*/ 492939 w 3028217"/>
                <a:gd name="connsiteY34" fmla="*/ 1460681 h 2962327"/>
                <a:gd name="connsiteX35" fmla="*/ 592475 w 3028217"/>
                <a:gd name="connsiteY35" fmla="*/ 1413889 h 2962327"/>
                <a:gd name="connsiteX36" fmla="*/ 596761 w 3028217"/>
                <a:gd name="connsiteY36" fmla="*/ 1414961 h 2962327"/>
                <a:gd name="connsiteX37" fmla="*/ 595809 w 3028217"/>
                <a:gd name="connsiteY37" fmla="*/ 1447346 h 2962327"/>
                <a:gd name="connsiteX38" fmla="*/ 588189 w 3028217"/>
                <a:gd name="connsiteY38" fmla="*/ 1414961 h 2962327"/>
                <a:gd name="connsiteX39" fmla="*/ 592475 w 3028217"/>
                <a:gd name="connsiteY39" fmla="*/ 1413889 h 2962327"/>
                <a:gd name="connsiteX40" fmla="*/ 2633206 w 3028217"/>
                <a:gd name="connsiteY40" fmla="*/ 1174931 h 2962327"/>
                <a:gd name="connsiteX41" fmla="*/ 2673211 w 3028217"/>
                <a:gd name="connsiteY41" fmla="*/ 1180646 h 2962327"/>
                <a:gd name="connsiteX42" fmla="*/ 2633206 w 3028217"/>
                <a:gd name="connsiteY42" fmla="*/ 1174931 h 2962327"/>
                <a:gd name="connsiteX43" fmla="*/ 2477948 w 3028217"/>
                <a:gd name="connsiteY43" fmla="*/ 1095873 h 2962327"/>
                <a:gd name="connsiteX44" fmla="*/ 2484616 w 3028217"/>
                <a:gd name="connsiteY44" fmla="*/ 1110160 h 2962327"/>
                <a:gd name="connsiteX45" fmla="*/ 2464613 w 3028217"/>
                <a:gd name="connsiteY45" fmla="*/ 1135878 h 2962327"/>
                <a:gd name="connsiteX46" fmla="*/ 2444611 w 3028217"/>
                <a:gd name="connsiteY46" fmla="*/ 1144450 h 2962327"/>
                <a:gd name="connsiteX47" fmla="*/ 2415083 w 3028217"/>
                <a:gd name="connsiteY47" fmla="*/ 1119685 h 2962327"/>
                <a:gd name="connsiteX48" fmla="*/ 2446516 w 3028217"/>
                <a:gd name="connsiteY48" fmla="*/ 1114923 h 2962327"/>
                <a:gd name="connsiteX49" fmla="*/ 2477948 w 3028217"/>
                <a:gd name="connsiteY49" fmla="*/ 1095873 h 2962327"/>
                <a:gd name="connsiteX50" fmla="*/ 2344599 w 3028217"/>
                <a:gd name="connsiteY50" fmla="*/ 1039676 h 2962327"/>
                <a:gd name="connsiteX51" fmla="*/ 2355076 w 3028217"/>
                <a:gd name="connsiteY51" fmla="*/ 1066346 h 2962327"/>
                <a:gd name="connsiteX52" fmla="*/ 2341741 w 3028217"/>
                <a:gd name="connsiteY52" fmla="*/ 1092063 h 2962327"/>
                <a:gd name="connsiteX53" fmla="*/ 2328406 w 3028217"/>
                <a:gd name="connsiteY53" fmla="*/ 1065393 h 2962327"/>
                <a:gd name="connsiteX54" fmla="*/ 2344599 w 3028217"/>
                <a:gd name="connsiteY54" fmla="*/ 1039676 h 2962327"/>
                <a:gd name="connsiteX55" fmla="*/ 699631 w 3028217"/>
                <a:gd name="connsiteY55" fmla="*/ 966334 h 2962327"/>
                <a:gd name="connsiteX56" fmla="*/ 616764 w 3028217"/>
                <a:gd name="connsiteY56" fmla="*/ 992051 h 2962327"/>
                <a:gd name="connsiteX57" fmla="*/ 699631 w 3028217"/>
                <a:gd name="connsiteY57" fmla="*/ 966334 h 2962327"/>
                <a:gd name="connsiteX58" fmla="*/ 2786559 w 3028217"/>
                <a:gd name="connsiteY58" fmla="*/ 938711 h 2962327"/>
                <a:gd name="connsiteX59" fmla="*/ 2814181 w 3028217"/>
                <a:gd name="connsiteY59" fmla="*/ 938711 h 2962327"/>
                <a:gd name="connsiteX60" fmla="*/ 2814181 w 3028217"/>
                <a:gd name="connsiteY60" fmla="*/ 945378 h 2962327"/>
                <a:gd name="connsiteX61" fmla="*/ 2786559 w 3028217"/>
                <a:gd name="connsiteY61" fmla="*/ 938711 h 2962327"/>
                <a:gd name="connsiteX62" fmla="*/ 737731 w 3028217"/>
                <a:gd name="connsiteY62" fmla="*/ 935019 h 2962327"/>
                <a:gd name="connsiteX63" fmla="*/ 702489 w 3028217"/>
                <a:gd name="connsiteY63" fmla="*/ 951093 h 2962327"/>
                <a:gd name="connsiteX64" fmla="*/ 770116 w 3028217"/>
                <a:gd name="connsiteY64" fmla="*/ 936805 h 2962327"/>
                <a:gd name="connsiteX65" fmla="*/ 737731 w 3028217"/>
                <a:gd name="connsiteY65" fmla="*/ 935019 h 2962327"/>
                <a:gd name="connsiteX66" fmla="*/ 619383 w 3028217"/>
                <a:gd name="connsiteY66" fmla="*/ 880251 h 2962327"/>
                <a:gd name="connsiteX67" fmla="*/ 608191 w 3028217"/>
                <a:gd name="connsiteY67" fmla="*/ 882513 h 2962327"/>
                <a:gd name="connsiteX68" fmla="*/ 541516 w 3028217"/>
                <a:gd name="connsiteY68" fmla="*/ 968238 h 2962327"/>
                <a:gd name="connsiteX69" fmla="*/ 558661 w 3028217"/>
                <a:gd name="connsiteY69" fmla="*/ 975858 h 2962327"/>
                <a:gd name="connsiteX70" fmla="*/ 578664 w 3028217"/>
                <a:gd name="connsiteY70" fmla="*/ 949188 h 2962327"/>
                <a:gd name="connsiteX71" fmla="*/ 623431 w 3028217"/>
                <a:gd name="connsiteY71" fmla="*/ 890133 h 2962327"/>
                <a:gd name="connsiteX72" fmla="*/ 619383 w 3028217"/>
                <a:gd name="connsiteY72" fmla="*/ 880251 h 2962327"/>
                <a:gd name="connsiteX73" fmla="*/ 659626 w 3028217"/>
                <a:gd name="connsiteY73" fmla="*/ 872036 h 2962327"/>
                <a:gd name="connsiteX74" fmla="*/ 647244 w 3028217"/>
                <a:gd name="connsiteY74" fmla="*/ 879656 h 2962327"/>
                <a:gd name="connsiteX75" fmla="*/ 657721 w 3028217"/>
                <a:gd name="connsiteY75" fmla="*/ 950141 h 2962327"/>
                <a:gd name="connsiteX76" fmla="*/ 683439 w 3028217"/>
                <a:gd name="connsiteY76" fmla="*/ 913946 h 2962327"/>
                <a:gd name="connsiteX77" fmla="*/ 711061 w 3028217"/>
                <a:gd name="connsiteY77" fmla="*/ 910136 h 2962327"/>
                <a:gd name="connsiteX78" fmla="*/ 709156 w 3028217"/>
                <a:gd name="connsiteY78" fmla="*/ 891086 h 2962327"/>
                <a:gd name="connsiteX79" fmla="*/ 659626 w 3028217"/>
                <a:gd name="connsiteY79" fmla="*/ 872036 h 2962327"/>
                <a:gd name="connsiteX80" fmla="*/ 620410 w 3028217"/>
                <a:gd name="connsiteY80" fmla="*/ 803828 h 2962327"/>
                <a:gd name="connsiteX81" fmla="*/ 603429 w 3028217"/>
                <a:gd name="connsiteY81" fmla="*/ 807266 h 2962327"/>
                <a:gd name="connsiteX82" fmla="*/ 532944 w 3028217"/>
                <a:gd name="connsiteY82" fmla="*/ 841556 h 2962327"/>
                <a:gd name="connsiteX83" fmla="*/ 541516 w 3028217"/>
                <a:gd name="connsiteY83" fmla="*/ 855843 h 2962327"/>
                <a:gd name="connsiteX84" fmla="*/ 602476 w 3028217"/>
                <a:gd name="connsiteY84" fmla="*/ 859653 h 2962327"/>
                <a:gd name="connsiteX85" fmla="*/ 652959 w 3028217"/>
                <a:gd name="connsiteY85" fmla="*/ 835841 h 2962327"/>
                <a:gd name="connsiteX86" fmla="*/ 620410 w 3028217"/>
                <a:gd name="connsiteY86" fmla="*/ 803828 h 2962327"/>
                <a:gd name="connsiteX87" fmla="*/ 2051228 w 3028217"/>
                <a:gd name="connsiteY87" fmla="*/ 690108 h 2962327"/>
                <a:gd name="connsiteX88" fmla="*/ 2074088 w 3028217"/>
                <a:gd name="connsiteY88" fmla="*/ 722493 h 2962327"/>
                <a:gd name="connsiteX89" fmla="*/ 2021701 w 3028217"/>
                <a:gd name="connsiteY89" fmla="*/ 782500 h 2962327"/>
                <a:gd name="connsiteX90" fmla="*/ 2000746 w 3028217"/>
                <a:gd name="connsiteY90" fmla="*/ 772023 h 2962327"/>
                <a:gd name="connsiteX91" fmla="*/ 2036941 w 3028217"/>
                <a:gd name="connsiteY91" fmla="*/ 698680 h 2962327"/>
                <a:gd name="connsiteX92" fmla="*/ 2051228 w 3028217"/>
                <a:gd name="connsiteY92" fmla="*/ 690108 h 2962327"/>
                <a:gd name="connsiteX93" fmla="*/ 2111236 w 3028217"/>
                <a:gd name="connsiteY93" fmla="*/ 608669 h 2962327"/>
                <a:gd name="connsiteX94" fmla="*/ 2113141 w 3028217"/>
                <a:gd name="connsiteY94" fmla="*/ 623433 h 2962327"/>
                <a:gd name="connsiteX95" fmla="*/ 2111236 w 3028217"/>
                <a:gd name="connsiteY95" fmla="*/ 626290 h 2962327"/>
                <a:gd name="connsiteX96" fmla="*/ 2159814 w 3028217"/>
                <a:gd name="connsiteY96" fmla="*/ 711063 h 2962327"/>
                <a:gd name="connsiteX97" fmla="*/ 2199819 w 3028217"/>
                <a:gd name="connsiteY97" fmla="*/ 758688 h 2962327"/>
                <a:gd name="connsiteX98" fmla="*/ 2176959 w 3028217"/>
                <a:gd name="connsiteY98" fmla="*/ 800598 h 2962327"/>
                <a:gd name="connsiteX99" fmla="*/ 2092186 w 3028217"/>
                <a:gd name="connsiteY99" fmla="*/ 814885 h 2962327"/>
                <a:gd name="connsiteX100" fmla="*/ 2092186 w 3028217"/>
                <a:gd name="connsiteY100" fmla="*/ 777738 h 2962327"/>
                <a:gd name="connsiteX101" fmla="*/ 2111236 w 3028217"/>
                <a:gd name="connsiteY101" fmla="*/ 740590 h 2962327"/>
                <a:gd name="connsiteX102" fmla="*/ 2110284 w 3028217"/>
                <a:gd name="connsiteY102" fmla="*/ 710110 h 2962327"/>
                <a:gd name="connsiteX103" fmla="*/ 2076946 w 3028217"/>
                <a:gd name="connsiteY103" fmla="*/ 669153 h 2962327"/>
                <a:gd name="connsiteX104" fmla="*/ 2097901 w 3028217"/>
                <a:gd name="connsiteY104" fmla="*/ 611050 h 2962327"/>
                <a:gd name="connsiteX105" fmla="*/ 2111236 w 3028217"/>
                <a:gd name="connsiteY105" fmla="*/ 608669 h 2962327"/>
                <a:gd name="connsiteX106" fmla="*/ 927279 w 3028217"/>
                <a:gd name="connsiteY106" fmla="*/ 479605 h 2962327"/>
                <a:gd name="connsiteX107" fmla="*/ 933946 w 3028217"/>
                <a:gd name="connsiteY107" fmla="*/ 486273 h 2962327"/>
                <a:gd name="connsiteX108" fmla="*/ 929184 w 3028217"/>
                <a:gd name="connsiteY108" fmla="*/ 493893 h 2962327"/>
                <a:gd name="connsiteX109" fmla="*/ 919659 w 3028217"/>
                <a:gd name="connsiteY109" fmla="*/ 488178 h 2962327"/>
                <a:gd name="connsiteX110" fmla="*/ 927279 w 3028217"/>
                <a:gd name="connsiteY110" fmla="*/ 479605 h 2962327"/>
                <a:gd name="connsiteX111" fmla="*/ 1938089 w 3028217"/>
                <a:gd name="connsiteY111" fmla="*/ 417931 h 2962327"/>
                <a:gd name="connsiteX112" fmla="*/ 1959789 w 3028217"/>
                <a:gd name="connsiteY112" fmla="*/ 441505 h 2962327"/>
                <a:gd name="connsiteX113" fmla="*/ 1940739 w 3028217"/>
                <a:gd name="connsiteY113" fmla="*/ 466270 h 2962327"/>
                <a:gd name="connsiteX114" fmla="*/ 1842631 w 3028217"/>
                <a:gd name="connsiteY114" fmla="*/ 480558 h 2962327"/>
                <a:gd name="connsiteX115" fmla="*/ 1832154 w 3028217"/>
                <a:gd name="connsiteY115" fmla="*/ 458650 h 2962327"/>
                <a:gd name="connsiteX116" fmla="*/ 1833106 w 3028217"/>
                <a:gd name="connsiteY116" fmla="*/ 431980 h 2962327"/>
                <a:gd name="connsiteX117" fmla="*/ 1845489 w 3028217"/>
                <a:gd name="connsiteY117" fmla="*/ 423408 h 2962327"/>
                <a:gd name="connsiteX118" fmla="*/ 1857871 w 3028217"/>
                <a:gd name="connsiteY118" fmla="*/ 432933 h 2962327"/>
                <a:gd name="connsiteX119" fmla="*/ 1926451 w 3028217"/>
                <a:gd name="connsiteY119" fmla="*/ 418645 h 2962327"/>
                <a:gd name="connsiteX120" fmla="*/ 1938089 w 3028217"/>
                <a:gd name="connsiteY120" fmla="*/ 417931 h 2962327"/>
                <a:gd name="connsiteX121" fmla="*/ 904419 w 3028217"/>
                <a:gd name="connsiteY121" fmla="*/ 389118 h 2962327"/>
                <a:gd name="connsiteX122" fmla="*/ 938709 w 3028217"/>
                <a:gd name="connsiteY122" fmla="*/ 433886 h 2962327"/>
                <a:gd name="connsiteX123" fmla="*/ 942519 w 3028217"/>
                <a:gd name="connsiteY123" fmla="*/ 446268 h 2962327"/>
                <a:gd name="connsiteX124" fmla="*/ 931089 w 3028217"/>
                <a:gd name="connsiteY124" fmla="*/ 449125 h 2962327"/>
                <a:gd name="connsiteX125" fmla="*/ 878701 w 3028217"/>
                <a:gd name="connsiteY125" fmla="*/ 449125 h 2962327"/>
                <a:gd name="connsiteX126" fmla="*/ 856794 w 3028217"/>
                <a:gd name="connsiteY126" fmla="*/ 443411 h 2962327"/>
                <a:gd name="connsiteX127" fmla="*/ 867271 w 3028217"/>
                <a:gd name="connsiteY127" fmla="*/ 412930 h 2962327"/>
                <a:gd name="connsiteX128" fmla="*/ 904419 w 3028217"/>
                <a:gd name="connsiteY128" fmla="*/ 389118 h 2962327"/>
                <a:gd name="connsiteX129" fmla="*/ 1062534 w 3028217"/>
                <a:gd name="connsiteY129" fmla="*/ 340541 h 2962327"/>
                <a:gd name="connsiteX130" fmla="*/ 1083489 w 3028217"/>
                <a:gd name="connsiteY130" fmla="*/ 353876 h 2962327"/>
                <a:gd name="connsiteX131" fmla="*/ 1053961 w 3028217"/>
                <a:gd name="connsiteY131" fmla="*/ 360543 h 2962327"/>
                <a:gd name="connsiteX132" fmla="*/ 1062534 w 3028217"/>
                <a:gd name="connsiteY132" fmla="*/ 340541 h 2962327"/>
                <a:gd name="connsiteX133" fmla="*/ 2471113 w 3028217"/>
                <a:gd name="connsiteY133" fmla="*/ 336025 h 2962327"/>
                <a:gd name="connsiteX134" fmla="*/ 2521763 w 3028217"/>
                <a:gd name="connsiteY134" fmla="*/ 370068 h 2962327"/>
                <a:gd name="connsiteX135" fmla="*/ 2848471 w 3028217"/>
                <a:gd name="connsiteY135" fmla="*/ 785358 h 2962327"/>
                <a:gd name="connsiteX136" fmla="*/ 2920861 w 3028217"/>
                <a:gd name="connsiteY136" fmla="*/ 940616 h 2962327"/>
                <a:gd name="connsiteX137" fmla="*/ 2926576 w 3028217"/>
                <a:gd name="connsiteY137" fmla="*/ 977763 h 2962327"/>
                <a:gd name="connsiteX138" fmla="*/ 2847518 w 3028217"/>
                <a:gd name="connsiteY138" fmla="*/ 938711 h 2962327"/>
                <a:gd name="connsiteX139" fmla="*/ 2864663 w 3028217"/>
                <a:gd name="connsiteY139" fmla="*/ 890133 h 2962327"/>
                <a:gd name="connsiteX140" fmla="*/ 2810371 w 3028217"/>
                <a:gd name="connsiteY140" fmla="*/ 908231 h 2962327"/>
                <a:gd name="connsiteX141" fmla="*/ 2757031 w 3028217"/>
                <a:gd name="connsiteY141" fmla="*/ 904421 h 2962327"/>
                <a:gd name="connsiteX142" fmla="*/ 2728456 w 3028217"/>
                <a:gd name="connsiteY142" fmla="*/ 916803 h 2962327"/>
                <a:gd name="connsiteX143" fmla="*/ 2707501 w 3028217"/>
                <a:gd name="connsiteY143" fmla="*/ 971096 h 2962327"/>
                <a:gd name="connsiteX144" fmla="*/ 2706548 w 3028217"/>
                <a:gd name="connsiteY144" fmla="*/ 1011101 h 2962327"/>
                <a:gd name="connsiteX145" fmla="*/ 2712263 w 3028217"/>
                <a:gd name="connsiteY145" fmla="*/ 1044438 h 2962327"/>
                <a:gd name="connsiteX146" fmla="*/ 2750438 w 3028217"/>
                <a:gd name="connsiteY146" fmla="*/ 1026892 h 2962327"/>
                <a:gd name="connsiteX147" fmla="*/ 2757317 w 3028217"/>
                <a:gd name="connsiteY147" fmla="*/ 1029909 h 2962327"/>
                <a:gd name="connsiteX148" fmla="*/ 2760842 w 3028217"/>
                <a:gd name="connsiteY148" fmla="*/ 1028246 h 2962327"/>
                <a:gd name="connsiteX149" fmla="*/ 2785607 w 3028217"/>
                <a:gd name="connsiteY149" fmla="*/ 1010148 h 2962327"/>
                <a:gd name="connsiteX150" fmla="*/ 2804538 w 3028217"/>
                <a:gd name="connsiteY150" fmla="*/ 1006457 h 2962327"/>
                <a:gd name="connsiteX151" fmla="*/ 2822755 w 3028217"/>
                <a:gd name="connsiteY151" fmla="*/ 1009196 h 2962327"/>
                <a:gd name="connsiteX152" fmla="*/ 2938959 w 3028217"/>
                <a:gd name="connsiteY152" fmla="*/ 1031103 h 2962327"/>
                <a:gd name="connsiteX153" fmla="*/ 2959915 w 3028217"/>
                <a:gd name="connsiteY153" fmla="*/ 1058726 h 2962327"/>
                <a:gd name="connsiteX154" fmla="*/ 3021827 w 3028217"/>
                <a:gd name="connsiteY154" fmla="*/ 1368288 h 2962327"/>
                <a:gd name="connsiteX155" fmla="*/ 3027542 w 3028217"/>
                <a:gd name="connsiteY155" fmla="*/ 1562598 h 2962327"/>
                <a:gd name="connsiteX156" fmla="*/ 3020874 w 3028217"/>
                <a:gd name="connsiteY156" fmla="*/ 1594983 h 2962327"/>
                <a:gd name="connsiteX157" fmla="*/ 2958009 w 3028217"/>
                <a:gd name="connsiteY157" fmla="*/ 1512116 h 2962327"/>
                <a:gd name="connsiteX158" fmla="*/ 2918005 w 3028217"/>
                <a:gd name="connsiteY158" fmla="*/ 1446393 h 2962327"/>
                <a:gd name="connsiteX159" fmla="*/ 2860855 w 3028217"/>
                <a:gd name="connsiteY159" fmla="*/ 1371146 h 2962327"/>
                <a:gd name="connsiteX160" fmla="*/ 2831327 w 3028217"/>
                <a:gd name="connsiteY160" fmla="*/ 1343523 h 2962327"/>
                <a:gd name="connsiteX161" fmla="*/ 2856092 w 3028217"/>
                <a:gd name="connsiteY161" fmla="*/ 1380671 h 2962327"/>
                <a:gd name="connsiteX162" fmla="*/ 2930387 w 3028217"/>
                <a:gd name="connsiteY162" fmla="*/ 1514021 h 2962327"/>
                <a:gd name="connsiteX163" fmla="*/ 2939912 w 3028217"/>
                <a:gd name="connsiteY163" fmla="*/ 1546406 h 2962327"/>
                <a:gd name="connsiteX164" fmla="*/ 2962772 w 3028217"/>
                <a:gd name="connsiteY164" fmla="*/ 1597841 h 2962327"/>
                <a:gd name="connsiteX165" fmla="*/ 2999919 w 3028217"/>
                <a:gd name="connsiteY165" fmla="*/ 1683566 h 2962327"/>
                <a:gd name="connsiteX166" fmla="*/ 3012302 w 3028217"/>
                <a:gd name="connsiteY166" fmla="*/ 1740716 h 2962327"/>
                <a:gd name="connsiteX167" fmla="*/ 2886572 w 3028217"/>
                <a:gd name="connsiteY167" fmla="*/ 2158864 h 2962327"/>
                <a:gd name="connsiteX168" fmla="*/ 2841805 w 3028217"/>
                <a:gd name="connsiteY168" fmla="*/ 2246493 h 2962327"/>
                <a:gd name="connsiteX169" fmla="*/ 2821802 w 3028217"/>
                <a:gd name="connsiteY169" fmla="*/ 2266496 h 2962327"/>
                <a:gd name="connsiteX170" fmla="*/ 2808467 w 3028217"/>
                <a:gd name="connsiteY170" fmla="*/ 2240778 h 2962327"/>
                <a:gd name="connsiteX171" fmla="*/ 2785607 w 3028217"/>
                <a:gd name="connsiteY171" fmla="*/ 2172198 h 2962327"/>
                <a:gd name="connsiteX172" fmla="*/ 2805609 w 3028217"/>
                <a:gd name="connsiteY172" fmla="*/ 2234111 h 2962327"/>
                <a:gd name="connsiteX173" fmla="*/ 2821802 w 3028217"/>
                <a:gd name="connsiteY173" fmla="*/ 2273164 h 2962327"/>
                <a:gd name="connsiteX174" fmla="*/ 2708455 w 3028217"/>
                <a:gd name="connsiteY174" fmla="*/ 2451281 h 2962327"/>
                <a:gd name="connsiteX175" fmla="*/ 2551292 w 3028217"/>
                <a:gd name="connsiteY175" fmla="*/ 2622731 h 2962327"/>
                <a:gd name="connsiteX176" fmla="*/ 2476997 w 3028217"/>
                <a:gd name="connsiteY176" fmla="*/ 2687501 h 2962327"/>
                <a:gd name="connsiteX177" fmla="*/ 2463662 w 3028217"/>
                <a:gd name="connsiteY177" fmla="*/ 2655116 h 2962327"/>
                <a:gd name="connsiteX178" fmla="*/ 2425562 w 3028217"/>
                <a:gd name="connsiteY178" fmla="*/ 2533196 h 2962327"/>
                <a:gd name="connsiteX179" fmla="*/ 2439849 w 3028217"/>
                <a:gd name="connsiteY179" fmla="*/ 2375081 h 2962327"/>
                <a:gd name="connsiteX180" fmla="*/ 2449374 w 3028217"/>
                <a:gd name="connsiteY180" fmla="*/ 2301739 h 2962327"/>
                <a:gd name="connsiteX181" fmla="*/ 2430324 w 3028217"/>
                <a:gd name="connsiteY181" fmla="*/ 2210298 h 2962327"/>
                <a:gd name="connsiteX182" fmla="*/ 2396987 w 3028217"/>
                <a:gd name="connsiteY182" fmla="*/ 2144576 h 2962327"/>
                <a:gd name="connsiteX183" fmla="*/ 2370317 w 3028217"/>
                <a:gd name="connsiteY183" fmla="*/ 2012178 h 2962327"/>
                <a:gd name="connsiteX184" fmla="*/ 2374127 w 3028217"/>
                <a:gd name="connsiteY184" fmla="*/ 1992176 h 2962327"/>
                <a:gd name="connsiteX185" fmla="*/ 2319834 w 3028217"/>
                <a:gd name="connsiteY185" fmla="*/ 1944551 h 2962327"/>
                <a:gd name="connsiteX186" fmla="*/ 2282687 w 3028217"/>
                <a:gd name="connsiteY186" fmla="*/ 1931216 h 2962327"/>
                <a:gd name="connsiteX187" fmla="*/ 2200772 w 3028217"/>
                <a:gd name="connsiteY187" fmla="*/ 1905498 h 2962327"/>
                <a:gd name="connsiteX188" fmla="*/ 2157909 w 3028217"/>
                <a:gd name="connsiteY188" fmla="*/ 1926453 h 2962327"/>
                <a:gd name="connsiteX189" fmla="*/ 2106474 w 3028217"/>
                <a:gd name="connsiteY189" fmla="*/ 1931216 h 2962327"/>
                <a:gd name="connsiteX190" fmla="*/ 2040752 w 3028217"/>
                <a:gd name="connsiteY190" fmla="*/ 1937883 h 2962327"/>
                <a:gd name="connsiteX191" fmla="*/ 1974077 w 3028217"/>
                <a:gd name="connsiteY191" fmla="*/ 1924548 h 2962327"/>
                <a:gd name="connsiteX192" fmla="*/ 1919784 w 3028217"/>
                <a:gd name="connsiteY192" fmla="*/ 1877876 h 2962327"/>
                <a:gd name="connsiteX193" fmla="*/ 1896924 w 3028217"/>
                <a:gd name="connsiteY193" fmla="*/ 1849301 h 2962327"/>
                <a:gd name="connsiteX194" fmla="*/ 1839774 w 3028217"/>
                <a:gd name="connsiteY194" fmla="*/ 1762623 h 2962327"/>
                <a:gd name="connsiteX195" fmla="*/ 1822629 w 3028217"/>
                <a:gd name="connsiteY195" fmla="*/ 1676898 h 2962327"/>
                <a:gd name="connsiteX196" fmla="*/ 1829297 w 3028217"/>
                <a:gd name="connsiteY196" fmla="*/ 1537833 h 2962327"/>
                <a:gd name="connsiteX197" fmla="*/ 1828344 w 3028217"/>
                <a:gd name="connsiteY197" fmla="*/ 1514973 h 2962327"/>
                <a:gd name="connsiteX198" fmla="*/ 1909307 w 3028217"/>
                <a:gd name="connsiteY198" fmla="*/ 1373051 h 2962327"/>
                <a:gd name="connsiteX199" fmla="*/ 1929309 w 3028217"/>
                <a:gd name="connsiteY199" fmla="*/ 1361621 h 2962327"/>
                <a:gd name="connsiteX200" fmla="*/ 1977887 w 3028217"/>
                <a:gd name="connsiteY200" fmla="*/ 1293041 h 2962327"/>
                <a:gd name="connsiteX201" fmla="*/ 2019797 w 3028217"/>
                <a:gd name="connsiteY201" fmla="*/ 1227318 h 2962327"/>
                <a:gd name="connsiteX202" fmla="*/ 2051229 w 3028217"/>
                <a:gd name="connsiteY202" fmla="*/ 1178741 h 2962327"/>
                <a:gd name="connsiteX203" fmla="*/ 2083614 w 3028217"/>
                <a:gd name="connsiteY203" fmla="*/ 1172073 h 2962327"/>
                <a:gd name="connsiteX204" fmla="*/ 2161719 w 3028217"/>
                <a:gd name="connsiteY204" fmla="*/ 1162548 h 2962327"/>
                <a:gd name="connsiteX205" fmla="*/ 2266494 w 3028217"/>
                <a:gd name="connsiteY205" fmla="*/ 1136831 h 2962327"/>
                <a:gd name="connsiteX206" fmla="*/ 2331264 w 3028217"/>
                <a:gd name="connsiteY206" fmla="*/ 1133021 h 2962327"/>
                <a:gd name="connsiteX207" fmla="*/ 2387462 w 3028217"/>
                <a:gd name="connsiteY207" fmla="*/ 1197791 h 2962327"/>
                <a:gd name="connsiteX208" fmla="*/ 2400797 w 3028217"/>
                <a:gd name="connsiteY208" fmla="*/ 1229223 h 2962327"/>
                <a:gd name="connsiteX209" fmla="*/ 2517002 w 3028217"/>
                <a:gd name="connsiteY209" fmla="*/ 1283516 h 2962327"/>
                <a:gd name="connsiteX210" fmla="*/ 2556055 w 3028217"/>
                <a:gd name="connsiteY210" fmla="*/ 1266371 h 2962327"/>
                <a:gd name="connsiteX211" fmla="*/ 2617967 w 3028217"/>
                <a:gd name="connsiteY211" fmla="*/ 1241606 h 2962327"/>
                <a:gd name="connsiteX212" fmla="*/ 2701787 w 3028217"/>
                <a:gd name="connsiteY212" fmla="*/ 1271133 h 2962327"/>
                <a:gd name="connsiteX213" fmla="*/ 2823707 w 3028217"/>
                <a:gd name="connsiteY213" fmla="*/ 1270181 h 2962327"/>
                <a:gd name="connsiteX214" fmla="*/ 2842757 w 3028217"/>
                <a:gd name="connsiteY214" fmla="*/ 1253988 h 2962327"/>
                <a:gd name="connsiteX215" fmla="*/ 2857997 w 3028217"/>
                <a:gd name="connsiteY215" fmla="*/ 1191123 h 2962327"/>
                <a:gd name="connsiteX216" fmla="*/ 2824659 w 3028217"/>
                <a:gd name="connsiteY216" fmla="*/ 1163501 h 2962327"/>
                <a:gd name="connsiteX217" fmla="*/ 2781797 w 3028217"/>
                <a:gd name="connsiteY217" fmla="*/ 1153023 h 2962327"/>
                <a:gd name="connsiteX218" fmla="*/ 2778142 w 3028217"/>
                <a:gd name="connsiteY218" fmla="*/ 1149005 h 2962327"/>
                <a:gd name="connsiteX219" fmla="*/ 2758579 w 3028217"/>
                <a:gd name="connsiteY219" fmla="*/ 1157637 h 2962327"/>
                <a:gd name="connsiteX220" fmla="*/ 2684641 w 3028217"/>
                <a:gd name="connsiteY220" fmla="*/ 1122543 h 2962327"/>
                <a:gd name="connsiteX221" fmla="*/ 2664638 w 3028217"/>
                <a:gd name="connsiteY221" fmla="*/ 1083491 h 2962327"/>
                <a:gd name="connsiteX222" fmla="*/ 2646541 w 3028217"/>
                <a:gd name="connsiteY222" fmla="*/ 1054916 h 2962327"/>
                <a:gd name="connsiteX223" fmla="*/ 2610346 w 3028217"/>
                <a:gd name="connsiteY223" fmla="*/ 1080633 h 2962327"/>
                <a:gd name="connsiteX224" fmla="*/ 2609202 w 3028217"/>
                <a:gd name="connsiteY224" fmla="*/ 1082346 h 2962327"/>
                <a:gd name="connsiteX225" fmla="*/ 2613204 w 3028217"/>
                <a:gd name="connsiteY225" fmla="*/ 1086348 h 2962327"/>
                <a:gd name="connsiteX226" fmla="*/ 2632254 w 3028217"/>
                <a:gd name="connsiteY226" fmla="*/ 1108255 h 2962327"/>
                <a:gd name="connsiteX227" fmla="*/ 2609394 w 3028217"/>
                <a:gd name="connsiteY227" fmla="*/ 1145403 h 2962327"/>
                <a:gd name="connsiteX228" fmla="*/ 2584629 w 3028217"/>
                <a:gd name="connsiteY228" fmla="*/ 1132068 h 2962327"/>
                <a:gd name="connsiteX229" fmla="*/ 2566055 w 3028217"/>
                <a:gd name="connsiteY229" fmla="*/ 1095397 h 2962327"/>
                <a:gd name="connsiteX230" fmla="*/ 2558490 w 3028217"/>
                <a:gd name="connsiteY230" fmla="*/ 1083461 h 2962327"/>
                <a:gd name="connsiteX231" fmla="*/ 2545576 w 3028217"/>
                <a:gd name="connsiteY231" fmla="*/ 1071108 h 2962327"/>
                <a:gd name="connsiteX232" fmla="*/ 2536051 w 3028217"/>
                <a:gd name="connsiteY232" fmla="*/ 1061583 h 2962327"/>
                <a:gd name="connsiteX233" fmla="*/ 2429371 w 3028217"/>
                <a:gd name="connsiteY233" fmla="*/ 952046 h 2962327"/>
                <a:gd name="connsiteX234" fmla="*/ 2417941 w 3028217"/>
                <a:gd name="connsiteY234" fmla="*/ 944426 h 2962327"/>
                <a:gd name="connsiteX235" fmla="*/ 2407463 w 3028217"/>
                <a:gd name="connsiteY235" fmla="*/ 947283 h 2962327"/>
                <a:gd name="connsiteX236" fmla="*/ 2469376 w 3028217"/>
                <a:gd name="connsiteY236" fmla="*/ 1014911 h 2962327"/>
                <a:gd name="connsiteX237" fmla="*/ 2509381 w 3028217"/>
                <a:gd name="connsiteY237" fmla="*/ 1044438 h 2962327"/>
                <a:gd name="connsiteX238" fmla="*/ 2504618 w 3028217"/>
                <a:gd name="connsiteY238" fmla="*/ 1057773 h 2962327"/>
                <a:gd name="connsiteX239" fmla="*/ 2488426 w 3028217"/>
                <a:gd name="connsiteY239" fmla="*/ 1077776 h 2962327"/>
                <a:gd name="connsiteX240" fmla="*/ 2476996 w 3028217"/>
                <a:gd name="connsiteY240" fmla="*/ 1084443 h 2962327"/>
                <a:gd name="connsiteX241" fmla="*/ 2356028 w 3028217"/>
                <a:gd name="connsiteY241" fmla="*/ 985383 h 2962327"/>
                <a:gd name="connsiteX242" fmla="*/ 2317928 w 3028217"/>
                <a:gd name="connsiteY242" fmla="*/ 978716 h 2962327"/>
                <a:gd name="connsiteX243" fmla="*/ 2295068 w 3028217"/>
                <a:gd name="connsiteY243" fmla="*/ 993003 h 2962327"/>
                <a:gd name="connsiteX244" fmla="*/ 2196008 w 3028217"/>
                <a:gd name="connsiteY244" fmla="*/ 1057773 h 2962327"/>
                <a:gd name="connsiteX245" fmla="*/ 2181721 w 3028217"/>
                <a:gd name="connsiteY245" fmla="*/ 1087301 h 2962327"/>
                <a:gd name="connsiteX246" fmla="*/ 2105521 w 3028217"/>
                <a:gd name="connsiteY246" fmla="*/ 1157786 h 2962327"/>
                <a:gd name="connsiteX247" fmla="*/ 2053133 w 3028217"/>
                <a:gd name="connsiteY247" fmla="*/ 1155881 h 2962327"/>
                <a:gd name="connsiteX248" fmla="*/ 2036941 w 3028217"/>
                <a:gd name="connsiteY248" fmla="*/ 1136831 h 2962327"/>
                <a:gd name="connsiteX249" fmla="*/ 2008366 w 3028217"/>
                <a:gd name="connsiteY249" fmla="*/ 1131116 h 2962327"/>
                <a:gd name="connsiteX250" fmla="*/ 2001698 w 3028217"/>
                <a:gd name="connsiteY250" fmla="*/ 1074918 h 2962327"/>
                <a:gd name="connsiteX251" fmla="*/ 2008366 w 3028217"/>
                <a:gd name="connsiteY251" fmla="*/ 1001576 h 2962327"/>
                <a:gd name="connsiteX252" fmla="*/ 2035988 w 3028217"/>
                <a:gd name="connsiteY252" fmla="*/ 977763 h 2962327"/>
                <a:gd name="connsiteX253" fmla="*/ 2107426 w 3028217"/>
                <a:gd name="connsiteY253" fmla="*/ 983478 h 2962327"/>
                <a:gd name="connsiteX254" fmla="*/ 2148383 w 3028217"/>
                <a:gd name="connsiteY254" fmla="*/ 975858 h 2962327"/>
                <a:gd name="connsiteX255" fmla="*/ 2150288 w 3028217"/>
                <a:gd name="connsiteY255" fmla="*/ 913946 h 2962327"/>
                <a:gd name="connsiteX256" fmla="*/ 2112188 w 3028217"/>
                <a:gd name="connsiteY256" fmla="*/ 876798 h 2962327"/>
                <a:gd name="connsiteX257" fmla="*/ 2096948 w 3028217"/>
                <a:gd name="connsiteY257" fmla="*/ 862511 h 2962327"/>
                <a:gd name="connsiteX258" fmla="*/ 2118856 w 3028217"/>
                <a:gd name="connsiteY258" fmla="*/ 849176 h 2962327"/>
                <a:gd name="connsiteX259" fmla="*/ 2206486 w 3028217"/>
                <a:gd name="connsiteY259" fmla="*/ 810123 h 2962327"/>
                <a:gd name="connsiteX260" fmla="*/ 2308403 w 3028217"/>
                <a:gd name="connsiteY260" fmla="*/ 731066 h 2962327"/>
                <a:gd name="connsiteX261" fmla="*/ 2321738 w 3028217"/>
                <a:gd name="connsiteY261" fmla="*/ 708206 h 2962327"/>
                <a:gd name="connsiteX262" fmla="*/ 2311261 w 3028217"/>
                <a:gd name="connsiteY262" fmla="*/ 679631 h 2962327"/>
                <a:gd name="connsiteX263" fmla="*/ 2320786 w 3028217"/>
                <a:gd name="connsiteY263" fmla="*/ 643436 h 2962327"/>
                <a:gd name="connsiteX264" fmla="*/ 2338883 w 3028217"/>
                <a:gd name="connsiteY264" fmla="*/ 638673 h 2962327"/>
                <a:gd name="connsiteX265" fmla="*/ 2343646 w 3028217"/>
                <a:gd name="connsiteY265" fmla="*/ 675821 h 2962327"/>
                <a:gd name="connsiteX266" fmla="*/ 2348408 w 3028217"/>
                <a:gd name="connsiteY266" fmla="*/ 699633 h 2962327"/>
                <a:gd name="connsiteX267" fmla="*/ 2376031 w 3028217"/>
                <a:gd name="connsiteY267" fmla="*/ 706301 h 2962327"/>
                <a:gd name="connsiteX268" fmla="*/ 2385556 w 3028217"/>
                <a:gd name="connsiteY268" fmla="*/ 704396 h 2962327"/>
                <a:gd name="connsiteX269" fmla="*/ 2454136 w 3028217"/>
                <a:gd name="connsiteY269" fmla="*/ 698681 h 2962327"/>
                <a:gd name="connsiteX270" fmla="*/ 2476996 w 3028217"/>
                <a:gd name="connsiteY270" fmla="*/ 692013 h 2962327"/>
                <a:gd name="connsiteX271" fmla="*/ 2517953 w 3028217"/>
                <a:gd name="connsiteY271" fmla="*/ 648198 h 2962327"/>
                <a:gd name="connsiteX272" fmla="*/ 2563673 w 3028217"/>
                <a:gd name="connsiteY272" fmla="*/ 626291 h 2962327"/>
                <a:gd name="connsiteX273" fmla="*/ 2554148 w 3028217"/>
                <a:gd name="connsiteY273" fmla="*/ 585333 h 2962327"/>
                <a:gd name="connsiteX274" fmla="*/ 2572928 w 3028217"/>
                <a:gd name="connsiteY274" fmla="*/ 573708 h 2962327"/>
                <a:gd name="connsiteX275" fmla="*/ 2586098 w 3028217"/>
                <a:gd name="connsiteY275" fmla="*/ 571735 h 2962327"/>
                <a:gd name="connsiteX276" fmla="*/ 2586726 w 3028217"/>
                <a:gd name="connsiteY276" fmla="*/ 571671 h 2962327"/>
                <a:gd name="connsiteX277" fmla="*/ 2624633 w 3028217"/>
                <a:gd name="connsiteY277" fmla="*/ 568188 h 2962327"/>
                <a:gd name="connsiteX278" fmla="*/ 2630348 w 3028217"/>
                <a:gd name="connsiteY278" fmla="*/ 563426 h 2962327"/>
                <a:gd name="connsiteX279" fmla="*/ 2633206 w 3028217"/>
                <a:gd name="connsiteY279" fmla="*/ 563426 h 2962327"/>
                <a:gd name="connsiteX280" fmla="*/ 2626538 w 3028217"/>
                <a:gd name="connsiteY280" fmla="*/ 563426 h 2962327"/>
                <a:gd name="connsiteX281" fmla="*/ 2593082 w 3028217"/>
                <a:gd name="connsiteY281" fmla="*/ 570689 h 2962327"/>
                <a:gd name="connsiteX282" fmla="*/ 2586098 w 3028217"/>
                <a:gd name="connsiteY282" fmla="*/ 571735 h 2962327"/>
                <a:gd name="connsiteX283" fmla="*/ 2574151 w 3028217"/>
                <a:gd name="connsiteY283" fmla="*/ 572951 h 2962327"/>
                <a:gd name="connsiteX284" fmla="*/ 2572928 w 3028217"/>
                <a:gd name="connsiteY284" fmla="*/ 573708 h 2962327"/>
                <a:gd name="connsiteX285" fmla="*/ 2558911 w 3028217"/>
                <a:gd name="connsiteY285" fmla="*/ 575808 h 2962327"/>
                <a:gd name="connsiteX286" fmla="*/ 2506523 w 3028217"/>
                <a:gd name="connsiteY286" fmla="*/ 541518 h 2962327"/>
                <a:gd name="connsiteX287" fmla="*/ 2512238 w 3028217"/>
                <a:gd name="connsiteY287" fmla="*/ 480558 h 2962327"/>
                <a:gd name="connsiteX288" fmla="*/ 2533193 w 3028217"/>
                <a:gd name="connsiteY288" fmla="*/ 458651 h 2962327"/>
                <a:gd name="connsiteX289" fmla="*/ 2534146 w 3028217"/>
                <a:gd name="connsiteY289" fmla="*/ 440553 h 2962327"/>
                <a:gd name="connsiteX290" fmla="*/ 2513191 w 3028217"/>
                <a:gd name="connsiteY290" fmla="*/ 445316 h 2962327"/>
                <a:gd name="connsiteX291" fmla="*/ 2464613 w 3028217"/>
                <a:gd name="connsiteY291" fmla="*/ 509133 h 2962327"/>
                <a:gd name="connsiteX292" fmla="*/ 2467471 w 3028217"/>
                <a:gd name="connsiteY292" fmla="*/ 551996 h 2962327"/>
                <a:gd name="connsiteX293" fmla="*/ 2468423 w 3028217"/>
                <a:gd name="connsiteY293" fmla="*/ 597716 h 2962327"/>
                <a:gd name="connsiteX294" fmla="*/ 2453183 w 3028217"/>
                <a:gd name="connsiteY294" fmla="*/ 638673 h 2962327"/>
                <a:gd name="connsiteX295" fmla="*/ 2423656 w 3028217"/>
                <a:gd name="connsiteY295" fmla="*/ 676773 h 2962327"/>
                <a:gd name="connsiteX296" fmla="*/ 2389366 w 3028217"/>
                <a:gd name="connsiteY296" fmla="*/ 683441 h 2962327"/>
                <a:gd name="connsiteX297" fmla="*/ 2383651 w 3028217"/>
                <a:gd name="connsiteY297" fmla="*/ 659628 h 2962327"/>
                <a:gd name="connsiteX298" fmla="*/ 2367458 w 3028217"/>
                <a:gd name="connsiteY298" fmla="*/ 627243 h 2962327"/>
                <a:gd name="connsiteX299" fmla="*/ 2308403 w 3028217"/>
                <a:gd name="connsiteY299" fmla="*/ 612003 h 2962327"/>
                <a:gd name="connsiteX300" fmla="*/ 2270303 w 3028217"/>
                <a:gd name="connsiteY300" fmla="*/ 571046 h 2962327"/>
                <a:gd name="connsiteX301" fmla="*/ 2260778 w 3028217"/>
                <a:gd name="connsiteY301" fmla="*/ 543423 h 2962327"/>
                <a:gd name="connsiteX302" fmla="*/ 2259826 w 3028217"/>
                <a:gd name="connsiteY302" fmla="*/ 522468 h 2962327"/>
                <a:gd name="connsiteX303" fmla="*/ 2390318 w 3028217"/>
                <a:gd name="connsiteY303" fmla="*/ 385308 h 2962327"/>
                <a:gd name="connsiteX304" fmla="*/ 2416988 w 3028217"/>
                <a:gd name="connsiteY304" fmla="*/ 357686 h 2962327"/>
                <a:gd name="connsiteX305" fmla="*/ 2417941 w 3028217"/>
                <a:gd name="connsiteY305" fmla="*/ 351971 h 2962327"/>
                <a:gd name="connsiteX306" fmla="*/ 2424608 w 3028217"/>
                <a:gd name="connsiteY306" fmla="*/ 353876 h 2962327"/>
                <a:gd name="connsiteX307" fmla="*/ 2452245 w 3028217"/>
                <a:gd name="connsiteY307" fmla="*/ 336582 h 2962327"/>
                <a:gd name="connsiteX308" fmla="*/ 2471113 w 3028217"/>
                <a:gd name="connsiteY308" fmla="*/ 336025 h 2962327"/>
                <a:gd name="connsiteX309" fmla="*/ 761544 w 3028217"/>
                <a:gd name="connsiteY309" fmla="*/ 194808 h 2962327"/>
                <a:gd name="connsiteX310" fmla="*/ 773926 w 3028217"/>
                <a:gd name="connsiteY310" fmla="*/ 216716 h 2962327"/>
                <a:gd name="connsiteX311" fmla="*/ 773926 w 3028217"/>
                <a:gd name="connsiteY311" fmla="*/ 278628 h 2962327"/>
                <a:gd name="connsiteX312" fmla="*/ 687249 w 3028217"/>
                <a:gd name="connsiteY312" fmla="*/ 293868 h 2962327"/>
                <a:gd name="connsiteX313" fmla="*/ 671056 w 3028217"/>
                <a:gd name="connsiteY313" fmla="*/ 292916 h 2962327"/>
                <a:gd name="connsiteX314" fmla="*/ 640576 w 3028217"/>
                <a:gd name="connsiteY314" fmla="*/ 298631 h 2962327"/>
                <a:gd name="connsiteX315" fmla="*/ 603429 w 3028217"/>
                <a:gd name="connsiteY315" fmla="*/ 291011 h 2962327"/>
                <a:gd name="connsiteX316" fmla="*/ 715824 w 3028217"/>
                <a:gd name="connsiteY316" fmla="*/ 211953 h 2962327"/>
                <a:gd name="connsiteX317" fmla="*/ 727254 w 3028217"/>
                <a:gd name="connsiteY317" fmla="*/ 215763 h 2962327"/>
                <a:gd name="connsiteX318" fmla="*/ 761544 w 3028217"/>
                <a:gd name="connsiteY318" fmla="*/ 194808 h 2962327"/>
                <a:gd name="connsiteX319" fmla="*/ 873343 w 3028217"/>
                <a:gd name="connsiteY319" fmla="*/ 184331 h 2962327"/>
                <a:gd name="connsiteX320" fmla="*/ 891083 w 3028217"/>
                <a:gd name="connsiteY320" fmla="*/ 191951 h 2962327"/>
                <a:gd name="connsiteX321" fmla="*/ 888226 w 3028217"/>
                <a:gd name="connsiteY321" fmla="*/ 217668 h 2962327"/>
                <a:gd name="connsiteX322" fmla="*/ 879241 w 3028217"/>
                <a:gd name="connsiteY322" fmla="*/ 234820 h 2962327"/>
                <a:gd name="connsiteX323" fmla="*/ 895370 w 3028217"/>
                <a:gd name="connsiteY323" fmla="*/ 235036 h 2962327"/>
                <a:gd name="connsiteX324" fmla="*/ 899656 w 3028217"/>
                <a:gd name="connsiteY324" fmla="*/ 266246 h 2962327"/>
                <a:gd name="connsiteX325" fmla="*/ 892988 w 3028217"/>
                <a:gd name="connsiteY325" fmla="*/ 303393 h 2962327"/>
                <a:gd name="connsiteX326" fmla="*/ 905371 w 3028217"/>
                <a:gd name="connsiteY326" fmla="*/ 303393 h 2962327"/>
                <a:gd name="connsiteX327" fmla="*/ 915848 w 3028217"/>
                <a:gd name="connsiteY327" fmla="*/ 337683 h 2962327"/>
                <a:gd name="connsiteX328" fmla="*/ 946328 w 3028217"/>
                <a:gd name="connsiteY328" fmla="*/ 324348 h 2962327"/>
                <a:gd name="connsiteX329" fmla="*/ 973409 w 3028217"/>
                <a:gd name="connsiteY329" fmla="*/ 303804 h 2962327"/>
                <a:gd name="connsiteX330" fmla="*/ 975260 w 3028217"/>
                <a:gd name="connsiteY330" fmla="*/ 292796 h 2962327"/>
                <a:gd name="connsiteX331" fmla="*/ 965378 w 3028217"/>
                <a:gd name="connsiteY331" fmla="*/ 281485 h 2962327"/>
                <a:gd name="connsiteX332" fmla="*/ 962521 w 3028217"/>
                <a:gd name="connsiteY332" fmla="*/ 233860 h 2962327"/>
                <a:gd name="connsiteX333" fmla="*/ 1013956 w 3028217"/>
                <a:gd name="connsiteY333" fmla="*/ 203380 h 2962327"/>
                <a:gd name="connsiteX334" fmla="*/ 1028243 w 3028217"/>
                <a:gd name="connsiteY334" fmla="*/ 200165 h 2962327"/>
                <a:gd name="connsiteX335" fmla="*/ 1042531 w 3028217"/>
                <a:gd name="connsiteY335" fmla="*/ 206238 h 2962327"/>
                <a:gd name="connsiteX336" fmla="*/ 1016813 w 3028217"/>
                <a:gd name="connsiteY336" fmla="*/ 234813 h 2962327"/>
                <a:gd name="connsiteX337" fmla="*/ 1075868 w 3028217"/>
                <a:gd name="connsiteY337" fmla="*/ 204333 h 2962327"/>
                <a:gd name="connsiteX338" fmla="*/ 1095871 w 3028217"/>
                <a:gd name="connsiteY338" fmla="*/ 204333 h 2962327"/>
                <a:gd name="connsiteX339" fmla="*/ 1099681 w 3028217"/>
                <a:gd name="connsiteY339" fmla="*/ 232908 h 2962327"/>
                <a:gd name="connsiteX340" fmla="*/ 1133971 w 3028217"/>
                <a:gd name="connsiteY340" fmla="*/ 231003 h 2962327"/>
                <a:gd name="connsiteX341" fmla="*/ 1151116 w 3028217"/>
                <a:gd name="connsiteY341" fmla="*/ 238623 h 2962327"/>
                <a:gd name="connsiteX342" fmla="*/ 1205408 w 3028217"/>
                <a:gd name="connsiteY342" fmla="*/ 287200 h 2962327"/>
                <a:gd name="connsiteX343" fmla="*/ 1198741 w 3028217"/>
                <a:gd name="connsiteY343" fmla="*/ 334825 h 2962327"/>
                <a:gd name="connsiteX344" fmla="*/ 1248271 w 3028217"/>
                <a:gd name="connsiteY344" fmla="*/ 377688 h 2962327"/>
                <a:gd name="connsiteX345" fmla="*/ 1246366 w 3028217"/>
                <a:gd name="connsiteY345" fmla="*/ 402453 h 2962327"/>
                <a:gd name="connsiteX346" fmla="*/ 1187311 w 3028217"/>
                <a:gd name="connsiteY346" fmla="*/ 402453 h 2962327"/>
                <a:gd name="connsiteX347" fmla="*/ 1171118 w 3028217"/>
                <a:gd name="connsiteY347" fmla="*/ 396738 h 2962327"/>
                <a:gd name="connsiteX348" fmla="*/ 1171118 w 3028217"/>
                <a:gd name="connsiteY348" fmla="*/ 431028 h 2962327"/>
                <a:gd name="connsiteX349" fmla="*/ 1151116 w 3028217"/>
                <a:gd name="connsiteY349" fmla="*/ 479605 h 2962327"/>
                <a:gd name="connsiteX350" fmla="*/ 1136828 w 3028217"/>
                <a:gd name="connsiteY350" fmla="*/ 476748 h 2962327"/>
                <a:gd name="connsiteX351" fmla="*/ 1136828 w 3028217"/>
                <a:gd name="connsiteY351" fmla="*/ 487225 h 2962327"/>
                <a:gd name="connsiteX352" fmla="*/ 1118731 w 3028217"/>
                <a:gd name="connsiteY352" fmla="*/ 497703 h 2962327"/>
                <a:gd name="connsiteX353" fmla="*/ 1066343 w 3028217"/>
                <a:gd name="connsiteY353" fmla="*/ 455793 h 2962327"/>
                <a:gd name="connsiteX354" fmla="*/ 1016813 w 3028217"/>
                <a:gd name="connsiteY354" fmla="*/ 433885 h 2962327"/>
                <a:gd name="connsiteX355" fmla="*/ 996811 w 3028217"/>
                <a:gd name="connsiteY355" fmla="*/ 428170 h 2962327"/>
                <a:gd name="connsiteX356" fmla="*/ 1013003 w 3028217"/>
                <a:gd name="connsiteY356" fmla="*/ 411978 h 2962327"/>
                <a:gd name="connsiteX357" fmla="*/ 1109206 w 3028217"/>
                <a:gd name="connsiteY357" fmla="*/ 369115 h 2962327"/>
                <a:gd name="connsiteX358" fmla="*/ 1089203 w 3028217"/>
                <a:gd name="connsiteY358" fmla="*/ 307203 h 2962327"/>
                <a:gd name="connsiteX359" fmla="*/ 1077773 w 3028217"/>
                <a:gd name="connsiteY359" fmla="*/ 291010 h 2962327"/>
                <a:gd name="connsiteX360" fmla="*/ 1016813 w 3028217"/>
                <a:gd name="connsiteY360" fmla="*/ 292915 h 2962327"/>
                <a:gd name="connsiteX361" fmla="*/ 1007169 w 3028217"/>
                <a:gd name="connsiteY361" fmla="*/ 296011 h 2962327"/>
                <a:gd name="connsiteX362" fmla="*/ 1007866 w 3028217"/>
                <a:gd name="connsiteY362" fmla="*/ 302667 h 2962327"/>
                <a:gd name="connsiteX363" fmla="*/ 1009193 w 3028217"/>
                <a:gd name="connsiteY363" fmla="*/ 303393 h 2962327"/>
                <a:gd name="connsiteX364" fmla="*/ 962521 w 3028217"/>
                <a:gd name="connsiteY364" fmla="*/ 370068 h 2962327"/>
                <a:gd name="connsiteX365" fmla="*/ 905371 w 3028217"/>
                <a:gd name="connsiteY365" fmla="*/ 371973 h 2962327"/>
                <a:gd name="connsiteX366" fmla="*/ 868223 w 3028217"/>
                <a:gd name="connsiteY366" fmla="*/ 410073 h 2962327"/>
                <a:gd name="connsiteX367" fmla="*/ 836791 w 3028217"/>
                <a:gd name="connsiteY367" fmla="*/ 426266 h 2962327"/>
                <a:gd name="connsiteX368" fmla="*/ 816788 w 3028217"/>
                <a:gd name="connsiteY368" fmla="*/ 424361 h 2962327"/>
                <a:gd name="connsiteX369" fmla="*/ 677723 w 3028217"/>
                <a:gd name="connsiteY369" fmla="*/ 507228 h 2962327"/>
                <a:gd name="connsiteX370" fmla="*/ 668198 w 3028217"/>
                <a:gd name="connsiteY370" fmla="*/ 553901 h 2962327"/>
                <a:gd name="connsiteX371" fmla="*/ 662483 w 3028217"/>
                <a:gd name="connsiteY371" fmla="*/ 586286 h 2962327"/>
                <a:gd name="connsiteX372" fmla="*/ 716776 w 3028217"/>
                <a:gd name="connsiteY372" fmla="*/ 612956 h 2962327"/>
                <a:gd name="connsiteX373" fmla="*/ 771068 w 3028217"/>
                <a:gd name="connsiteY373" fmla="*/ 645341 h 2962327"/>
                <a:gd name="connsiteX374" fmla="*/ 782498 w 3028217"/>
                <a:gd name="connsiteY374" fmla="*/ 667248 h 2962327"/>
                <a:gd name="connsiteX375" fmla="*/ 772973 w 3028217"/>
                <a:gd name="connsiteY375" fmla="*/ 726303 h 2962327"/>
                <a:gd name="connsiteX376" fmla="*/ 805358 w 3028217"/>
                <a:gd name="connsiteY376" fmla="*/ 736781 h 2962327"/>
                <a:gd name="connsiteX377" fmla="*/ 828218 w 3028217"/>
                <a:gd name="connsiteY377" fmla="*/ 689156 h 2962327"/>
                <a:gd name="connsiteX378" fmla="*/ 858698 w 3028217"/>
                <a:gd name="connsiteY378" fmla="*/ 652961 h 2962327"/>
                <a:gd name="connsiteX379" fmla="*/ 901561 w 3028217"/>
                <a:gd name="connsiteY379" fmla="*/ 573903 h 2962327"/>
                <a:gd name="connsiteX380" fmla="*/ 904418 w 3028217"/>
                <a:gd name="connsiteY380" fmla="*/ 561521 h 2962327"/>
                <a:gd name="connsiteX381" fmla="*/ 953948 w 3028217"/>
                <a:gd name="connsiteY381" fmla="*/ 491988 h 2962327"/>
                <a:gd name="connsiteX382" fmla="*/ 968236 w 3028217"/>
                <a:gd name="connsiteY382" fmla="*/ 478653 h 2962327"/>
                <a:gd name="connsiteX383" fmla="*/ 1049198 w 3028217"/>
                <a:gd name="connsiteY383" fmla="*/ 512943 h 2962327"/>
                <a:gd name="connsiteX384" fmla="*/ 1063486 w 3028217"/>
                <a:gd name="connsiteY384" fmla="*/ 539613 h 2962327"/>
                <a:gd name="connsiteX385" fmla="*/ 1067296 w 3028217"/>
                <a:gd name="connsiteY385" fmla="*/ 583428 h 2962327"/>
                <a:gd name="connsiteX386" fmla="*/ 1112063 w 3028217"/>
                <a:gd name="connsiteY386" fmla="*/ 568188 h 2962327"/>
                <a:gd name="connsiteX387" fmla="*/ 1146353 w 3028217"/>
                <a:gd name="connsiteY387" fmla="*/ 580571 h 2962327"/>
                <a:gd name="connsiteX388" fmla="*/ 1151116 w 3028217"/>
                <a:gd name="connsiteY388" fmla="*/ 616766 h 2962327"/>
                <a:gd name="connsiteX389" fmla="*/ 1193026 w 3028217"/>
                <a:gd name="connsiteY389" fmla="*/ 684393 h 2962327"/>
                <a:gd name="connsiteX390" fmla="*/ 1182905 w 3028217"/>
                <a:gd name="connsiteY390" fmla="*/ 697847 h 2962327"/>
                <a:gd name="connsiteX391" fmla="*/ 1179024 w 3028217"/>
                <a:gd name="connsiteY391" fmla="*/ 699159 h 2962327"/>
                <a:gd name="connsiteX392" fmla="*/ 1177845 w 3028217"/>
                <a:gd name="connsiteY392" fmla="*/ 699023 h 2962327"/>
                <a:gd name="connsiteX393" fmla="*/ 1166356 w 3028217"/>
                <a:gd name="connsiteY393" fmla="*/ 703443 h 2962327"/>
                <a:gd name="connsiteX394" fmla="*/ 1179024 w 3028217"/>
                <a:gd name="connsiteY394" fmla="*/ 699159 h 2962327"/>
                <a:gd name="connsiteX395" fmla="*/ 1188263 w 3028217"/>
                <a:gd name="connsiteY395" fmla="*/ 700229 h 2962327"/>
                <a:gd name="connsiteX396" fmla="*/ 1207313 w 3028217"/>
                <a:gd name="connsiteY396" fmla="*/ 712016 h 2962327"/>
                <a:gd name="connsiteX397" fmla="*/ 1205051 w 3028217"/>
                <a:gd name="connsiteY397" fmla="*/ 754402 h 2962327"/>
                <a:gd name="connsiteX398" fmla="*/ 1180854 w 3028217"/>
                <a:gd name="connsiteY398" fmla="*/ 787924 h 2962327"/>
                <a:gd name="connsiteX399" fmla="*/ 1187073 w 3028217"/>
                <a:gd name="connsiteY399" fmla="*/ 807504 h 2962327"/>
                <a:gd name="connsiteX400" fmla="*/ 1206361 w 3028217"/>
                <a:gd name="connsiteY400" fmla="*/ 814886 h 2962327"/>
                <a:gd name="connsiteX401" fmla="*/ 1213981 w 3028217"/>
                <a:gd name="connsiteY401" fmla="*/ 828221 h 2962327"/>
                <a:gd name="connsiteX402" fmla="*/ 1172071 w 3028217"/>
                <a:gd name="connsiteY402" fmla="*/ 862511 h 2962327"/>
                <a:gd name="connsiteX403" fmla="*/ 1115874 w 3028217"/>
                <a:gd name="connsiteY403" fmla="*/ 854891 h 2962327"/>
                <a:gd name="connsiteX404" fmla="*/ 1148259 w 3028217"/>
                <a:gd name="connsiteY404" fmla="*/ 807266 h 2962327"/>
                <a:gd name="connsiteX405" fmla="*/ 1173024 w 3028217"/>
                <a:gd name="connsiteY405" fmla="*/ 780596 h 2962327"/>
                <a:gd name="connsiteX406" fmla="*/ 1173125 w 3028217"/>
                <a:gd name="connsiteY406" fmla="*/ 780684 h 2962327"/>
                <a:gd name="connsiteX407" fmla="*/ 1174333 w 3028217"/>
                <a:gd name="connsiteY407" fmla="*/ 770475 h 2962327"/>
                <a:gd name="connsiteX408" fmla="*/ 1163498 w 3028217"/>
                <a:gd name="connsiteY408" fmla="*/ 767261 h 2962327"/>
                <a:gd name="connsiteX409" fmla="*/ 1124446 w 3028217"/>
                <a:gd name="connsiteY409" fmla="*/ 787263 h 2962327"/>
                <a:gd name="connsiteX410" fmla="*/ 1043483 w 3028217"/>
                <a:gd name="connsiteY410" fmla="*/ 789168 h 2962327"/>
                <a:gd name="connsiteX411" fmla="*/ 993953 w 3028217"/>
                <a:gd name="connsiteY411" fmla="*/ 794883 h 2962327"/>
                <a:gd name="connsiteX412" fmla="*/ 959663 w 3028217"/>
                <a:gd name="connsiteY412" fmla="*/ 814886 h 2962327"/>
                <a:gd name="connsiteX413" fmla="*/ 929183 w 3028217"/>
                <a:gd name="connsiteY413" fmla="*/ 839651 h 2962327"/>
                <a:gd name="connsiteX414" fmla="*/ 925100 w 3028217"/>
                <a:gd name="connsiteY414" fmla="*/ 843462 h 2962327"/>
                <a:gd name="connsiteX415" fmla="*/ 915848 w 3028217"/>
                <a:gd name="connsiteY415" fmla="*/ 851081 h 2962327"/>
                <a:gd name="connsiteX416" fmla="*/ 912991 w 3028217"/>
                <a:gd name="connsiteY416" fmla="*/ 851081 h 2962327"/>
                <a:gd name="connsiteX417" fmla="*/ 914896 w 3028217"/>
                <a:gd name="connsiteY417" fmla="*/ 852986 h 2962327"/>
                <a:gd name="connsiteX418" fmla="*/ 925100 w 3028217"/>
                <a:gd name="connsiteY418" fmla="*/ 843462 h 2962327"/>
                <a:gd name="connsiteX419" fmla="*/ 932041 w 3028217"/>
                <a:gd name="connsiteY419" fmla="*/ 837746 h 2962327"/>
                <a:gd name="connsiteX420" fmla="*/ 972998 w 3028217"/>
                <a:gd name="connsiteY420" fmla="*/ 820601 h 2962327"/>
                <a:gd name="connsiteX421" fmla="*/ 992048 w 3028217"/>
                <a:gd name="connsiteY421" fmla="*/ 814886 h 2962327"/>
                <a:gd name="connsiteX422" fmla="*/ 1023481 w 3028217"/>
                <a:gd name="connsiteY422" fmla="*/ 819648 h 2962327"/>
                <a:gd name="connsiteX423" fmla="*/ 1005383 w 3028217"/>
                <a:gd name="connsiteY423" fmla="*/ 842508 h 2962327"/>
                <a:gd name="connsiteX424" fmla="*/ 1006336 w 3028217"/>
                <a:gd name="connsiteY424" fmla="*/ 854891 h 2962327"/>
                <a:gd name="connsiteX425" fmla="*/ 1005383 w 3028217"/>
                <a:gd name="connsiteY425" fmla="*/ 889181 h 2962327"/>
                <a:gd name="connsiteX426" fmla="*/ 984428 w 3028217"/>
                <a:gd name="connsiteY426" fmla="*/ 910136 h 2962327"/>
                <a:gd name="connsiteX427" fmla="*/ 952043 w 3028217"/>
                <a:gd name="connsiteY427" fmla="*/ 916803 h 2962327"/>
                <a:gd name="connsiteX428" fmla="*/ 899656 w 3028217"/>
                <a:gd name="connsiteY428" fmla="*/ 938711 h 2962327"/>
                <a:gd name="connsiteX429" fmla="*/ 855841 w 3028217"/>
                <a:gd name="connsiteY429" fmla="*/ 985383 h 2962327"/>
                <a:gd name="connsiteX430" fmla="*/ 831076 w 3028217"/>
                <a:gd name="connsiteY430" fmla="*/ 1003481 h 2962327"/>
                <a:gd name="connsiteX431" fmla="*/ 738683 w 3028217"/>
                <a:gd name="connsiteY431" fmla="*/ 1081586 h 2962327"/>
                <a:gd name="connsiteX432" fmla="*/ 711061 w 3028217"/>
                <a:gd name="connsiteY432" fmla="*/ 1115876 h 2962327"/>
                <a:gd name="connsiteX433" fmla="*/ 666293 w 3028217"/>
                <a:gd name="connsiteY433" fmla="*/ 1175883 h 2962327"/>
                <a:gd name="connsiteX434" fmla="*/ 585331 w 3028217"/>
                <a:gd name="connsiteY434" fmla="*/ 1230176 h 2962327"/>
                <a:gd name="connsiteX435" fmla="*/ 559613 w 3028217"/>
                <a:gd name="connsiteY435" fmla="*/ 1297803 h 2962327"/>
                <a:gd name="connsiteX436" fmla="*/ 557708 w 3028217"/>
                <a:gd name="connsiteY436" fmla="*/ 1386386 h 2962327"/>
                <a:gd name="connsiteX437" fmla="*/ 542468 w 3028217"/>
                <a:gd name="connsiteY437" fmla="*/ 1407341 h 2962327"/>
                <a:gd name="connsiteX438" fmla="*/ 528181 w 3028217"/>
                <a:gd name="connsiteY438" fmla="*/ 1387338 h 2962327"/>
                <a:gd name="connsiteX439" fmla="*/ 519608 w 3028217"/>
                <a:gd name="connsiteY439" fmla="*/ 1320663 h 2962327"/>
                <a:gd name="connsiteX440" fmla="*/ 488176 w 3028217"/>
                <a:gd name="connsiteY440" fmla="*/ 1283516 h 2962327"/>
                <a:gd name="connsiteX441" fmla="*/ 429121 w 3028217"/>
                <a:gd name="connsiteY441" fmla="*/ 1267323 h 2962327"/>
                <a:gd name="connsiteX442" fmla="*/ 409118 w 3028217"/>
                <a:gd name="connsiteY442" fmla="*/ 1268276 h 2962327"/>
                <a:gd name="connsiteX443" fmla="*/ 336728 w 3028217"/>
                <a:gd name="connsiteY443" fmla="*/ 1284468 h 2962327"/>
                <a:gd name="connsiteX444" fmla="*/ 215761 w 3028217"/>
                <a:gd name="connsiteY444" fmla="*/ 1373051 h 2962327"/>
                <a:gd name="connsiteX445" fmla="*/ 189091 w 3028217"/>
                <a:gd name="connsiteY445" fmla="*/ 1441631 h 2962327"/>
                <a:gd name="connsiteX446" fmla="*/ 196711 w 3028217"/>
                <a:gd name="connsiteY446" fmla="*/ 1544501 h 2962327"/>
                <a:gd name="connsiteX447" fmla="*/ 244336 w 3028217"/>
                <a:gd name="connsiteY447" fmla="*/ 1573076 h 2962327"/>
                <a:gd name="connsiteX448" fmla="*/ 320536 w 3028217"/>
                <a:gd name="connsiteY448" fmla="*/ 1514973 h 2962327"/>
                <a:gd name="connsiteX449" fmla="*/ 387211 w 3028217"/>
                <a:gd name="connsiteY449" fmla="*/ 1494971 h 2962327"/>
                <a:gd name="connsiteX450" fmla="*/ 389116 w 3028217"/>
                <a:gd name="connsiteY450" fmla="*/ 1515926 h 2962327"/>
                <a:gd name="connsiteX451" fmla="*/ 340538 w 3028217"/>
                <a:gd name="connsiteY451" fmla="*/ 1624511 h 2962327"/>
                <a:gd name="connsiteX452" fmla="*/ 354826 w 3028217"/>
                <a:gd name="connsiteY452" fmla="*/ 1644513 h 2962327"/>
                <a:gd name="connsiteX453" fmla="*/ 410071 w 3028217"/>
                <a:gd name="connsiteY453" fmla="*/ 1645466 h 2962327"/>
                <a:gd name="connsiteX454" fmla="*/ 439598 w 3028217"/>
                <a:gd name="connsiteY454" fmla="*/ 1687376 h 2962327"/>
                <a:gd name="connsiteX455" fmla="*/ 426263 w 3028217"/>
                <a:gd name="connsiteY455" fmla="*/ 1743573 h 2962327"/>
                <a:gd name="connsiteX456" fmla="*/ 450076 w 3028217"/>
                <a:gd name="connsiteY456" fmla="*/ 1813106 h 2962327"/>
                <a:gd name="connsiteX457" fmla="*/ 499606 w 3028217"/>
                <a:gd name="connsiteY457" fmla="*/ 1812153 h 2962327"/>
                <a:gd name="connsiteX458" fmla="*/ 536753 w 3028217"/>
                <a:gd name="connsiteY458" fmla="*/ 1818821 h 2962327"/>
                <a:gd name="connsiteX459" fmla="*/ 577711 w 3028217"/>
                <a:gd name="connsiteY459" fmla="*/ 1813106 h 2962327"/>
                <a:gd name="connsiteX460" fmla="*/ 661531 w 3028217"/>
                <a:gd name="connsiteY460" fmla="*/ 1754051 h 2962327"/>
                <a:gd name="connsiteX461" fmla="*/ 672008 w 3028217"/>
                <a:gd name="connsiteY461" fmla="*/ 1763576 h 2962327"/>
                <a:gd name="connsiteX462" fmla="*/ 695821 w 3028217"/>
                <a:gd name="connsiteY462" fmla="*/ 1768338 h 2962327"/>
                <a:gd name="connsiteX463" fmla="*/ 741541 w 3028217"/>
                <a:gd name="connsiteY463" fmla="*/ 1772148 h 2962327"/>
                <a:gd name="connsiteX464" fmla="*/ 832028 w 3028217"/>
                <a:gd name="connsiteY464" fmla="*/ 1788341 h 2962327"/>
                <a:gd name="connsiteX465" fmla="*/ 865366 w 3028217"/>
                <a:gd name="connsiteY465" fmla="*/ 1796913 h 2962327"/>
                <a:gd name="connsiteX466" fmla="*/ 910133 w 3028217"/>
                <a:gd name="connsiteY466" fmla="*/ 1838823 h 2962327"/>
                <a:gd name="connsiteX467" fmla="*/ 1047293 w 3028217"/>
                <a:gd name="connsiteY467" fmla="*/ 1918833 h 2962327"/>
                <a:gd name="connsiteX468" fmla="*/ 1116826 w 3028217"/>
                <a:gd name="connsiteY468" fmla="*/ 2036943 h 2962327"/>
                <a:gd name="connsiteX469" fmla="*/ 1106348 w 3028217"/>
                <a:gd name="connsiteY469" fmla="*/ 2056946 h 2962327"/>
                <a:gd name="connsiteX470" fmla="*/ 1104443 w 3028217"/>
                <a:gd name="connsiteY470" fmla="*/ 2099808 h 2962327"/>
                <a:gd name="connsiteX471" fmla="*/ 1124446 w 3028217"/>
                <a:gd name="connsiteY471" fmla="*/ 2102666 h 2962327"/>
                <a:gd name="connsiteX472" fmla="*/ 1193026 w 3028217"/>
                <a:gd name="connsiteY472" fmla="*/ 2077901 h 2962327"/>
                <a:gd name="connsiteX473" fmla="*/ 1280656 w 3028217"/>
                <a:gd name="connsiteY473" fmla="*/ 2123621 h 2962327"/>
                <a:gd name="connsiteX474" fmla="*/ 1387336 w 3028217"/>
                <a:gd name="connsiteY474" fmla="*/ 2172198 h 2962327"/>
                <a:gd name="connsiteX475" fmla="*/ 1434008 w 3028217"/>
                <a:gd name="connsiteY475" fmla="*/ 2199821 h 2962327"/>
                <a:gd name="connsiteX476" fmla="*/ 1430198 w 3028217"/>
                <a:gd name="connsiteY476" fmla="*/ 2282688 h 2962327"/>
                <a:gd name="connsiteX477" fmla="*/ 1370191 w 3028217"/>
                <a:gd name="connsiteY477" fmla="*/ 2373176 h 2962327"/>
                <a:gd name="connsiteX478" fmla="*/ 1358761 w 3028217"/>
                <a:gd name="connsiteY478" fmla="*/ 2423658 h 2962327"/>
                <a:gd name="connsiteX479" fmla="*/ 1327328 w 3028217"/>
                <a:gd name="connsiteY479" fmla="*/ 2600823 h 2962327"/>
                <a:gd name="connsiteX480" fmla="*/ 1293991 w 3028217"/>
                <a:gd name="connsiteY480" fmla="*/ 2626541 h 2962327"/>
                <a:gd name="connsiteX481" fmla="*/ 1218743 w 3028217"/>
                <a:gd name="connsiteY481" fmla="*/ 2661783 h 2962327"/>
                <a:gd name="connsiteX482" fmla="*/ 1193026 w 3028217"/>
                <a:gd name="connsiteY482" fmla="*/ 2710361 h 2962327"/>
                <a:gd name="connsiteX483" fmla="*/ 1164451 w 3028217"/>
                <a:gd name="connsiteY483" fmla="*/ 2832281 h 2962327"/>
                <a:gd name="connsiteX484" fmla="*/ 1122541 w 3028217"/>
                <a:gd name="connsiteY484" fmla="*/ 2910386 h 2962327"/>
                <a:gd name="connsiteX485" fmla="*/ 1095871 w 3028217"/>
                <a:gd name="connsiteY485" fmla="*/ 2929436 h 2962327"/>
                <a:gd name="connsiteX486" fmla="*/ 1061581 w 3028217"/>
                <a:gd name="connsiteY486" fmla="*/ 2922768 h 2962327"/>
                <a:gd name="connsiteX487" fmla="*/ 1047293 w 3028217"/>
                <a:gd name="connsiteY487" fmla="*/ 2929436 h 2962327"/>
                <a:gd name="connsiteX488" fmla="*/ 1061581 w 3028217"/>
                <a:gd name="connsiteY488" fmla="*/ 2956106 h 2962327"/>
                <a:gd name="connsiteX489" fmla="*/ 1040626 w 3028217"/>
                <a:gd name="connsiteY489" fmla="*/ 2959916 h 2962327"/>
                <a:gd name="connsiteX490" fmla="*/ 783451 w 3028217"/>
                <a:gd name="connsiteY490" fmla="*/ 2850378 h 2962327"/>
                <a:gd name="connsiteX491" fmla="*/ 752971 w 3028217"/>
                <a:gd name="connsiteY491" fmla="*/ 2805611 h 2962327"/>
                <a:gd name="connsiteX492" fmla="*/ 737731 w 3028217"/>
                <a:gd name="connsiteY492" fmla="*/ 2765606 h 2962327"/>
                <a:gd name="connsiteX493" fmla="*/ 721538 w 3028217"/>
                <a:gd name="connsiteY493" fmla="*/ 2564628 h 2962327"/>
                <a:gd name="connsiteX494" fmla="*/ 670103 w 3028217"/>
                <a:gd name="connsiteY494" fmla="*/ 2492238 h 2962327"/>
                <a:gd name="connsiteX495" fmla="*/ 539611 w 3028217"/>
                <a:gd name="connsiteY495" fmla="*/ 2337933 h 2962327"/>
                <a:gd name="connsiteX496" fmla="*/ 473888 w 3028217"/>
                <a:gd name="connsiteY496" fmla="*/ 2221728 h 2962327"/>
                <a:gd name="connsiteX497" fmla="*/ 468173 w 3028217"/>
                <a:gd name="connsiteY497" fmla="*/ 2148386 h 2962327"/>
                <a:gd name="connsiteX498" fmla="*/ 471983 w 3028217"/>
                <a:gd name="connsiteY498" fmla="*/ 2122668 h 2962327"/>
                <a:gd name="connsiteX499" fmla="*/ 493891 w 3028217"/>
                <a:gd name="connsiteY499" fmla="*/ 2021703 h 2962327"/>
                <a:gd name="connsiteX500" fmla="*/ 538658 w 3028217"/>
                <a:gd name="connsiteY500" fmla="*/ 1907403 h 2962327"/>
                <a:gd name="connsiteX501" fmla="*/ 524371 w 3028217"/>
                <a:gd name="connsiteY501" fmla="*/ 1854063 h 2962327"/>
                <a:gd name="connsiteX502" fmla="*/ 499606 w 3028217"/>
                <a:gd name="connsiteY502" fmla="*/ 1853111 h 2962327"/>
                <a:gd name="connsiteX503" fmla="*/ 459601 w 3028217"/>
                <a:gd name="connsiteY503" fmla="*/ 1860731 h 2962327"/>
                <a:gd name="connsiteX504" fmla="*/ 408166 w 3028217"/>
                <a:gd name="connsiteY504" fmla="*/ 1827393 h 2962327"/>
                <a:gd name="connsiteX505" fmla="*/ 354826 w 3028217"/>
                <a:gd name="connsiteY505" fmla="*/ 1742621 h 2962327"/>
                <a:gd name="connsiteX506" fmla="*/ 322441 w 3028217"/>
                <a:gd name="connsiteY506" fmla="*/ 1715951 h 2962327"/>
                <a:gd name="connsiteX507" fmla="*/ 234811 w 3028217"/>
                <a:gd name="connsiteY507" fmla="*/ 1658801 h 2962327"/>
                <a:gd name="connsiteX508" fmla="*/ 206236 w 3028217"/>
                <a:gd name="connsiteY508" fmla="*/ 1644513 h 2962327"/>
                <a:gd name="connsiteX509" fmla="*/ 116701 w 3028217"/>
                <a:gd name="connsiteY509" fmla="*/ 1622606 h 2962327"/>
                <a:gd name="connsiteX510" fmla="*/ 28118 w 3028217"/>
                <a:gd name="connsiteY510" fmla="*/ 1557836 h 2962327"/>
                <a:gd name="connsiteX511" fmla="*/ 12878 w 3028217"/>
                <a:gd name="connsiteY511" fmla="*/ 1499733 h 2962327"/>
                <a:gd name="connsiteX512" fmla="*/ 10021 w 3028217"/>
                <a:gd name="connsiteY512" fmla="*/ 1446393 h 2962327"/>
                <a:gd name="connsiteX513" fmla="*/ 5258 w 3028217"/>
                <a:gd name="connsiteY513" fmla="*/ 1410198 h 2962327"/>
                <a:gd name="connsiteX514" fmla="*/ 45263 w 3028217"/>
                <a:gd name="connsiteY514" fmla="*/ 1105398 h 2962327"/>
                <a:gd name="connsiteX515" fmla="*/ 304343 w 3028217"/>
                <a:gd name="connsiteY515" fmla="*/ 581523 h 2962327"/>
                <a:gd name="connsiteX516" fmla="*/ 548183 w 3028217"/>
                <a:gd name="connsiteY516" fmla="*/ 329111 h 2962327"/>
                <a:gd name="connsiteX517" fmla="*/ 617716 w 3028217"/>
                <a:gd name="connsiteY517" fmla="*/ 317681 h 2962327"/>
                <a:gd name="connsiteX518" fmla="*/ 631051 w 3028217"/>
                <a:gd name="connsiteY518" fmla="*/ 309108 h 2962327"/>
                <a:gd name="connsiteX519" fmla="*/ 692011 w 3028217"/>
                <a:gd name="connsiteY519" fmla="*/ 299583 h 2962327"/>
                <a:gd name="connsiteX520" fmla="*/ 756781 w 3028217"/>
                <a:gd name="connsiteY520" fmla="*/ 316728 h 2962327"/>
                <a:gd name="connsiteX521" fmla="*/ 780593 w 3028217"/>
                <a:gd name="connsiteY521" fmla="*/ 315776 h 2962327"/>
                <a:gd name="connsiteX522" fmla="*/ 797738 w 3028217"/>
                <a:gd name="connsiteY522" fmla="*/ 314823 h 2962327"/>
                <a:gd name="connsiteX523" fmla="*/ 831076 w 3028217"/>
                <a:gd name="connsiteY523" fmla="*/ 316728 h 2962327"/>
                <a:gd name="connsiteX524" fmla="*/ 841553 w 3028217"/>
                <a:gd name="connsiteY524" fmla="*/ 277676 h 2962327"/>
                <a:gd name="connsiteX525" fmla="*/ 852031 w 3028217"/>
                <a:gd name="connsiteY525" fmla="*/ 259578 h 2962327"/>
                <a:gd name="connsiteX526" fmla="*/ 867152 w 3028217"/>
                <a:gd name="connsiteY526" fmla="*/ 248624 h 2962327"/>
                <a:gd name="connsiteX527" fmla="*/ 876026 w 3028217"/>
                <a:gd name="connsiteY527" fmla="*/ 238011 h 2962327"/>
                <a:gd name="connsiteX528" fmla="*/ 858921 w 3028217"/>
                <a:gd name="connsiteY528" fmla="*/ 241392 h 2962327"/>
                <a:gd name="connsiteX529" fmla="*/ 821551 w 3028217"/>
                <a:gd name="connsiteY529" fmla="*/ 210048 h 2962327"/>
                <a:gd name="connsiteX530" fmla="*/ 857746 w 3028217"/>
                <a:gd name="connsiteY530" fmla="*/ 190998 h 2962327"/>
                <a:gd name="connsiteX531" fmla="*/ 873343 w 3028217"/>
                <a:gd name="connsiteY531" fmla="*/ 184331 h 2962327"/>
                <a:gd name="connsiteX532" fmla="*/ 798215 w 3028217"/>
                <a:gd name="connsiteY532" fmla="*/ 181949 h 2962327"/>
                <a:gd name="connsiteX533" fmla="*/ 805359 w 3028217"/>
                <a:gd name="connsiteY533" fmla="*/ 187188 h 2962327"/>
                <a:gd name="connsiteX534" fmla="*/ 795834 w 3028217"/>
                <a:gd name="connsiteY534" fmla="*/ 196713 h 2962327"/>
                <a:gd name="connsiteX535" fmla="*/ 788214 w 3028217"/>
                <a:gd name="connsiteY535" fmla="*/ 182426 h 2962327"/>
                <a:gd name="connsiteX536" fmla="*/ 798215 w 3028217"/>
                <a:gd name="connsiteY536" fmla="*/ 181949 h 2962327"/>
                <a:gd name="connsiteX537" fmla="*/ 938708 w 3028217"/>
                <a:gd name="connsiteY537" fmla="*/ 121466 h 2962327"/>
                <a:gd name="connsiteX538" fmla="*/ 952043 w 3028217"/>
                <a:gd name="connsiteY538" fmla="*/ 141468 h 2962327"/>
                <a:gd name="connsiteX539" fmla="*/ 951037 w 3028217"/>
                <a:gd name="connsiteY539" fmla="*/ 142501 h 2962327"/>
                <a:gd name="connsiteX540" fmla="*/ 953949 w 3028217"/>
                <a:gd name="connsiteY540" fmla="*/ 140516 h 2962327"/>
                <a:gd name="connsiteX541" fmla="*/ 952996 w 3028217"/>
                <a:gd name="connsiteY541" fmla="*/ 148136 h 2962327"/>
                <a:gd name="connsiteX542" fmla="*/ 952996 w 3028217"/>
                <a:gd name="connsiteY542" fmla="*/ 169091 h 2962327"/>
                <a:gd name="connsiteX543" fmla="*/ 944424 w 3028217"/>
                <a:gd name="connsiteY543" fmla="*/ 159804 h 2962327"/>
                <a:gd name="connsiteX544" fmla="*/ 933131 w 3028217"/>
                <a:gd name="connsiteY544" fmla="*/ 154863 h 2962327"/>
                <a:gd name="connsiteX545" fmla="*/ 931088 w 3028217"/>
                <a:gd name="connsiteY545" fmla="*/ 155756 h 2962327"/>
                <a:gd name="connsiteX546" fmla="*/ 930136 w 3028217"/>
                <a:gd name="connsiteY546" fmla="*/ 155756 h 2962327"/>
                <a:gd name="connsiteX547" fmla="*/ 918706 w 3028217"/>
                <a:gd name="connsiteY547" fmla="*/ 144326 h 2962327"/>
                <a:gd name="connsiteX548" fmla="*/ 931088 w 3028217"/>
                <a:gd name="connsiteY548" fmla="*/ 122418 h 2962327"/>
                <a:gd name="connsiteX549" fmla="*/ 938708 w 3028217"/>
                <a:gd name="connsiteY549" fmla="*/ 121466 h 2962327"/>
                <a:gd name="connsiteX550" fmla="*/ 925373 w 3028217"/>
                <a:gd name="connsiteY550" fmla="*/ 107178 h 2962327"/>
                <a:gd name="connsiteX551" fmla="*/ 938708 w 3028217"/>
                <a:gd name="connsiteY551" fmla="*/ 121465 h 2962327"/>
                <a:gd name="connsiteX552" fmla="*/ 935851 w 3028217"/>
                <a:gd name="connsiteY552" fmla="*/ 121465 h 2962327"/>
                <a:gd name="connsiteX553" fmla="*/ 932993 w 3028217"/>
                <a:gd name="connsiteY553" fmla="*/ 121465 h 2962327"/>
                <a:gd name="connsiteX554" fmla="*/ 901561 w 3028217"/>
                <a:gd name="connsiteY554" fmla="*/ 123370 h 2962327"/>
                <a:gd name="connsiteX555" fmla="*/ 925373 w 3028217"/>
                <a:gd name="connsiteY555" fmla="*/ 107178 h 2962327"/>
                <a:gd name="connsiteX556" fmla="*/ 1021576 w 3028217"/>
                <a:gd name="connsiteY556" fmla="*/ 71936 h 2962327"/>
                <a:gd name="connsiteX557" fmla="*/ 1031101 w 3028217"/>
                <a:gd name="connsiteY557" fmla="*/ 97653 h 2962327"/>
                <a:gd name="connsiteX558" fmla="*/ 1000621 w 3028217"/>
                <a:gd name="connsiteY558" fmla="*/ 92891 h 2962327"/>
                <a:gd name="connsiteX559" fmla="*/ 1007288 w 3028217"/>
                <a:gd name="connsiteY559" fmla="*/ 79556 h 2962327"/>
                <a:gd name="connsiteX560" fmla="*/ 1021576 w 3028217"/>
                <a:gd name="connsiteY560" fmla="*/ 71936 h 2962327"/>
                <a:gd name="connsiteX561" fmla="*/ 1113849 w 3028217"/>
                <a:gd name="connsiteY561" fmla="*/ 40265 h 2962327"/>
                <a:gd name="connsiteX562" fmla="*/ 1159689 w 3028217"/>
                <a:gd name="connsiteY562" fmla="*/ 51933 h 2962327"/>
                <a:gd name="connsiteX563" fmla="*/ 1151116 w 3028217"/>
                <a:gd name="connsiteY563" fmla="*/ 84318 h 2962327"/>
                <a:gd name="connsiteX564" fmla="*/ 1111111 w 3028217"/>
                <a:gd name="connsiteY564" fmla="*/ 92891 h 2962327"/>
                <a:gd name="connsiteX565" fmla="*/ 1070153 w 3028217"/>
                <a:gd name="connsiteY565" fmla="*/ 58601 h 2962327"/>
                <a:gd name="connsiteX566" fmla="*/ 1113849 w 3028217"/>
                <a:gd name="connsiteY566" fmla="*/ 40265 h 2962327"/>
                <a:gd name="connsiteX567" fmla="*/ 1400760 w 3028217"/>
                <a:gd name="connsiteY567" fmla="*/ 96 h 2962327"/>
                <a:gd name="connsiteX568" fmla="*/ 1476871 w 3028217"/>
                <a:gd name="connsiteY568" fmla="*/ 5260 h 2962327"/>
                <a:gd name="connsiteX569" fmla="*/ 1611174 w 3028217"/>
                <a:gd name="connsiteY569" fmla="*/ 9070 h 2962327"/>
                <a:gd name="connsiteX570" fmla="*/ 1619746 w 3028217"/>
                <a:gd name="connsiteY570" fmla="*/ 17643 h 2962327"/>
                <a:gd name="connsiteX571" fmla="*/ 1646416 w 3028217"/>
                <a:gd name="connsiteY571" fmla="*/ 28120 h 2962327"/>
                <a:gd name="connsiteX572" fmla="*/ 1667371 w 3028217"/>
                <a:gd name="connsiteY572" fmla="*/ 31930 h 2962327"/>
                <a:gd name="connsiteX573" fmla="*/ 1742261 w 3028217"/>
                <a:gd name="connsiteY573" fmla="*/ 11690 h 2962327"/>
                <a:gd name="connsiteX574" fmla="*/ 1820723 w 3028217"/>
                <a:gd name="connsiteY574" fmla="*/ 30025 h 2962327"/>
                <a:gd name="connsiteX575" fmla="*/ 1901686 w 3028217"/>
                <a:gd name="connsiteY575" fmla="*/ 45265 h 2962327"/>
                <a:gd name="connsiteX576" fmla="*/ 1894066 w 3028217"/>
                <a:gd name="connsiteY576" fmla="*/ 69078 h 2962327"/>
                <a:gd name="connsiteX577" fmla="*/ 1955978 w 3028217"/>
                <a:gd name="connsiteY577" fmla="*/ 55743 h 2962327"/>
                <a:gd name="connsiteX578" fmla="*/ 1954073 w 3028217"/>
                <a:gd name="connsiteY578" fmla="*/ 71935 h 2962327"/>
                <a:gd name="connsiteX579" fmla="*/ 1935976 w 3028217"/>
                <a:gd name="connsiteY579" fmla="*/ 103368 h 2962327"/>
                <a:gd name="connsiteX580" fmla="*/ 1949311 w 3028217"/>
                <a:gd name="connsiteY580" fmla="*/ 161470 h 2962327"/>
                <a:gd name="connsiteX581" fmla="*/ 1894066 w 3028217"/>
                <a:gd name="connsiteY581" fmla="*/ 171948 h 2962327"/>
                <a:gd name="connsiteX582" fmla="*/ 1913116 w 3028217"/>
                <a:gd name="connsiteY582" fmla="*/ 183378 h 2962327"/>
                <a:gd name="connsiteX583" fmla="*/ 1907401 w 3028217"/>
                <a:gd name="connsiteY583" fmla="*/ 196713 h 2962327"/>
                <a:gd name="connsiteX584" fmla="*/ 1873111 w 3028217"/>
                <a:gd name="connsiteY584" fmla="*/ 245290 h 2962327"/>
                <a:gd name="connsiteX585" fmla="*/ 1866443 w 3028217"/>
                <a:gd name="connsiteY585" fmla="*/ 267198 h 2962327"/>
                <a:gd name="connsiteX586" fmla="*/ 1851203 w 3028217"/>
                <a:gd name="connsiteY586" fmla="*/ 270055 h 2962327"/>
                <a:gd name="connsiteX587" fmla="*/ 1866443 w 3028217"/>
                <a:gd name="connsiteY587" fmla="*/ 313870 h 2962327"/>
                <a:gd name="connsiteX588" fmla="*/ 1843583 w 3028217"/>
                <a:gd name="connsiteY588" fmla="*/ 319585 h 2962327"/>
                <a:gd name="connsiteX589" fmla="*/ 1819771 w 3028217"/>
                <a:gd name="connsiteY589" fmla="*/ 300535 h 2962327"/>
                <a:gd name="connsiteX590" fmla="*/ 1788338 w 3028217"/>
                <a:gd name="connsiteY590" fmla="*/ 313870 h 2962327"/>
                <a:gd name="connsiteX591" fmla="*/ 1800721 w 3028217"/>
                <a:gd name="connsiteY591" fmla="*/ 315775 h 2962327"/>
                <a:gd name="connsiteX592" fmla="*/ 1823581 w 3028217"/>
                <a:gd name="connsiteY592" fmla="*/ 314823 h 2962327"/>
                <a:gd name="connsiteX593" fmla="*/ 1833106 w 3028217"/>
                <a:gd name="connsiteY593" fmla="*/ 317680 h 2962327"/>
                <a:gd name="connsiteX594" fmla="*/ 1838821 w 3028217"/>
                <a:gd name="connsiteY594" fmla="*/ 334825 h 2962327"/>
                <a:gd name="connsiteX595" fmla="*/ 1715948 w 3028217"/>
                <a:gd name="connsiteY595" fmla="*/ 370068 h 2962327"/>
                <a:gd name="connsiteX596" fmla="*/ 1691183 w 3028217"/>
                <a:gd name="connsiteY596" fmla="*/ 379593 h 2962327"/>
                <a:gd name="connsiteX597" fmla="*/ 1586408 w 3028217"/>
                <a:gd name="connsiteY597" fmla="*/ 430075 h 2962327"/>
                <a:gd name="connsiteX598" fmla="*/ 1542593 w 3028217"/>
                <a:gd name="connsiteY598" fmla="*/ 468175 h 2962327"/>
                <a:gd name="connsiteX599" fmla="*/ 1480681 w 3028217"/>
                <a:gd name="connsiteY599" fmla="*/ 555805 h 2962327"/>
                <a:gd name="connsiteX600" fmla="*/ 1462583 w 3028217"/>
                <a:gd name="connsiteY600" fmla="*/ 562473 h 2962327"/>
                <a:gd name="connsiteX601" fmla="*/ 1385431 w 3028217"/>
                <a:gd name="connsiteY601" fmla="*/ 462460 h 2962327"/>
                <a:gd name="connsiteX602" fmla="*/ 1379716 w 3028217"/>
                <a:gd name="connsiteY602" fmla="*/ 398643 h 2962327"/>
                <a:gd name="connsiteX603" fmla="*/ 1441628 w 3028217"/>
                <a:gd name="connsiteY603" fmla="*/ 335778 h 2962327"/>
                <a:gd name="connsiteX604" fmla="*/ 1449248 w 3028217"/>
                <a:gd name="connsiteY604" fmla="*/ 321490 h 2962327"/>
                <a:gd name="connsiteX605" fmla="*/ 1461631 w 3028217"/>
                <a:gd name="connsiteY605" fmla="*/ 300535 h 2962327"/>
                <a:gd name="connsiteX606" fmla="*/ 1412101 w 3028217"/>
                <a:gd name="connsiteY606" fmla="*/ 280533 h 2962327"/>
                <a:gd name="connsiteX607" fmla="*/ 1434961 w 3028217"/>
                <a:gd name="connsiteY607" fmla="*/ 215763 h 2962327"/>
                <a:gd name="connsiteX608" fmla="*/ 1371143 w 3028217"/>
                <a:gd name="connsiteY608" fmla="*/ 160518 h 2962327"/>
                <a:gd name="connsiteX609" fmla="*/ 1331138 w 3028217"/>
                <a:gd name="connsiteY609" fmla="*/ 162423 h 2962327"/>
                <a:gd name="connsiteX610" fmla="*/ 1303516 w 3028217"/>
                <a:gd name="connsiteY610" fmla="*/ 150040 h 2962327"/>
                <a:gd name="connsiteX611" fmla="*/ 1313993 w 3028217"/>
                <a:gd name="connsiteY611" fmla="*/ 130038 h 2962327"/>
                <a:gd name="connsiteX612" fmla="*/ 1313041 w 3028217"/>
                <a:gd name="connsiteY612" fmla="*/ 121465 h 2962327"/>
                <a:gd name="connsiteX613" fmla="*/ 1323518 w 3028217"/>
                <a:gd name="connsiteY613" fmla="*/ 96700 h 2962327"/>
                <a:gd name="connsiteX614" fmla="*/ 1387336 w 3028217"/>
                <a:gd name="connsiteY614" fmla="*/ 88128 h 2962327"/>
                <a:gd name="connsiteX615" fmla="*/ 1394003 w 3028217"/>
                <a:gd name="connsiteY615" fmla="*/ 68125 h 2962327"/>
                <a:gd name="connsiteX616" fmla="*/ 1445438 w 3028217"/>
                <a:gd name="connsiteY616" fmla="*/ 41455 h 2962327"/>
                <a:gd name="connsiteX617" fmla="*/ 1471104 w 3028217"/>
                <a:gd name="connsiteY617" fmla="*/ 35589 h 2962327"/>
                <a:gd name="connsiteX618" fmla="*/ 1469608 w 3028217"/>
                <a:gd name="connsiteY618" fmla="*/ 35026 h 2962327"/>
                <a:gd name="connsiteX619" fmla="*/ 1456869 w 3028217"/>
                <a:gd name="connsiteY619" fmla="*/ 34788 h 2962327"/>
                <a:gd name="connsiteX620" fmla="*/ 1365429 w 3028217"/>
                <a:gd name="connsiteY620" fmla="*/ 60505 h 2962327"/>
                <a:gd name="connsiteX621" fmla="*/ 1208266 w 3028217"/>
                <a:gd name="connsiteY621" fmla="*/ 122418 h 2962327"/>
                <a:gd name="connsiteX622" fmla="*/ 1175881 w 3028217"/>
                <a:gd name="connsiteY622" fmla="*/ 122418 h 2962327"/>
                <a:gd name="connsiteX623" fmla="*/ 1187311 w 3028217"/>
                <a:gd name="connsiteY623" fmla="*/ 142420 h 2962327"/>
                <a:gd name="connsiteX624" fmla="*/ 1180644 w 3028217"/>
                <a:gd name="connsiteY624" fmla="*/ 149088 h 2962327"/>
                <a:gd name="connsiteX625" fmla="*/ 1158647 w 3028217"/>
                <a:gd name="connsiteY625" fmla="*/ 153642 h 2962327"/>
                <a:gd name="connsiteX626" fmla="*/ 1143520 w 3028217"/>
                <a:gd name="connsiteY626" fmla="*/ 152466 h 2962327"/>
                <a:gd name="connsiteX627" fmla="*/ 1148259 w 3028217"/>
                <a:gd name="connsiteY627" fmla="*/ 153731 h 2962327"/>
                <a:gd name="connsiteX628" fmla="*/ 1152069 w 3028217"/>
                <a:gd name="connsiteY628" fmla="*/ 175758 h 2962327"/>
                <a:gd name="connsiteX629" fmla="*/ 1029196 w 3028217"/>
                <a:gd name="connsiteY629" fmla="*/ 182425 h 2962327"/>
                <a:gd name="connsiteX630" fmla="*/ 1006336 w 3028217"/>
                <a:gd name="connsiteY630" fmla="*/ 148135 h 2962327"/>
                <a:gd name="connsiteX631" fmla="*/ 995859 w 3028217"/>
                <a:gd name="connsiteY631" fmla="*/ 134800 h 2962327"/>
                <a:gd name="connsiteX632" fmla="*/ 987286 w 3028217"/>
                <a:gd name="connsiteY632" fmla="*/ 114798 h 2962327"/>
                <a:gd name="connsiteX633" fmla="*/ 1049199 w 3028217"/>
                <a:gd name="connsiteY633" fmla="*/ 134800 h 2962327"/>
                <a:gd name="connsiteX634" fmla="*/ 1064439 w 3028217"/>
                <a:gd name="connsiteY634" fmla="*/ 149088 h 2962327"/>
                <a:gd name="connsiteX635" fmla="*/ 1095871 w 3028217"/>
                <a:gd name="connsiteY635" fmla="*/ 149326 h 2962327"/>
                <a:gd name="connsiteX636" fmla="*/ 1106484 w 3028217"/>
                <a:gd name="connsiteY636" fmla="*/ 148924 h 2962327"/>
                <a:gd name="connsiteX637" fmla="*/ 1093014 w 3028217"/>
                <a:gd name="connsiteY637" fmla="*/ 149088 h 2962327"/>
                <a:gd name="connsiteX638" fmla="*/ 1062534 w 3028217"/>
                <a:gd name="connsiteY638" fmla="*/ 131943 h 2962327"/>
                <a:gd name="connsiteX639" fmla="*/ 1133971 w 3028217"/>
                <a:gd name="connsiteY639" fmla="*/ 110988 h 2962327"/>
                <a:gd name="connsiteX640" fmla="*/ 1158736 w 3028217"/>
                <a:gd name="connsiteY640" fmla="*/ 88128 h 2962327"/>
                <a:gd name="connsiteX641" fmla="*/ 1173024 w 3028217"/>
                <a:gd name="connsiteY641" fmla="*/ 73840 h 2962327"/>
                <a:gd name="connsiteX642" fmla="*/ 1214934 w 3028217"/>
                <a:gd name="connsiteY642" fmla="*/ 54790 h 2962327"/>
                <a:gd name="connsiteX643" fmla="*/ 1275894 w 3028217"/>
                <a:gd name="connsiteY643" fmla="*/ 44313 h 2962327"/>
                <a:gd name="connsiteX644" fmla="*/ 1211124 w 3028217"/>
                <a:gd name="connsiteY644" fmla="*/ 51933 h 2962327"/>
                <a:gd name="connsiteX645" fmla="*/ 1174929 w 3028217"/>
                <a:gd name="connsiteY645" fmla="*/ 39550 h 2962327"/>
                <a:gd name="connsiteX646" fmla="*/ 1174929 w 3028217"/>
                <a:gd name="connsiteY646" fmla="*/ 26215 h 2962327"/>
                <a:gd name="connsiteX647" fmla="*/ 1400760 w 3028217"/>
                <a:gd name="connsiteY647" fmla="*/ 96 h 2962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</a:cxnLst>
              <a:rect l="l" t="t" r="r" b="b"/>
              <a:pathLst>
                <a:path w="3028217" h="2962327">
                  <a:moveTo>
                    <a:pt x="2863236" y="2049564"/>
                  </a:moveTo>
                  <a:cubicBezTo>
                    <a:pt x="2854902" y="2049564"/>
                    <a:pt x="2847996" y="2053612"/>
                    <a:pt x="2844662" y="2065518"/>
                  </a:cubicBezTo>
                  <a:cubicBezTo>
                    <a:pt x="2840852" y="2080758"/>
                    <a:pt x="2821802" y="2104571"/>
                    <a:pt x="2847519" y="2116953"/>
                  </a:cubicBezTo>
                  <a:cubicBezTo>
                    <a:pt x="2878000" y="2131241"/>
                    <a:pt x="2877047" y="2098856"/>
                    <a:pt x="2887525" y="2084568"/>
                  </a:cubicBezTo>
                  <a:cubicBezTo>
                    <a:pt x="2888477" y="2083616"/>
                    <a:pt x="2889430" y="2080758"/>
                    <a:pt x="2890382" y="2078853"/>
                  </a:cubicBezTo>
                  <a:cubicBezTo>
                    <a:pt x="2895144" y="2071233"/>
                    <a:pt x="2896097" y="2064566"/>
                    <a:pt x="2890382" y="2057898"/>
                  </a:cubicBezTo>
                  <a:cubicBezTo>
                    <a:pt x="2881334" y="2053612"/>
                    <a:pt x="2871571" y="2049564"/>
                    <a:pt x="2863236" y="2049564"/>
                  </a:cubicBezTo>
                  <a:close/>
                  <a:moveTo>
                    <a:pt x="2453184" y="1703568"/>
                  </a:moveTo>
                  <a:cubicBezTo>
                    <a:pt x="2446516" y="1700711"/>
                    <a:pt x="2442706" y="1708331"/>
                    <a:pt x="2444611" y="1714046"/>
                  </a:cubicBezTo>
                  <a:cubicBezTo>
                    <a:pt x="2448421" y="1725476"/>
                    <a:pt x="2452231" y="1738811"/>
                    <a:pt x="2467471" y="1740716"/>
                  </a:cubicBezTo>
                  <a:cubicBezTo>
                    <a:pt x="2475091" y="1741668"/>
                    <a:pt x="2480806" y="1736906"/>
                    <a:pt x="2482711" y="1728333"/>
                  </a:cubicBezTo>
                  <a:cubicBezTo>
                    <a:pt x="2473186" y="1720713"/>
                    <a:pt x="2463661" y="1710236"/>
                    <a:pt x="2453184" y="1703568"/>
                  </a:cubicBezTo>
                  <a:close/>
                  <a:moveTo>
                    <a:pt x="802501" y="1583553"/>
                  </a:moveTo>
                  <a:cubicBezTo>
                    <a:pt x="805359" y="1585458"/>
                    <a:pt x="811074" y="1586410"/>
                    <a:pt x="812026" y="1589268"/>
                  </a:cubicBezTo>
                  <a:cubicBezTo>
                    <a:pt x="814884" y="1596888"/>
                    <a:pt x="807264" y="1597840"/>
                    <a:pt x="802501" y="1599745"/>
                  </a:cubicBezTo>
                  <a:cubicBezTo>
                    <a:pt x="797739" y="1601650"/>
                    <a:pt x="792976" y="1598793"/>
                    <a:pt x="792024" y="1594030"/>
                  </a:cubicBezTo>
                  <a:cubicBezTo>
                    <a:pt x="788214" y="1586410"/>
                    <a:pt x="794881" y="1585458"/>
                    <a:pt x="802501" y="1583553"/>
                  </a:cubicBezTo>
                  <a:close/>
                  <a:moveTo>
                    <a:pt x="573901" y="1577838"/>
                  </a:moveTo>
                  <a:cubicBezTo>
                    <a:pt x="581521" y="1579743"/>
                    <a:pt x="588189" y="1582600"/>
                    <a:pt x="592951" y="1589268"/>
                  </a:cubicBezTo>
                  <a:cubicBezTo>
                    <a:pt x="592951" y="1594982"/>
                    <a:pt x="589141" y="1596888"/>
                    <a:pt x="584379" y="1596888"/>
                  </a:cubicBezTo>
                  <a:cubicBezTo>
                    <a:pt x="575806" y="1597840"/>
                    <a:pt x="568186" y="1595935"/>
                    <a:pt x="565329" y="1587363"/>
                  </a:cubicBezTo>
                  <a:cubicBezTo>
                    <a:pt x="562471" y="1580695"/>
                    <a:pt x="568186" y="1576885"/>
                    <a:pt x="573901" y="1577838"/>
                  </a:cubicBezTo>
                  <a:close/>
                  <a:moveTo>
                    <a:pt x="698678" y="1550216"/>
                  </a:moveTo>
                  <a:cubicBezTo>
                    <a:pt x="729158" y="1545453"/>
                    <a:pt x="746303" y="1560693"/>
                    <a:pt x="763448" y="1592126"/>
                  </a:cubicBezTo>
                  <a:cubicBezTo>
                    <a:pt x="731063" y="1576886"/>
                    <a:pt x="706298" y="1611176"/>
                    <a:pt x="678676" y="1592126"/>
                  </a:cubicBezTo>
                  <a:cubicBezTo>
                    <a:pt x="675818" y="1573076"/>
                    <a:pt x="667246" y="1551168"/>
                    <a:pt x="698678" y="1550216"/>
                  </a:cubicBezTo>
                  <a:close/>
                  <a:moveTo>
                    <a:pt x="492939" y="1460681"/>
                  </a:moveTo>
                  <a:cubicBezTo>
                    <a:pt x="518656" y="1456871"/>
                    <a:pt x="541516" y="1464491"/>
                    <a:pt x="562471" y="1479731"/>
                  </a:cubicBezTo>
                  <a:cubicBezTo>
                    <a:pt x="590094" y="1499733"/>
                    <a:pt x="618669" y="1515926"/>
                    <a:pt x="646291" y="1537833"/>
                  </a:cubicBezTo>
                  <a:cubicBezTo>
                    <a:pt x="620574" y="1545453"/>
                    <a:pt x="593904" y="1560693"/>
                    <a:pt x="577711" y="1525451"/>
                  </a:cubicBezTo>
                  <a:cubicBezTo>
                    <a:pt x="567234" y="1503543"/>
                    <a:pt x="541516" y="1503543"/>
                    <a:pt x="527229" y="1487351"/>
                  </a:cubicBezTo>
                  <a:lnTo>
                    <a:pt x="525032" y="1486533"/>
                  </a:lnTo>
                  <a:lnTo>
                    <a:pt x="527229" y="1488303"/>
                  </a:lnTo>
                  <a:cubicBezTo>
                    <a:pt x="502464" y="1486398"/>
                    <a:pt x="475794" y="1465443"/>
                    <a:pt x="451029" y="1494971"/>
                  </a:cubicBezTo>
                  <a:cubicBezTo>
                    <a:pt x="453886" y="1467348"/>
                    <a:pt x="471984" y="1461633"/>
                    <a:pt x="492939" y="1460681"/>
                  </a:cubicBezTo>
                  <a:close/>
                  <a:moveTo>
                    <a:pt x="592475" y="1413889"/>
                  </a:moveTo>
                  <a:cubicBezTo>
                    <a:pt x="594380" y="1414008"/>
                    <a:pt x="596285" y="1414485"/>
                    <a:pt x="596761" y="1414961"/>
                  </a:cubicBezTo>
                  <a:cubicBezTo>
                    <a:pt x="605334" y="1423533"/>
                    <a:pt x="603428" y="1433058"/>
                    <a:pt x="595809" y="1447346"/>
                  </a:cubicBezTo>
                  <a:cubicBezTo>
                    <a:pt x="589141" y="1434011"/>
                    <a:pt x="579616" y="1426391"/>
                    <a:pt x="588189" y="1414961"/>
                  </a:cubicBezTo>
                  <a:cubicBezTo>
                    <a:pt x="588665" y="1414009"/>
                    <a:pt x="590570" y="1413770"/>
                    <a:pt x="592475" y="1413889"/>
                  </a:cubicBezTo>
                  <a:close/>
                  <a:moveTo>
                    <a:pt x="2633206" y="1174931"/>
                  </a:moveTo>
                  <a:cubicBezTo>
                    <a:pt x="2646541" y="1176836"/>
                    <a:pt x="2659876" y="1178741"/>
                    <a:pt x="2673211" y="1180646"/>
                  </a:cubicBezTo>
                  <a:cubicBezTo>
                    <a:pt x="2657018" y="1197791"/>
                    <a:pt x="2645588" y="1186361"/>
                    <a:pt x="2633206" y="1174931"/>
                  </a:cubicBezTo>
                  <a:close/>
                  <a:moveTo>
                    <a:pt x="2477948" y="1095873"/>
                  </a:moveTo>
                  <a:cubicBezTo>
                    <a:pt x="2477948" y="1101588"/>
                    <a:pt x="2478901" y="1106350"/>
                    <a:pt x="2484616" y="1110160"/>
                  </a:cubicBezTo>
                  <a:cubicBezTo>
                    <a:pt x="2478901" y="1119685"/>
                    <a:pt x="2464613" y="1121590"/>
                    <a:pt x="2464613" y="1135878"/>
                  </a:cubicBezTo>
                  <a:cubicBezTo>
                    <a:pt x="2464613" y="1153023"/>
                    <a:pt x="2454136" y="1151118"/>
                    <a:pt x="2444611" y="1144450"/>
                  </a:cubicBezTo>
                  <a:cubicBezTo>
                    <a:pt x="2434133" y="1136830"/>
                    <a:pt x="2413178" y="1133020"/>
                    <a:pt x="2415083" y="1119685"/>
                  </a:cubicBezTo>
                  <a:cubicBezTo>
                    <a:pt x="2417941" y="1101588"/>
                    <a:pt x="2436038" y="1116828"/>
                    <a:pt x="2446516" y="1114923"/>
                  </a:cubicBezTo>
                  <a:cubicBezTo>
                    <a:pt x="2458898" y="1112065"/>
                    <a:pt x="2470329" y="1106350"/>
                    <a:pt x="2477948" y="1095873"/>
                  </a:cubicBezTo>
                  <a:close/>
                  <a:moveTo>
                    <a:pt x="2344599" y="1039676"/>
                  </a:moveTo>
                  <a:cubicBezTo>
                    <a:pt x="2358886" y="1039676"/>
                    <a:pt x="2352219" y="1056821"/>
                    <a:pt x="2355076" y="1066346"/>
                  </a:cubicBezTo>
                  <a:cubicBezTo>
                    <a:pt x="2354124" y="1077776"/>
                    <a:pt x="2356981" y="1093016"/>
                    <a:pt x="2341741" y="1092063"/>
                  </a:cubicBezTo>
                  <a:cubicBezTo>
                    <a:pt x="2328406" y="1091111"/>
                    <a:pt x="2329359" y="1075871"/>
                    <a:pt x="2328406" y="1065393"/>
                  </a:cubicBezTo>
                  <a:cubicBezTo>
                    <a:pt x="2327454" y="1053011"/>
                    <a:pt x="2331264" y="1039676"/>
                    <a:pt x="2344599" y="1039676"/>
                  </a:cubicBezTo>
                  <a:close/>
                  <a:moveTo>
                    <a:pt x="699631" y="966334"/>
                  </a:moveTo>
                  <a:cubicBezTo>
                    <a:pt x="671056" y="960619"/>
                    <a:pt x="648196" y="971096"/>
                    <a:pt x="616764" y="992051"/>
                  </a:cubicBezTo>
                  <a:cubicBezTo>
                    <a:pt x="652959" y="990146"/>
                    <a:pt x="677724" y="983478"/>
                    <a:pt x="699631" y="966334"/>
                  </a:cubicBezTo>
                  <a:close/>
                  <a:moveTo>
                    <a:pt x="2786559" y="938711"/>
                  </a:moveTo>
                  <a:cubicBezTo>
                    <a:pt x="2796084" y="944426"/>
                    <a:pt x="2804656" y="939663"/>
                    <a:pt x="2814181" y="938711"/>
                  </a:cubicBezTo>
                  <a:cubicBezTo>
                    <a:pt x="2814181" y="940616"/>
                    <a:pt x="2814181" y="943473"/>
                    <a:pt x="2814181" y="945378"/>
                  </a:cubicBezTo>
                  <a:cubicBezTo>
                    <a:pt x="2803704" y="949188"/>
                    <a:pt x="2791321" y="959666"/>
                    <a:pt x="2786559" y="938711"/>
                  </a:cubicBezTo>
                  <a:close/>
                  <a:moveTo>
                    <a:pt x="737731" y="935019"/>
                  </a:moveTo>
                  <a:cubicBezTo>
                    <a:pt x="726540" y="936091"/>
                    <a:pt x="714872" y="940139"/>
                    <a:pt x="702489" y="951093"/>
                  </a:cubicBezTo>
                  <a:cubicBezTo>
                    <a:pt x="731064" y="951093"/>
                    <a:pt x="753924" y="958713"/>
                    <a:pt x="770116" y="936805"/>
                  </a:cubicBezTo>
                  <a:cubicBezTo>
                    <a:pt x="759639" y="935853"/>
                    <a:pt x="748923" y="933948"/>
                    <a:pt x="737731" y="935019"/>
                  </a:cubicBezTo>
                  <a:close/>
                  <a:moveTo>
                    <a:pt x="619383" y="880251"/>
                  </a:moveTo>
                  <a:cubicBezTo>
                    <a:pt x="616526" y="879417"/>
                    <a:pt x="612477" y="880608"/>
                    <a:pt x="608191" y="882513"/>
                  </a:cubicBezTo>
                  <a:cubicBezTo>
                    <a:pt x="589141" y="887276"/>
                    <a:pt x="539611" y="951093"/>
                    <a:pt x="541516" y="968238"/>
                  </a:cubicBezTo>
                  <a:cubicBezTo>
                    <a:pt x="543421" y="979668"/>
                    <a:pt x="550089" y="980621"/>
                    <a:pt x="558661" y="975858"/>
                  </a:cubicBezTo>
                  <a:cubicBezTo>
                    <a:pt x="569139" y="970143"/>
                    <a:pt x="576759" y="960618"/>
                    <a:pt x="578664" y="949188"/>
                  </a:cubicBezTo>
                  <a:cubicBezTo>
                    <a:pt x="582474" y="920613"/>
                    <a:pt x="601524" y="904421"/>
                    <a:pt x="623431" y="890133"/>
                  </a:cubicBezTo>
                  <a:cubicBezTo>
                    <a:pt x="623907" y="883942"/>
                    <a:pt x="622241" y="881084"/>
                    <a:pt x="619383" y="880251"/>
                  </a:cubicBezTo>
                  <a:close/>
                  <a:moveTo>
                    <a:pt x="659626" y="872036"/>
                  </a:moveTo>
                  <a:cubicBezTo>
                    <a:pt x="653911" y="870131"/>
                    <a:pt x="645339" y="876798"/>
                    <a:pt x="647244" y="879656"/>
                  </a:cubicBezTo>
                  <a:cubicBezTo>
                    <a:pt x="657721" y="901563"/>
                    <a:pt x="632956" y="928233"/>
                    <a:pt x="657721" y="950141"/>
                  </a:cubicBezTo>
                  <a:cubicBezTo>
                    <a:pt x="667246" y="936806"/>
                    <a:pt x="676771" y="926328"/>
                    <a:pt x="683439" y="913946"/>
                  </a:cubicBezTo>
                  <a:cubicBezTo>
                    <a:pt x="691059" y="897753"/>
                    <a:pt x="704394" y="924423"/>
                    <a:pt x="711061" y="910136"/>
                  </a:cubicBezTo>
                  <a:cubicBezTo>
                    <a:pt x="713919" y="903468"/>
                    <a:pt x="713919" y="896801"/>
                    <a:pt x="709156" y="891086"/>
                  </a:cubicBezTo>
                  <a:cubicBezTo>
                    <a:pt x="696774" y="875846"/>
                    <a:pt x="676771" y="876798"/>
                    <a:pt x="659626" y="872036"/>
                  </a:cubicBezTo>
                  <a:close/>
                  <a:moveTo>
                    <a:pt x="620410" y="803828"/>
                  </a:moveTo>
                  <a:cubicBezTo>
                    <a:pt x="614918" y="803575"/>
                    <a:pt x="609144" y="804646"/>
                    <a:pt x="603429" y="807266"/>
                  </a:cubicBezTo>
                  <a:cubicBezTo>
                    <a:pt x="579616" y="817743"/>
                    <a:pt x="555804" y="830126"/>
                    <a:pt x="532944" y="841556"/>
                  </a:cubicBezTo>
                  <a:cubicBezTo>
                    <a:pt x="530086" y="850128"/>
                    <a:pt x="536754" y="852033"/>
                    <a:pt x="541516" y="855843"/>
                  </a:cubicBezTo>
                  <a:cubicBezTo>
                    <a:pt x="561519" y="852986"/>
                    <a:pt x="579616" y="838698"/>
                    <a:pt x="602476" y="859653"/>
                  </a:cubicBezTo>
                  <a:cubicBezTo>
                    <a:pt x="617716" y="874893"/>
                    <a:pt x="654864" y="853938"/>
                    <a:pt x="652959" y="835841"/>
                  </a:cubicBezTo>
                  <a:cubicBezTo>
                    <a:pt x="650815" y="817267"/>
                    <a:pt x="636885" y="804587"/>
                    <a:pt x="620410" y="803828"/>
                  </a:cubicBezTo>
                  <a:close/>
                  <a:moveTo>
                    <a:pt x="2051228" y="690108"/>
                  </a:moveTo>
                  <a:cubicBezTo>
                    <a:pt x="2066468" y="695823"/>
                    <a:pt x="2079803" y="697728"/>
                    <a:pt x="2074088" y="722493"/>
                  </a:cubicBezTo>
                  <a:cubicBezTo>
                    <a:pt x="2066468" y="753925"/>
                    <a:pt x="2053133" y="773928"/>
                    <a:pt x="2021701" y="782500"/>
                  </a:cubicBezTo>
                  <a:cubicBezTo>
                    <a:pt x="2009318" y="785358"/>
                    <a:pt x="1997888" y="785358"/>
                    <a:pt x="2000746" y="772023"/>
                  </a:cubicBezTo>
                  <a:cubicBezTo>
                    <a:pt x="2006461" y="745353"/>
                    <a:pt x="2008366" y="714873"/>
                    <a:pt x="2036941" y="698680"/>
                  </a:cubicBezTo>
                  <a:cubicBezTo>
                    <a:pt x="2040751" y="694870"/>
                    <a:pt x="2045513" y="692965"/>
                    <a:pt x="2051228" y="690108"/>
                  </a:cubicBezTo>
                  <a:close/>
                  <a:moveTo>
                    <a:pt x="2111236" y="608669"/>
                  </a:moveTo>
                  <a:cubicBezTo>
                    <a:pt x="2115046" y="609621"/>
                    <a:pt x="2116951" y="613431"/>
                    <a:pt x="2113141" y="623433"/>
                  </a:cubicBezTo>
                  <a:cubicBezTo>
                    <a:pt x="2113141" y="624385"/>
                    <a:pt x="2112189" y="625338"/>
                    <a:pt x="2111236" y="626290"/>
                  </a:cubicBezTo>
                  <a:cubicBezTo>
                    <a:pt x="2147431" y="643435"/>
                    <a:pt x="2126476" y="692013"/>
                    <a:pt x="2159814" y="711063"/>
                  </a:cubicBezTo>
                  <a:cubicBezTo>
                    <a:pt x="2178864" y="721540"/>
                    <a:pt x="2174101" y="752020"/>
                    <a:pt x="2199819" y="758688"/>
                  </a:cubicBezTo>
                  <a:cubicBezTo>
                    <a:pt x="2206486" y="760593"/>
                    <a:pt x="2189341" y="798693"/>
                    <a:pt x="2176959" y="800598"/>
                  </a:cubicBezTo>
                  <a:cubicBezTo>
                    <a:pt x="2149336" y="805360"/>
                    <a:pt x="2120761" y="810123"/>
                    <a:pt x="2092186" y="814885"/>
                  </a:cubicBezTo>
                  <a:cubicBezTo>
                    <a:pt x="2089329" y="799645"/>
                    <a:pt x="2128381" y="789168"/>
                    <a:pt x="2092186" y="777738"/>
                  </a:cubicBezTo>
                  <a:cubicBezTo>
                    <a:pt x="2098854" y="765355"/>
                    <a:pt x="2098854" y="749163"/>
                    <a:pt x="2111236" y="740590"/>
                  </a:cubicBezTo>
                  <a:cubicBezTo>
                    <a:pt x="2127429" y="729160"/>
                    <a:pt x="2118856" y="712015"/>
                    <a:pt x="2110284" y="710110"/>
                  </a:cubicBezTo>
                  <a:cubicBezTo>
                    <a:pt x="2086471" y="705348"/>
                    <a:pt x="2087424" y="682488"/>
                    <a:pt x="2076946" y="669153"/>
                  </a:cubicBezTo>
                  <a:cubicBezTo>
                    <a:pt x="2062659" y="651055"/>
                    <a:pt x="2076946" y="617718"/>
                    <a:pt x="2097901" y="611050"/>
                  </a:cubicBezTo>
                  <a:cubicBezTo>
                    <a:pt x="2101711" y="609621"/>
                    <a:pt x="2107426" y="607716"/>
                    <a:pt x="2111236" y="608669"/>
                  </a:cubicBezTo>
                  <a:close/>
                  <a:moveTo>
                    <a:pt x="927279" y="479605"/>
                  </a:moveTo>
                  <a:cubicBezTo>
                    <a:pt x="932041" y="477700"/>
                    <a:pt x="935851" y="480558"/>
                    <a:pt x="933946" y="486273"/>
                  </a:cubicBezTo>
                  <a:cubicBezTo>
                    <a:pt x="932041" y="490083"/>
                    <a:pt x="929184" y="492941"/>
                    <a:pt x="929184" y="493893"/>
                  </a:cubicBezTo>
                  <a:cubicBezTo>
                    <a:pt x="919659" y="493893"/>
                    <a:pt x="917754" y="491035"/>
                    <a:pt x="919659" y="488178"/>
                  </a:cubicBezTo>
                  <a:cubicBezTo>
                    <a:pt x="921564" y="484368"/>
                    <a:pt x="924421" y="480558"/>
                    <a:pt x="927279" y="479605"/>
                  </a:cubicBezTo>
                  <a:close/>
                  <a:moveTo>
                    <a:pt x="1938089" y="417931"/>
                  </a:moveTo>
                  <a:cubicBezTo>
                    <a:pt x="1948537" y="420431"/>
                    <a:pt x="1955503" y="431504"/>
                    <a:pt x="1959789" y="441505"/>
                  </a:cubicBezTo>
                  <a:cubicBezTo>
                    <a:pt x="1967409" y="457698"/>
                    <a:pt x="1952169" y="461508"/>
                    <a:pt x="1940739" y="466270"/>
                  </a:cubicBezTo>
                  <a:cubicBezTo>
                    <a:pt x="1909306" y="478653"/>
                    <a:pt x="1880731" y="501513"/>
                    <a:pt x="1842631" y="480558"/>
                  </a:cubicBezTo>
                  <a:cubicBezTo>
                    <a:pt x="1829296" y="472938"/>
                    <a:pt x="1832154" y="467223"/>
                    <a:pt x="1832154" y="458650"/>
                  </a:cubicBezTo>
                  <a:cubicBezTo>
                    <a:pt x="1828344" y="450078"/>
                    <a:pt x="1835964" y="442458"/>
                    <a:pt x="1833106" y="431980"/>
                  </a:cubicBezTo>
                  <a:cubicBezTo>
                    <a:pt x="1828344" y="420550"/>
                    <a:pt x="1835011" y="416740"/>
                    <a:pt x="1845489" y="423408"/>
                  </a:cubicBezTo>
                  <a:cubicBezTo>
                    <a:pt x="1847394" y="430075"/>
                    <a:pt x="1849299" y="439600"/>
                    <a:pt x="1857871" y="432933"/>
                  </a:cubicBezTo>
                  <a:cubicBezTo>
                    <a:pt x="1878826" y="418645"/>
                    <a:pt x="1903591" y="426265"/>
                    <a:pt x="1926451" y="418645"/>
                  </a:cubicBezTo>
                  <a:cubicBezTo>
                    <a:pt x="1930737" y="417216"/>
                    <a:pt x="1934607" y="417097"/>
                    <a:pt x="1938089" y="417931"/>
                  </a:cubicBezTo>
                  <a:close/>
                  <a:moveTo>
                    <a:pt x="904419" y="389118"/>
                  </a:moveTo>
                  <a:cubicBezTo>
                    <a:pt x="915849" y="404358"/>
                    <a:pt x="928231" y="418646"/>
                    <a:pt x="938709" y="433886"/>
                  </a:cubicBezTo>
                  <a:cubicBezTo>
                    <a:pt x="940614" y="436743"/>
                    <a:pt x="940614" y="441505"/>
                    <a:pt x="942519" y="446268"/>
                  </a:cubicBezTo>
                  <a:cubicBezTo>
                    <a:pt x="938709" y="447221"/>
                    <a:pt x="932041" y="450078"/>
                    <a:pt x="931089" y="449125"/>
                  </a:cubicBezTo>
                  <a:cubicBezTo>
                    <a:pt x="912991" y="426266"/>
                    <a:pt x="896799" y="440553"/>
                    <a:pt x="878701" y="449125"/>
                  </a:cubicBezTo>
                  <a:cubicBezTo>
                    <a:pt x="871081" y="452936"/>
                    <a:pt x="863461" y="446268"/>
                    <a:pt x="856794" y="443411"/>
                  </a:cubicBezTo>
                  <a:cubicBezTo>
                    <a:pt x="835839" y="424361"/>
                    <a:pt x="864414" y="422455"/>
                    <a:pt x="867271" y="412930"/>
                  </a:cubicBezTo>
                  <a:cubicBezTo>
                    <a:pt x="878701" y="402453"/>
                    <a:pt x="887274" y="388166"/>
                    <a:pt x="904419" y="389118"/>
                  </a:cubicBezTo>
                  <a:close/>
                  <a:moveTo>
                    <a:pt x="1062534" y="340541"/>
                  </a:moveTo>
                  <a:cubicBezTo>
                    <a:pt x="1073011" y="340541"/>
                    <a:pt x="1082536" y="340541"/>
                    <a:pt x="1083489" y="353876"/>
                  </a:cubicBezTo>
                  <a:cubicBezTo>
                    <a:pt x="1073964" y="356733"/>
                    <a:pt x="1066344" y="373878"/>
                    <a:pt x="1053961" y="360543"/>
                  </a:cubicBezTo>
                  <a:cubicBezTo>
                    <a:pt x="1045389" y="351018"/>
                    <a:pt x="1054914" y="345303"/>
                    <a:pt x="1062534" y="340541"/>
                  </a:cubicBezTo>
                  <a:close/>
                  <a:moveTo>
                    <a:pt x="2471113" y="336025"/>
                  </a:moveTo>
                  <a:cubicBezTo>
                    <a:pt x="2489315" y="339763"/>
                    <a:pt x="2505689" y="355066"/>
                    <a:pt x="2521763" y="370068"/>
                  </a:cubicBezTo>
                  <a:cubicBezTo>
                    <a:pt x="2652256" y="491988"/>
                    <a:pt x="2764651" y="627243"/>
                    <a:pt x="2848471" y="785358"/>
                  </a:cubicBezTo>
                  <a:cubicBezTo>
                    <a:pt x="2875141" y="835841"/>
                    <a:pt x="2898953" y="887276"/>
                    <a:pt x="2920861" y="940616"/>
                  </a:cubicBezTo>
                  <a:cubicBezTo>
                    <a:pt x="2925623" y="952046"/>
                    <a:pt x="2938006" y="963476"/>
                    <a:pt x="2926576" y="977763"/>
                  </a:cubicBezTo>
                  <a:cubicBezTo>
                    <a:pt x="2893238" y="978716"/>
                    <a:pt x="2872283" y="955856"/>
                    <a:pt x="2847518" y="938711"/>
                  </a:cubicBezTo>
                  <a:cubicBezTo>
                    <a:pt x="2844661" y="919661"/>
                    <a:pt x="2858948" y="906326"/>
                    <a:pt x="2864663" y="890133"/>
                  </a:cubicBezTo>
                  <a:cubicBezTo>
                    <a:pt x="2846566" y="892991"/>
                    <a:pt x="2829421" y="903468"/>
                    <a:pt x="2810371" y="908231"/>
                  </a:cubicBezTo>
                  <a:cubicBezTo>
                    <a:pt x="2792273" y="911088"/>
                    <a:pt x="2774176" y="912041"/>
                    <a:pt x="2757031" y="904421"/>
                  </a:cubicBezTo>
                  <a:cubicBezTo>
                    <a:pt x="2741791" y="897753"/>
                    <a:pt x="2733218" y="902516"/>
                    <a:pt x="2728456" y="916803"/>
                  </a:cubicBezTo>
                  <a:cubicBezTo>
                    <a:pt x="2724646" y="935853"/>
                    <a:pt x="2713216" y="952998"/>
                    <a:pt x="2707501" y="971096"/>
                  </a:cubicBezTo>
                  <a:cubicBezTo>
                    <a:pt x="2702738" y="984431"/>
                    <a:pt x="2699881" y="997766"/>
                    <a:pt x="2706548" y="1011101"/>
                  </a:cubicBezTo>
                  <a:cubicBezTo>
                    <a:pt x="2712263" y="1021578"/>
                    <a:pt x="2722741" y="1031103"/>
                    <a:pt x="2712263" y="1044438"/>
                  </a:cubicBezTo>
                  <a:cubicBezTo>
                    <a:pt x="2722979" y="1032294"/>
                    <a:pt x="2735302" y="1023900"/>
                    <a:pt x="2750438" y="1026892"/>
                  </a:cubicBezTo>
                  <a:lnTo>
                    <a:pt x="2757317" y="1029909"/>
                  </a:lnTo>
                  <a:lnTo>
                    <a:pt x="2760842" y="1028246"/>
                  </a:lnTo>
                  <a:cubicBezTo>
                    <a:pt x="2768462" y="1021578"/>
                    <a:pt x="2775130" y="1013006"/>
                    <a:pt x="2785607" y="1010148"/>
                  </a:cubicBezTo>
                  <a:cubicBezTo>
                    <a:pt x="2791798" y="1008243"/>
                    <a:pt x="2798228" y="1006814"/>
                    <a:pt x="2804538" y="1006457"/>
                  </a:cubicBezTo>
                  <a:cubicBezTo>
                    <a:pt x="2810848" y="1006100"/>
                    <a:pt x="2817040" y="1006814"/>
                    <a:pt x="2822755" y="1009196"/>
                  </a:cubicBezTo>
                  <a:cubicBezTo>
                    <a:pt x="2859902" y="1023483"/>
                    <a:pt x="2898955" y="1027293"/>
                    <a:pt x="2938959" y="1031103"/>
                  </a:cubicBezTo>
                  <a:cubicBezTo>
                    <a:pt x="2955152" y="1033008"/>
                    <a:pt x="2957057" y="1047296"/>
                    <a:pt x="2959915" y="1058726"/>
                  </a:cubicBezTo>
                  <a:cubicBezTo>
                    <a:pt x="2990394" y="1159691"/>
                    <a:pt x="3010397" y="1262561"/>
                    <a:pt x="3021827" y="1368288"/>
                  </a:cubicBezTo>
                  <a:cubicBezTo>
                    <a:pt x="3029447" y="1433058"/>
                    <a:pt x="3025637" y="1497828"/>
                    <a:pt x="3027542" y="1562598"/>
                  </a:cubicBezTo>
                  <a:cubicBezTo>
                    <a:pt x="3027542" y="1573076"/>
                    <a:pt x="3031352" y="1585458"/>
                    <a:pt x="3020874" y="1594983"/>
                  </a:cubicBezTo>
                  <a:cubicBezTo>
                    <a:pt x="2992299" y="1573076"/>
                    <a:pt x="2963724" y="1551168"/>
                    <a:pt x="2958009" y="1512116"/>
                  </a:cubicBezTo>
                  <a:cubicBezTo>
                    <a:pt x="2954199" y="1483541"/>
                    <a:pt x="2933244" y="1467348"/>
                    <a:pt x="2918005" y="1446393"/>
                  </a:cubicBezTo>
                  <a:cubicBezTo>
                    <a:pt x="2898955" y="1421628"/>
                    <a:pt x="2888477" y="1390196"/>
                    <a:pt x="2860855" y="1371146"/>
                  </a:cubicBezTo>
                  <a:cubicBezTo>
                    <a:pt x="2846567" y="1368288"/>
                    <a:pt x="2836089" y="1359716"/>
                    <a:pt x="2831327" y="1343523"/>
                  </a:cubicBezTo>
                  <a:cubicBezTo>
                    <a:pt x="2835137" y="1360668"/>
                    <a:pt x="2849424" y="1368288"/>
                    <a:pt x="2856092" y="1380671"/>
                  </a:cubicBezTo>
                  <a:cubicBezTo>
                    <a:pt x="2882762" y="1424486"/>
                    <a:pt x="2896097" y="1474968"/>
                    <a:pt x="2930387" y="1514021"/>
                  </a:cubicBezTo>
                  <a:cubicBezTo>
                    <a:pt x="2938007" y="1522593"/>
                    <a:pt x="2938959" y="1534976"/>
                    <a:pt x="2939912" y="1546406"/>
                  </a:cubicBezTo>
                  <a:cubicBezTo>
                    <a:pt x="2941817" y="1566408"/>
                    <a:pt x="2950390" y="1582601"/>
                    <a:pt x="2962772" y="1597841"/>
                  </a:cubicBezTo>
                  <a:cubicBezTo>
                    <a:pt x="2983727" y="1622606"/>
                    <a:pt x="2993252" y="1652133"/>
                    <a:pt x="2999919" y="1683566"/>
                  </a:cubicBezTo>
                  <a:cubicBezTo>
                    <a:pt x="3023732" y="1698806"/>
                    <a:pt x="3015159" y="1721666"/>
                    <a:pt x="3012302" y="1740716"/>
                  </a:cubicBezTo>
                  <a:cubicBezTo>
                    <a:pt x="2988490" y="1885496"/>
                    <a:pt x="2951342" y="2026466"/>
                    <a:pt x="2886572" y="2158864"/>
                  </a:cubicBezTo>
                  <a:cubicBezTo>
                    <a:pt x="2872284" y="2188391"/>
                    <a:pt x="2858949" y="2218871"/>
                    <a:pt x="2841805" y="2246493"/>
                  </a:cubicBezTo>
                  <a:cubicBezTo>
                    <a:pt x="2837042" y="2255066"/>
                    <a:pt x="2835137" y="2266496"/>
                    <a:pt x="2821802" y="2266496"/>
                  </a:cubicBezTo>
                  <a:cubicBezTo>
                    <a:pt x="2812277" y="2260781"/>
                    <a:pt x="2812277" y="2249351"/>
                    <a:pt x="2808467" y="2240778"/>
                  </a:cubicBezTo>
                  <a:cubicBezTo>
                    <a:pt x="2794180" y="2222681"/>
                    <a:pt x="2796084" y="2198868"/>
                    <a:pt x="2785607" y="2172198"/>
                  </a:cubicBezTo>
                  <a:cubicBezTo>
                    <a:pt x="2795132" y="2196011"/>
                    <a:pt x="2791322" y="2217918"/>
                    <a:pt x="2805609" y="2234111"/>
                  </a:cubicBezTo>
                  <a:cubicBezTo>
                    <a:pt x="2812277" y="2246493"/>
                    <a:pt x="2811324" y="2261733"/>
                    <a:pt x="2821802" y="2273164"/>
                  </a:cubicBezTo>
                  <a:cubicBezTo>
                    <a:pt x="2795132" y="2339839"/>
                    <a:pt x="2750364" y="2394131"/>
                    <a:pt x="2708455" y="2451281"/>
                  </a:cubicBezTo>
                  <a:cubicBezTo>
                    <a:pt x="2661782" y="2514146"/>
                    <a:pt x="2606537" y="2568439"/>
                    <a:pt x="2551292" y="2622731"/>
                  </a:cubicBezTo>
                  <a:cubicBezTo>
                    <a:pt x="2527480" y="2646543"/>
                    <a:pt x="2502714" y="2666546"/>
                    <a:pt x="2476997" y="2687501"/>
                  </a:cubicBezTo>
                  <a:cubicBezTo>
                    <a:pt x="2465567" y="2677976"/>
                    <a:pt x="2476997" y="2661783"/>
                    <a:pt x="2463662" y="2655116"/>
                  </a:cubicBezTo>
                  <a:cubicBezTo>
                    <a:pt x="2469377" y="2608443"/>
                    <a:pt x="2446517" y="2570343"/>
                    <a:pt x="2425562" y="2533196"/>
                  </a:cubicBezTo>
                  <a:cubicBezTo>
                    <a:pt x="2392224" y="2475093"/>
                    <a:pt x="2414132" y="2424611"/>
                    <a:pt x="2439849" y="2375081"/>
                  </a:cubicBezTo>
                  <a:cubicBezTo>
                    <a:pt x="2453184" y="2349364"/>
                    <a:pt x="2458899" y="2330314"/>
                    <a:pt x="2449374" y="2301739"/>
                  </a:cubicBezTo>
                  <a:cubicBezTo>
                    <a:pt x="2439849" y="2272211"/>
                    <a:pt x="2442707" y="2240778"/>
                    <a:pt x="2430324" y="2210298"/>
                  </a:cubicBezTo>
                  <a:cubicBezTo>
                    <a:pt x="2420799" y="2187439"/>
                    <a:pt x="2416989" y="2160768"/>
                    <a:pt x="2396987" y="2144576"/>
                  </a:cubicBezTo>
                  <a:cubicBezTo>
                    <a:pt x="2352219" y="2107428"/>
                    <a:pt x="2357934" y="2060756"/>
                    <a:pt x="2370317" y="2012178"/>
                  </a:cubicBezTo>
                  <a:cubicBezTo>
                    <a:pt x="2372222" y="2005511"/>
                    <a:pt x="2374127" y="1998843"/>
                    <a:pt x="2374127" y="1992176"/>
                  </a:cubicBezTo>
                  <a:cubicBezTo>
                    <a:pt x="2376984" y="1954076"/>
                    <a:pt x="2356982" y="1935978"/>
                    <a:pt x="2319834" y="1944551"/>
                  </a:cubicBezTo>
                  <a:cubicBezTo>
                    <a:pt x="2303642" y="1948361"/>
                    <a:pt x="2292212" y="1948361"/>
                    <a:pt x="2282687" y="1931216"/>
                  </a:cubicBezTo>
                  <a:cubicBezTo>
                    <a:pt x="2263637" y="1897878"/>
                    <a:pt x="2235062" y="1889306"/>
                    <a:pt x="2200772" y="1905498"/>
                  </a:cubicBezTo>
                  <a:cubicBezTo>
                    <a:pt x="2186484" y="1912166"/>
                    <a:pt x="2171244" y="1918833"/>
                    <a:pt x="2157909" y="1926453"/>
                  </a:cubicBezTo>
                  <a:cubicBezTo>
                    <a:pt x="2140764" y="1935978"/>
                    <a:pt x="2124572" y="1938836"/>
                    <a:pt x="2106474" y="1931216"/>
                  </a:cubicBezTo>
                  <a:cubicBezTo>
                    <a:pt x="2083614" y="1921691"/>
                    <a:pt x="2059802" y="1925501"/>
                    <a:pt x="2040752" y="1937883"/>
                  </a:cubicBezTo>
                  <a:cubicBezTo>
                    <a:pt x="2012177" y="1956933"/>
                    <a:pt x="1991222" y="1941693"/>
                    <a:pt x="1974077" y="1924548"/>
                  </a:cubicBezTo>
                  <a:cubicBezTo>
                    <a:pt x="1956932" y="1907403"/>
                    <a:pt x="1938834" y="1892163"/>
                    <a:pt x="1919784" y="1877876"/>
                  </a:cubicBezTo>
                  <a:cubicBezTo>
                    <a:pt x="1909307" y="1870256"/>
                    <a:pt x="1899782" y="1861683"/>
                    <a:pt x="1896924" y="1849301"/>
                  </a:cubicBezTo>
                  <a:cubicBezTo>
                    <a:pt x="1889304" y="1812153"/>
                    <a:pt x="1862634" y="1789293"/>
                    <a:pt x="1839774" y="1762623"/>
                  </a:cubicBezTo>
                  <a:cubicBezTo>
                    <a:pt x="1827392" y="1748336"/>
                    <a:pt x="1815962" y="1694043"/>
                    <a:pt x="1822629" y="1676898"/>
                  </a:cubicBezTo>
                  <a:cubicBezTo>
                    <a:pt x="1840727" y="1632131"/>
                    <a:pt x="1846442" y="1585458"/>
                    <a:pt x="1829297" y="1537833"/>
                  </a:cubicBezTo>
                  <a:cubicBezTo>
                    <a:pt x="1826439" y="1530213"/>
                    <a:pt x="1823582" y="1522593"/>
                    <a:pt x="1828344" y="1514973"/>
                  </a:cubicBezTo>
                  <a:cubicBezTo>
                    <a:pt x="1854062" y="1466396"/>
                    <a:pt x="1875017" y="1416866"/>
                    <a:pt x="1909307" y="1373051"/>
                  </a:cubicBezTo>
                  <a:cubicBezTo>
                    <a:pt x="1915022" y="1366383"/>
                    <a:pt x="1923594" y="1365431"/>
                    <a:pt x="1929309" y="1361621"/>
                  </a:cubicBezTo>
                  <a:cubicBezTo>
                    <a:pt x="1954074" y="1345428"/>
                    <a:pt x="1976934" y="1330188"/>
                    <a:pt x="1977887" y="1293041"/>
                  </a:cubicBezTo>
                  <a:cubicBezTo>
                    <a:pt x="1978839" y="1267323"/>
                    <a:pt x="1992174" y="1239701"/>
                    <a:pt x="2019797" y="1227318"/>
                  </a:cubicBezTo>
                  <a:cubicBezTo>
                    <a:pt x="2040752" y="1217793"/>
                    <a:pt x="2050277" y="1201601"/>
                    <a:pt x="2051229" y="1178741"/>
                  </a:cubicBezTo>
                  <a:cubicBezTo>
                    <a:pt x="2058849" y="1162548"/>
                    <a:pt x="2071232" y="1167311"/>
                    <a:pt x="2083614" y="1172073"/>
                  </a:cubicBezTo>
                  <a:cubicBezTo>
                    <a:pt x="2111237" y="1181598"/>
                    <a:pt x="2136002" y="1178741"/>
                    <a:pt x="2161719" y="1162548"/>
                  </a:cubicBezTo>
                  <a:cubicBezTo>
                    <a:pt x="2193152" y="1142546"/>
                    <a:pt x="2229347" y="1134926"/>
                    <a:pt x="2266494" y="1136831"/>
                  </a:cubicBezTo>
                  <a:cubicBezTo>
                    <a:pt x="2288402" y="1137783"/>
                    <a:pt x="2310309" y="1137783"/>
                    <a:pt x="2331264" y="1133021"/>
                  </a:cubicBezTo>
                  <a:cubicBezTo>
                    <a:pt x="2370317" y="1123496"/>
                    <a:pt x="2397939" y="1138736"/>
                    <a:pt x="2387462" y="1197791"/>
                  </a:cubicBezTo>
                  <a:cubicBezTo>
                    <a:pt x="2384604" y="1213983"/>
                    <a:pt x="2384604" y="1228271"/>
                    <a:pt x="2400797" y="1229223"/>
                  </a:cubicBezTo>
                  <a:cubicBezTo>
                    <a:pt x="2447469" y="1231128"/>
                    <a:pt x="2477949" y="1266371"/>
                    <a:pt x="2517002" y="1283516"/>
                  </a:cubicBezTo>
                  <a:cubicBezTo>
                    <a:pt x="2538909" y="1293041"/>
                    <a:pt x="2550339" y="1296851"/>
                    <a:pt x="2556055" y="1266371"/>
                  </a:cubicBezTo>
                  <a:cubicBezTo>
                    <a:pt x="2561769" y="1236843"/>
                    <a:pt x="2589392" y="1227318"/>
                    <a:pt x="2617967" y="1241606"/>
                  </a:cubicBezTo>
                  <a:cubicBezTo>
                    <a:pt x="2644637" y="1254941"/>
                    <a:pt x="2673212" y="1262561"/>
                    <a:pt x="2701787" y="1271133"/>
                  </a:cubicBezTo>
                  <a:cubicBezTo>
                    <a:pt x="2743697" y="1283516"/>
                    <a:pt x="2782749" y="1259703"/>
                    <a:pt x="2823707" y="1270181"/>
                  </a:cubicBezTo>
                  <a:cubicBezTo>
                    <a:pt x="2833232" y="1272086"/>
                    <a:pt x="2840852" y="1262561"/>
                    <a:pt x="2842757" y="1253988"/>
                  </a:cubicBezTo>
                  <a:cubicBezTo>
                    <a:pt x="2847519" y="1233033"/>
                    <a:pt x="2856092" y="1212078"/>
                    <a:pt x="2857997" y="1191123"/>
                  </a:cubicBezTo>
                  <a:cubicBezTo>
                    <a:pt x="2861807" y="1157786"/>
                    <a:pt x="2857044" y="1154928"/>
                    <a:pt x="2824659" y="1163501"/>
                  </a:cubicBezTo>
                  <a:cubicBezTo>
                    <a:pt x="2807514" y="1168263"/>
                    <a:pt x="2793227" y="1167311"/>
                    <a:pt x="2781797" y="1153023"/>
                  </a:cubicBezTo>
                  <a:lnTo>
                    <a:pt x="2778142" y="1149005"/>
                  </a:lnTo>
                  <a:lnTo>
                    <a:pt x="2758579" y="1157637"/>
                  </a:lnTo>
                  <a:cubicBezTo>
                    <a:pt x="2730182" y="1164691"/>
                    <a:pt x="2706072" y="1153261"/>
                    <a:pt x="2684641" y="1122543"/>
                  </a:cubicBezTo>
                  <a:cubicBezTo>
                    <a:pt x="2676068" y="1110161"/>
                    <a:pt x="2672258" y="1095873"/>
                    <a:pt x="2664638" y="1083491"/>
                  </a:cubicBezTo>
                  <a:cubicBezTo>
                    <a:pt x="2658923" y="1073966"/>
                    <a:pt x="2664638" y="1054916"/>
                    <a:pt x="2646541" y="1054916"/>
                  </a:cubicBezTo>
                  <a:cubicBezTo>
                    <a:pt x="2631301" y="1055868"/>
                    <a:pt x="2616061" y="1061583"/>
                    <a:pt x="2610346" y="1080633"/>
                  </a:cubicBezTo>
                  <a:lnTo>
                    <a:pt x="2609202" y="1082346"/>
                  </a:lnTo>
                  <a:lnTo>
                    <a:pt x="2613204" y="1086348"/>
                  </a:lnTo>
                  <a:cubicBezTo>
                    <a:pt x="2619871" y="1093968"/>
                    <a:pt x="2626539" y="1101588"/>
                    <a:pt x="2632254" y="1108255"/>
                  </a:cubicBezTo>
                  <a:cubicBezTo>
                    <a:pt x="2619871" y="1117780"/>
                    <a:pt x="2617014" y="1133020"/>
                    <a:pt x="2609394" y="1145403"/>
                  </a:cubicBezTo>
                  <a:cubicBezTo>
                    <a:pt x="2602726" y="1154928"/>
                    <a:pt x="2586534" y="1142545"/>
                    <a:pt x="2584629" y="1132068"/>
                  </a:cubicBezTo>
                  <a:cubicBezTo>
                    <a:pt x="2581771" y="1117780"/>
                    <a:pt x="2574151" y="1106350"/>
                    <a:pt x="2566055" y="1095397"/>
                  </a:cubicBezTo>
                  <a:lnTo>
                    <a:pt x="2558490" y="1083461"/>
                  </a:lnTo>
                  <a:lnTo>
                    <a:pt x="2545576" y="1071108"/>
                  </a:lnTo>
                  <a:cubicBezTo>
                    <a:pt x="2541766" y="1068251"/>
                    <a:pt x="2537003" y="1065393"/>
                    <a:pt x="2536051" y="1061583"/>
                  </a:cubicBezTo>
                  <a:cubicBezTo>
                    <a:pt x="2522716" y="1003481"/>
                    <a:pt x="2462708" y="991098"/>
                    <a:pt x="2429371" y="952046"/>
                  </a:cubicBezTo>
                  <a:cubicBezTo>
                    <a:pt x="2426513" y="949188"/>
                    <a:pt x="2421751" y="947283"/>
                    <a:pt x="2417941" y="944426"/>
                  </a:cubicBezTo>
                  <a:cubicBezTo>
                    <a:pt x="2416036" y="943473"/>
                    <a:pt x="2413178" y="943473"/>
                    <a:pt x="2407463" y="947283"/>
                  </a:cubicBezTo>
                  <a:cubicBezTo>
                    <a:pt x="2425561" y="973001"/>
                    <a:pt x="2440801" y="998718"/>
                    <a:pt x="2469376" y="1014911"/>
                  </a:cubicBezTo>
                  <a:cubicBezTo>
                    <a:pt x="2483663" y="1023483"/>
                    <a:pt x="2500808" y="1028246"/>
                    <a:pt x="2509381" y="1044438"/>
                  </a:cubicBezTo>
                  <a:cubicBezTo>
                    <a:pt x="2510333" y="1049201"/>
                    <a:pt x="2508428" y="1053963"/>
                    <a:pt x="2504618" y="1057773"/>
                  </a:cubicBezTo>
                  <a:cubicBezTo>
                    <a:pt x="2500808" y="1066346"/>
                    <a:pt x="2479853" y="1059678"/>
                    <a:pt x="2488426" y="1077776"/>
                  </a:cubicBezTo>
                  <a:cubicBezTo>
                    <a:pt x="2485568" y="1082538"/>
                    <a:pt x="2481758" y="1084443"/>
                    <a:pt x="2476996" y="1084443"/>
                  </a:cubicBezTo>
                  <a:cubicBezTo>
                    <a:pt x="2437943" y="1050153"/>
                    <a:pt x="2385556" y="1032056"/>
                    <a:pt x="2356028" y="985383"/>
                  </a:cubicBezTo>
                  <a:cubicBezTo>
                    <a:pt x="2346503" y="970143"/>
                    <a:pt x="2333168" y="968238"/>
                    <a:pt x="2317928" y="978716"/>
                  </a:cubicBezTo>
                  <a:cubicBezTo>
                    <a:pt x="2310308" y="984431"/>
                    <a:pt x="2301736" y="994908"/>
                    <a:pt x="2295068" y="993003"/>
                  </a:cubicBezTo>
                  <a:cubicBezTo>
                    <a:pt x="2237918" y="978716"/>
                    <a:pt x="2232203" y="1040628"/>
                    <a:pt x="2196008" y="1057773"/>
                  </a:cubicBezTo>
                  <a:cubicBezTo>
                    <a:pt x="2185531" y="1062536"/>
                    <a:pt x="2183626" y="1075871"/>
                    <a:pt x="2181721" y="1087301"/>
                  </a:cubicBezTo>
                  <a:cubicBezTo>
                    <a:pt x="2172196" y="1130163"/>
                    <a:pt x="2149336" y="1152071"/>
                    <a:pt x="2105521" y="1157786"/>
                  </a:cubicBezTo>
                  <a:cubicBezTo>
                    <a:pt x="2088376" y="1159691"/>
                    <a:pt x="2069326" y="1179693"/>
                    <a:pt x="2053133" y="1155881"/>
                  </a:cubicBezTo>
                  <a:cubicBezTo>
                    <a:pt x="2052181" y="1145403"/>
                    <a:pt x="2048371" y="1137783"/>
                    <a:pt x="2036941" y="1136831"/>
                  </a:cubicBezTo>
                  <a:cubicBezTo>
                    <a:pt x="2026463" y="1135878"/>
                    <a:pt x="2010271" y="1148261"/>
                    <a:pt x="2008366" y="1131116"/>
                  </a:cubicBezTo>
                  <a:cubicBezTo>
                    <a:pt x="2005508" y="1113018"/>
                    <a:pt x="1993126" y="1094921"/>
                    <a:pt x="2001698" y="1074918"/>
                  </a:cubicBezTo>
                  <a:cubicBezTo>
                    <a:pt x="2011223" y="1051106"/>
                    <a:pt x="2015986" y="1027293"/>
                    <a:pt x="2008366" y="1001576"/>
                  </a:cubicBezTo>
                  <a:cubicBezTo>
                    <a:pt x="2002651" y="979668"/>
                    <a:pt x="2021701" y="978716"/>
                    <a:pt x="2035988" y="977763"/>
                  </a:cubicBezTo>
                  <a:cubicBezTo>
                    <a:pt x="2059801" y="974906"/>
                    <a:pt x="2083613" y="981573"/>
                    <a:pt x="2107426" y="983478"/>
                  </a:cubicBezTo>
                  <a:cubicBezTo>
                    <a:pt x="2120761" y="984431"/>
                    <a:pt x="2139811" y="992051"/>
                    <a:pt x="2148383" y="975858"/>
                  </a:cubicBezTo>
                  <a:cubicBezTo>
                    <a:pt x="2157908" y="956808"/>
                    <a:pt x="2162671" y="934901"/>
                    <a:pt x="2150288" y="913946"/>
                  </a:cubicBezTo>
                  <a:cubicBezTo>
                    <a:pt x="2140763" y="897753"/>
                    <a:pt x="2131238" y="882513"/>
                    <a:pt x="2112188" y="876798"/>
                  </a:cubicBezTo>
                  <a:cubicBezTo>
                    <a:pt x="2105521" y="874893"/>
                    <a:pt x="2094091" y="873941"/>
                    <a:pt x="2096948" y="862511"/>
                  </a:cubicBezTo>
                  <a:cubicBezTo>
                    <a:pt x="2098853" y="852033"/>
                    <a:pt x="2109331" y="852033"/>
                    <a:pt x="2118856" y="849176"/>
                  </a:cubicBezTo>
                  <a:cubicBezTo>
                    <a:pt x="2149336" y="838698"/>
                    <a:pt x="2177911" y="830126"/>
                    <a:pt x="2206486" y="810123"/>
                  </a:cubicBezTo>
                  <a:cubicBezTo>
                    <a:pt x="2241728" y="785358"/>
                    <a:pt x="2258873" y="735828"/>
                    <a:pt x="2308403" y="731066"/>
                  </a:cubicBezTo>
                  <a:cubicBezTo>
                    <a:pt x="2322691" y="729161"/>
                    <a:pt x="2323643" y="718683"/>
                    <a:pt x="2321738" y="708206"/>
                  </a:cubicBezTo>
                  <a:cubicBezTo>
                    <a:pt x="2319833" y="698681"/>
                    <a:pt x="2314118" y="689156"/>
                    <a:pt x="2311261" y="679631"/>
                  </a:cubicBezTo>
                  <a:cubicBezTo>
                    <a:pt x="2307451" y="666296"/>
                    <a:pt x="2305546" y="652008"/>
                    <a:pt x="2320786" y="643436"/>
                  </a:cubicBezTo>
                  <a:cubicBezTo>
                    <a:pt x="2326501" y="640578"/>
                    <a:pt x="2334121" y="632958"/>
                    <a:pt x="2338883" y="638673"/>
                  </a:cubicBezTo>
                  <a:cubicBezTo>
                    <a:pt x="2346503" y="649151"/>
                    <a:pt x="2353171" y="662486"/>
                    <a:pt x="2343646" y="675821"/>
                  </a:cubicBezTo>
                  <a:cubicBezTo>
                    <a:pt x="2337931" y="685346"/>
                    <a:pt x="2342693" y="692966"/>
                    <a:pt x="2348408" y="699633"/>
                  </a:cubicBezTo>
                  <a:cubicBezTo>
                    <a:pt x="2356028" y="708206"/>
                    <a:pt x="2364601" y="711063"/>
                    <a:pt x="2376031" y="706301"/>
                  </a:cubicBezTo>
                  <a:cubicBezTo>
                    <a:pt x="2378888" y="705348"/>
                    <a:pt x="2381746" y="704396"/>
                    <a:pt x="2385556" y="704396"/>
                  </a:cubicBezTo>
                  <a:cubicBezTo>
                    <a:pt x="2409368" y="712968"/>
                    <a:pt x="2432228" y="712016"/>
                    <a:pt x="2454136" y="698681"/>
                  </a:cubicBezTo>
                  <a:cubicBezTo>
                    <a:pt x="2460803" y="694871"/>
                    <a:pt x="2469376" y="692966"/>
                    <a:pt x="2476996" y="692013"/>
                  </a:cubicBezTo>
                  <a:cubicBezTo>
                    <a:pt x="2517001" y="689156"/>
                    <a:pt x="2517001" y="689156"/>
                    <a:pt x="2517953" y="648198"/>
                  </a:cubicBezTo>
                  <a:cubicBezTo>
                    <a:pt x="2525573" y="626291"/>
                    <a:pt x="2540813" y="618671"/>
                    <a:pt x="2563673" y="626291"/>
                  </a:cubicBezTo>
                  <a:cubicBezTo>
                    <a:pt x="2558911" y="610098"/>
                    <a:pt x="2545576" y="599621"/>
                    <a:pt x="2554148" y="585333"/>
                  </a:cubicBezTo>
                  <a:lnTo>
                    <a:pt x="2572928" y="573708"/>
                  </a:lnTo>
                  <a:lnTo>
                    <a:pt x="2586098" y="571735"/>
                  </a:lnTo>
                  <a:lnTo>
                    <a:pt x="2586726" y="571671"/>
                  </a:lnTo>
                  <a:cubicBezTo>
                    <a:pt x="2599630" y="572653"/>
                    <a:pt x="2613203" y="578189"/>
                    <a:pt x="2624633" y="568188"/>
                  </a:cubicBezTo>
                  <a:cubicBezTo>
                    <a:pt x="2626538" y="566283"/>
                    <a:pt x="2628443" y="565331"/>
                    <a:pt x="2630348" y="563426"/>
                  </a:cubicBezTo>
                  <a:cubicBezTo>
                    <a:pt x="2634158" y="561521"/>
                    <a:pt x="2634158" y="568188"/>
                    <a:pt x="2633206" y="563426"/>
                  </a:cubicBezTo>
                  <a:cubicBezTo>
                    <a:pt x="2632253" y="557711"/>
                    <a:pt x="2629396" y="564378"/>
                    <a:pt x="2626538" y="563426"/>
                  </a:cubicBezTo>
                  <a:cubicBezTo>
                    <a:pt x="2615584" y="567236"/>
                    <a:pt x="2604392" y="569141"/>
                    <a:pt x="2593082" y="570689"/>
                  </a:cubicBezTo>
                  <a:lnTo>
                    <a:pt x="2586098" y="571735"/>
                  </a:lnTo>
                  <a:lnTo>
                    <a:pt x="2574151" y="572951"/>
                  </a:lnTo>
                  <a:lnTo>
                    <a:pt x="2572928" y="573708"/>
                  </a:lnTo>
                  <a:lnTo>
                    <a:pt x="2558911" y="575808"/>
                  </a:lnTo>
                  <a:cubicBezTo>
                    <a:pt x="2533193" y="580571"/>
                    <a:pt x="2516048" y="563426"/>
                    <a:pt x="2506523" y="541518"/>
                  </a:cubicBezTo>
                  <a:cubicBezTo>
                    <a:pt x="2496998" y="519611"/>
                    <a:pt x="2487473" y="498656"/>
                    <a:pt x="2512238" y="480558"/>
                  </a:cubicBezTo>
                  <a:cubicBezTo>
                    <a:pt x="2520811" y="474843"/>
                    <a:pt x="2527478" y="467223"/>
                    <a:pt x="2533193" y="458651"/>
                  </a:cubicBezTo>
                  <a:cubicBezTo>
                    <a:pt x="2537003" y="452936"/>
                    <a:pt x="2541766" y="446268"/>
                    <a:pt x="2534146" y="440553"/>
                  </a:cubicBezTo>
                  <a:cubicBezTo>
                    <a:pt x="2526526" y="434838"/>
                    <a:pt x="2515096" y="437696"/>
                    <a:pt x="2513191" y="445316"/>
                  </a:cubicBezTo>
                  <a:cubicBezTo>
                    <a:pt x="2506523" y="474843"/>
                    <a:pt x="2482711" y="489131"/>
                    <a:pt x="2464613" y="509133"/>
                  </a:cubicBezTo>
                  <a:cubicBezTo>
                    <a:pt x="2452231" y="523421"/>
                    <a:pt x="2455088" y="538661"/>
                    <a:pt x="2467471" y="551996"/>
                  </a:cubicBezTo>
                  <a:cubicBezTo>
                    <a:pt x="2481758" y="567236"/>
                    <a:pt x="2481758" y="582476"/>
                    <a:pt x="2468423" y="597716"/>
                  </a:cubicBezTo>
                  <a:cubicBezTo>
                    <a:pt x="2457946" y="610098"/>
                    <a:pt x="2455088" y="623433"/>
                    <a:pt x="2453183" y="638673"/>
                  </a:cubicBezTo>
                  <a:cubicBezTo>
                    <a:pt x="2451278" y="657723"/>
                    <a:pt x="2442706" y="671058"/>
                    <a:pt x="2423656" y="676773"/>
                  </a:cubicBezTo>
                  <a:cubicBezTo>
                    <a:pt x="2413178" y="682488"/>
                    <a:pt x="2402701" y="690108"/>
                    <a:pt x="2389366" y="683441"/>
                  </a:cubicBezTo>
                  <a:cubicBezTo>
                    <a:pt x="2381746" y="676773"/>
                    <a:pt x="2376983" y="670106"/>
                    <a:pt x="2383651" y="659628"/>
                  </a:cubicBezTo>
                  <a:cubicBezTo>
                    <a:pt x="2377936" y="649151"/>
                    <a:pt x="2372221" y="638673"/>
                    <a:pt x="2367458" y="627243"/>
                  </a:cubicBezTo>
                  <a:cubicBezTo>
                    <a:pt x="2348408" y="585333"/>
                    <a:pt x="2348408" y="584381"/>
                    <a:pt x="2308403" y="612003"/>
                  </a:cubicBezTo>
                  <a:cubicBezTo>
                    <a:pt x="2273161" y="616766"/>
                    <a:pt x="2265541" y="608193"/>
                    <a:pt x="2270303" y="571046"/>
                  </a:cubicBezTo>
                  <a:cubicBezTo>
                    <a:pt x="2271256" y="560568"/>
                    <a:pt x="2287448" y="545328"/>
                    <a:pt x="2260778" y="543423"/>
                  </a:cubicBezTo>
                  <a:cubicBezTo>
                    <a:pt x="2255063" y="542471"/>
                    <a:pt x="2255063" y="530088"/>
                    <a:pt x="2259826" y="522468"/>
                  </a:cubicBezTo>
                  <a:cubicBezTo>
                    <a:pt x="2313166" y="486273"/>
                    <a:pt x="2361743" y="445316"/>
                    <a:pt x="2390318" y="385308"/>
                  </a:cubicBezTo>
                  <a:cubicBezTo>
                    <a:pt x="2396986" y="372926"/>
                    <a:pt x="2403653" y="362448"/>
                    <a:pt x="2416988" y="357686"/>
                  </a:cubicBezTo>
                  <a:cubicBezTo>
                    <a:pt x="2416988" y="355781"/>
                    <a:pt x="2416988" y="353876"/>
                    <a:pt x="2417941" y="351971"/>
                  </a:cubicBezTo>
                  <a:cubicBezTo>
                    <a:pt x="2419846" y="352923"/>
                    <a:pt x="2423656" y="354828"/>
                    <a:pt x="2424608" y="353876"/>
                  </a:cubicBezTo>
                  <a:cubicBezTo>
                    <a:pt x="2434371" y="344351"/>
                    <a:pt x="2443539" y="338934"/>
                    <a:pt x="2452245" y="336582"/>
                  </a:cubicBezTo>
                  <a:cubicBezTo>
                    <a:pt x="2458775" y="334818"/>
                    <a:pt x="2465045" y="334779"/>
                    <a:pt x="2471113" y="336025"/>
                  </a:cubicBezTo>
                  <a:close/>
                  <a:moveTo>
                    <a:pt x="761544" y="194808"/>
                  </a:moveTo>
                  <a:cubicBezTo>
                    <a:pt x="773926" y="196713"/>
                    <a:pt x="774879" y="206238"/>
                    <a:pt x="773926" y="216716"/>
                  </a:cubicBezTo>
                  <a:cubicBezTo>
                    <a:pt x="755829" y="237671"/>
                    <a:pt x="760591" y="257673"/>
                    <a:pt x="773926" y="278628"/>
                  </a:cubicBezTo>
                  <a:cubicBezTo>
                    <a:pt x="748209" y="302441"/>
                    <a:pt x="720586" y="315776"/>
                    <a:pt x="687249" y="293868"/>
                  </a:cubicBezTo>
                  <a:cubicBezTo>
                    <a:pt x="682486" y="291011"/>
                    <a:pt x="675819" y="292916"/>
                    <a:pt x="671056" y="292916"/>
                  </a:cubicBezTo>
                  <a:cubicBezTo>
                    <a:pt x="660579" y="294821"/>
                    <a:pt x="650101" y="296726"/>
                    <a:pt x="640576" y="298631"/>
                  </a:cubicBezTo>
                  <a:cubicBezTo>
                    <a:pt x="627241" y="300536"/>
                    <a:pt x="613906" y="302441"/>
                    <a:pt x="603429" y="291011"/>
                  </a:cubicBezTo>
                  <a:cubicBezTo>
                    <a:pt x="636766" y="258626"/>
                    <a:pt x="678676" y="239576"/>
                    <a:pt x="715824" y="211953"/>
                  </a:cubicBezTo>
                  <a:cubicBezTo>
                    <a:pt x="719634" y="209096"/>
                    <a:pt x="724396" y="211953"/>
                    <a:pt x="727254" y="215763"/>
                  </a:cubicBezTo>
                  <a:cubicBezTo>
                    <a:pt x="746304" y="220526"/>
                    <a:pt x="741541" y="187188"/>
                    <a:pt x="761544" y="194808"/>
                  </a:cubicBezTo>
                  <a:close/>
                  <a:moveTo>
                    <a:pt x="873343" y="184331"/>
                  </a:moveTo>
                  <a:cubicBezTo>
                    <a:pt x="879653" y="185283"/>
                    <a:pt x="886320" y="188617"/>
                    <a:pt x="891083" y="191951"/>
                  </a:cubicBezTo>
                  <a:cubicBezTo>
                    <a:pt x="904418" y="200523"/>
                    <a:pt x="892988" y="209096"/>
                    <a:pt x="888226" y="217668"/>
                  </a:cubicBezTo>
                  <a:lnTo>
                    <a:pt x="879241" y="234820"/>
                  </a:lnTo>
                  <a:lnTo>
                    <a:pt x="895370" y="235036"/>
                  </a:lnTo>
                  <a:cubicBezTo>
                    <a:pt x="907514" y="238206"/>
                    <a:pt x="906800" y="249815"/>
                    <a:pt x="899656" y="266246"/>
                  </a:cubicBezTo>
                  <a:cubicBezTo>
                    <a:pt x="894893" y="277676"/>
                    <a:pt x="884416" y="289106"/>
                    <a:pt x="892988" y="303393"/>
                  </a:cubicBezTo>
                  <a:cubicBezTo>
                    <a:pt x="897751" y="310061"/>
                    <a:pt x="901561" y="309108"/>
                    <a:pt x="905371" y="303393"/>
                  </a:cubicBezTo>
                  <a:cubicBezTo>
                    <a:pt x="923468" y="307203"/>
                    <a:pt x="923468" y="307203"/>
                    <a:pt x="915848" y="337683"/>
                  </a:cubicBezTo>
                  <a:cubicBezTo>
                    <a:pt x="926326" y="330063"/>
                    <a:pt x="936803" y="329111"/>
                    <a:pt x="946328" y="324348"/>
                  </a:cubicBezTo>
                  <a:lnTo>
                    <a:pt x="973409" y="303804"/>
                  </a:lnTo>
                  <a:lnTo>
                    <a:pt x="975260" y="292796"/>
                  </a:lnTo>
                  <a:cubicBezTo>
                    <a:pt x="974903" y="288629"/>
                    <a:pt x="972522" y="284819"/>
                    <a:pt x="965378" y="281485"/>
                  </a:cubicBezTo>
                  <a:cubicBezTo>
                    <a:pt x="944423" y="270055"/>
                    <a:pt x="942518" y="249100"/>
                    <a:pt x="962521" y="233860"/>
                  </a:cubicBezTo>
                  <a:cubicBezTo>
                    <a:pt x="977761" y="221478"/>
                    <a:pt x="993953" y="208143"/>
                    <a:pt x="1013956" y="203380"/>
                  </a:cubicBezTo>
                  <a:cubicBezTo>
                    <a:pt x="1018718" y="201475"/>
                    <a:pt x="1023481" y="200046"/>
                    <a:pt x="1028243" y="200165"/>
                  </a:cubicBezTo>
                  <a:cubicBezTo>
                    <a:pt x="1033006" y="200284"/>
                    <a:pt x="1037768" y="201951"/>
                    <a:pt x="1042531" y="206238"/>
                  </a:cubicBezTo>
                  <a:cubicBezTo>
                    <a:pt x="1037768" y="220525"/>
                    <a:pt x="1018718" y="221478"/>
                    <a:pt x="1016813" y="234813"/>
                  </a:cubicBezTo>
                  <a:cubicBezTo>
                    <a:pt x="1029196" y="212905"/>
                    <a:pt x="1052056" y="208143"/>
                    <a:pt x="1075868" y="204333"/>
                  </a:cubicBezTo>
                  <a:cubicBezTo>
                    <a:pt x="1082536" y="204333"/>
                    <a:pt x="1089203" y="204333"/>
                    <a:pt x="1095871" y="204333"/>
                  </a:cubicBezTo>
                  <a:cubicBezTo>
                    <a:pt x="1106348" y="211953"/>
                    <a:pt x="1099681" y="223383"/>
                    <a:pt x="1099681" y="232908"/>
                  </a:cubicBezTo>
                  <a:cubicBezTo>
                    <a:pt x="1112063" y="235765"/>
                    <a:pt x="1123493" y="229098"/>
                    <a:pt x="1133971" y="231003"/>
                  </a:cubicBezTo>
                  <a:cubicBezTo>
                    <a:pt x="1140638" y="231003"/>
                    <a:pt x="1146353" y="233860"/>
                    <a:pt x="1151116" y="238623"/>
                  </a:cubicBezTo>
                  <a:cubicBezTo>
                    <a:pt x="1162546" y="262435"/>
                    <a:pt x="1192073" y="265293"/>
                    <a:pt x="1205408" y="287200"/>
                  </a:cubicBezTo>
                  <a:cubicBezTo>
                    <a:pt x="1219696" y="305298"/>
                    <a:pt x="1210171" y="320538"/>
                    <a:pt x="1198741" y="334825"/>
                  </a:cubicBezTo>
                  <a:cubicBezTo>
                    <a:pt x="1205408" y="359590"/>
                    <a:pt x="1234936" y="358638"/>
                    <a:pt x="1248271" y="377688"/>
                  </a:cubicBezTo>
                  <a:cubicBezTo>
                    <a:pt x="1257796" y="391023"/>
                    <a:pt x="1257796" y="393880"/>
                    <a:pt x="1246366" y="402453"/>
                  </a:cubicBezTo>
                  <a:cubicBezTo>
                    <a:pt x="1226363" y="415788"/>
                    <a:pt x="1207313" y="445315"/>
                    <a:pt x="1187311" y="402453"/>
                  </a:cubicBezTo>
                  <a:cubicBezTo>
                    <a:pt x="1184453" y="396738"/>
                    <a:pt x="1176833" y="390070"/>
                    <a:pt x="1171118" y="396738"/>
                  </a:cubicBezTo>
                  <a:cubicBezTo>
                    <a:pt x="1161593" y="407215"/>
                    <a:pt x="1163498" y="418645"/>
                    <a:pt x="1171118" y="431028"/>
                  </a:cubicBezTo>
                  <a:cubicBezTo>
                    <a:pt x="1186358" y="457698"/>
                    <a:pt x="1180643" y="471033"/>
                    <a:pt x="1151116" y="479605"/>
                  </a:cubicBezTo>
                  <a:cubicBezTo>
                    <a:pt x="1147306" y="475795"/>
                    <a:pt x="1141591" y="474843"/>
                    <a:pt x="1136828" y="476748"/>
                  </a:cubicBezTo>
                  <a:cubicBezTo>
                    <a:pt x="1132066" y="478653"/>
                    <a:pt x="1134923" y="483415"/>
                    <a:pt x="1136828" y="487225"/>
                  </a:cubicBezTo>
                  <a:cubicBezTo>
                    <a:pt x="1135876" y="500560"/>
                    <a:pt x="1128256" y="503418"/>
                    <a:pt x="1118731" y="497703"/>
                  </a:cubicBezTo>
                  <a:cubicBezTo>
                    <a:pt x="1098728" y="487225"/>
                    <a:pt x="1074916" y="482463"/>
                    <a:pt x="1066343" y="455793"/>
                  </a:cubicBezTo>
                  <a:cubicBezTo>
                    <a:pt x="1058723" y="432933"/>
                    <a:pt x="1039673" y="427218"/>
                    <a:pt x="1016813" y="433885"/>
                  </a:cubicBezTo>
                  <a:cubicBezTo>
                    <a:pt x="1008241" y="436743"/>
                    <a:pt x="999668" y="438648"/>
                    <a:pt x="996811" y="428170"/>
                  </a:cubicBezTo>
                  <a:cubicBezTo>
                    <a:pt x="993001" y="415788"/>
                    <a:pt x="1007288" y="411025"/>
                    <a:pt x="1013003" y="411978"/>
                  </a:cubicBezTo>
                  <a:cubicBezTo>
                    <a:pt x="1055866" y="420550"/>
                    <a:pt x="1078726" y="386260"/>
                    <a:pt x="1109206" y="369115"/>
                  </a:cubicBezTo>
                  <a:cubicBezTo>
                    <a:pt x="1117778" y="343398"/>
                    <a:pt x="1089203" y="330063"/>
                    <a:pt x="1089203" y="307203"/>
                  </a:cubicBezTo>
                  <a:cubicBezTo>
                    <a:pt x="1085393" y="301488"/>
                    <a:pt x="1081583" y="296725"/>
                    <a:pt x="1077773" y="291010"/>
                  </a:cubicBezTo>
                  <a:cubicBezTo>
                    <a:pt x="1057771" y="307203"/>
                    <a:pt x="1036816" y="290058"/>
                    <a:pt x="1016813" y="292915"/>
                  </a:cubicBezTo>
                  <a:cubicBezTo>
                    <a:pt x="1012050" y="293391"/>
                    <a:pt x="1008717" y="294106"/>
                    <a:pt x="1007169" y="296011"/>
                  </a:cubicBezTo>
                  <a:lnTo>
                    <a:pt x="1007866" y="302667"/>
                  </a:lnTo>
                  <a:lnTo>
                    <a:pt x="1009193" y="303393"/>
                  </a:lnTo>
                  <a:cubicBezTo>
                    <a:pt x="1013003" y="324348"/>
                    <a:pt x="986333" y="363401"/>
                    <a:pt x="962521" y="370068"/>
                  </a:cubicBezTo>
                  <a:cubicBezTo>
                    <a:pt x="943471" y="375783"/>
                    <a:pt x="924421" y="377688"/>
                    <a:pt x="905371" y="371973"/>
                  </a:cubicBezTo>
                  <a:cubicBezTo>
                    <a:pt x="896798" y="389118"/>
                    <a:pt x="879653" y="396738"/>
                    <a:pt x="868223" y="410073"/>
                  </a:cubicBezTo>
                  <a:cubicBezTo>
                    <a:pt x="859651" y="419598"/>
                    <a:pt x="849173" y="424361"/>
                    <a:pt x="836791" y="426266"/>
                  </a:cubicBezTo>
                  <a:cubicBezTo>
                    <a:pt x="830123" y="425313"/>
                    <a:pt x="820598" y="421503"/>
                    <a:pt x="816788" y="424361"/>
                  </a:cubicBezTo>
                  <a:cubicBezTo>
                    <a:pt x="772973" y="455793"/>
                    <a:pt x="714871" y="464366"/>
                    <a:pt x="677723" y="507228"/>
                  </a:cubicBezTo>
                  <a:cubicBezTo>
                    <a:pt x="667246" y="519611"/>
                    <a:pt x="646291" y="531993"/>
                    <a:pt x="668198" y="553901"/>
                  </a:cubicBezTo>
                  <a:cubicBezTo>
                    <a:pt x="672961" y="558663"/>
                    <a:pt x="665341" y="574856"/>
                    <a:pt x="662483" y="586286"/>
                  </a:cubicBezTo>
                  <a:cubicBezTo>
                    <a:pt x="685343" y="585333"/>
                    <a:pt x="702488" y="596763"/>
                    <a:pt x="716776" y="612956"/>
                  </a:cubicBezTo>
                  <a:cubicBezTo>
                    <a:pt x="731063" y="630101"/>
                    <a:pt x="747256" y="644388"/>
                    <a:pt x="771068" y="645341"/>
                  </a:cubicBezTo>
                  <a:cubicBezTo>
                    <a:pt x="789166" y="646293"/>
                    <a:pt x="788213" y="653913"/>
                    <a:pt x="782498" y="667248"/>
                  </a:cubicBezTo>
                  <a:cubicBezTo>
                    <a:pt x="774878" y="685346"/>
                    <a:pt x="766306" y="702491"/>
                    <a:pt x="772973" y="726303"/>
                  </a:cubicBezTo>
                  <a:cubicBezTo>
                    <a:pt x="779641" y="752973"/>
                    <a:pt x="789166" y="747258"/>
                    <a:pt x="805358" y="736781"/>
                  </a:cubicBezTo>
                  <a:cubicBezTo>
                    <a:pt x="823456" y="725351"/>
                    <a:pt x="826313" y="706301"/>
                    <a:pt x="828218" y="689156"/>
                  </a:cubicBezTo>
                  <a:cubicBezTo>
                    <a:pt x="831076" y="669153"/>
                    <a:pt x="841553" y="660581"/>
                    <a:pt x="858698" y="652961"/>
                  </a:cubicBezTo>
                  <a:cubicBezTo>
                    <a:pt x="901561" y="638673"/>
                    <a:pt x="911086" y="619623"/>
                    <a:pt x="901561" y="573903"/>
                  </a:cubicBezTo>
                  <a:cubicBezTo>
                    <a:pt x="900608" y="569141"/>
                    <a:pt x="899656" y="563426"/>
                    <a:pt x="904418" y="561521"/>
                  </a:cubicBezTo>
                  <a:cubicBezTo>
                    <a:pt x="937756" y="550091"/>
                    <a:pt x="937756" y="514848"/>
                    <a:pt x="953948" y="491988"/>
                  </a:cubicBezTo>
                  <a:cubicBezTo>
                    <a:pt x="957758" y="486273"/>
                    <a:pt x="961568" y="480558"/>
                    <a:pt x="968236" y="478653"/>
                  </a:cubicBezTo>
                  <a:cubicBezTo>
                    <a:pt x="991096" y="471986"/>
                    <a:pt x="1037768" y="491036"/>
                    <a:pt x="1049198" y="512943"/>
                  </a:cubicBezTo>
                  <a:cubicBezTo>
                    <a:pt x="1061581" y="517706"/>
                    <a:pt x="1074916" y="522468"/>
                    <a:pt x="1063486" y="539613"/>
                  </a:cubicBezTo>
                  <a:cubicBezTo>
                    <a:pt x="1048246" y="555806"/>
                    <a:pt x="1052056" y="572951"/>
                    <a:pt x="1067296" y="583428"/>
                  </a:cubicBezTo>
                  <a:cubicBezTo>
                    <a:pt x="1084441" y="593906"/>
                    <a:pt x="1099681" y="578666"/>
                    <a:pt x="1112063" y="568188"/>
                  </a:cubicBezTo>
                  <a:cubicBezTo>
                    <a:pt x="1139686" y="545328"/>
                    <a:pt x="1138733" y="544376"/>
                    <a:pt x="1146353" y="580571"/>
                  </a:cubicBezTo>
                  <a:cubicBezTo>
                    <a:pt x="1149211" y="592953"/>
                    <a:pt x="1154926" y="606288"/>
                    <a:pt x="1151116" y="616766"/>
                  </a:cubicBezTo>
                  <a:cubicBezTo>
                    <a:pt x="1138733" y="656771"/>
                    <a:pt x="1163498" y="672011"/>
                    <a:pt x="1193026" y="684393"/>
                  </a:cubicBezTo>
                  <a:cubicBezTo>
                    <a:pt x="1193026" y="693918"/>
                    <a:pt x="1188501" y="696537"/>
                    <a:pt x="1182905" y="697847"/>
                  </a:cubicBezTo>
                  <a:lnTo>
                    <a:pt x="1179024" y="699159"/>
                  </a:lnTo>
                  <a:lnTo>
                    <a:pt x="1177845" y="699023"/>
                  </a:lnTo>
                  <a:cubicBezTo>
                    <a:pt x="1174214" y="699455"/>
                    <a:pt x="1170404" y="700824"/>
                    <a:pt x="1166356" y="703443"/>
                  </a:cubicBezTo>
                  <a:lnTo>
                    <a:pt x="1179024" y="699159"/>
                  </a:lnTo>
                  <a:lnTo>
                    <a:pt x="1188263" y="700229"/>
                  </a:lnTo>
                  <a:cubicBezTo>
                    <a:pt x="1194931" y="702491"/>
                    <a:pt x="1201122" y="707253"/>
                    <a:pt x="1207313" y="712016"/>
                  </a:cubicBezTo>
                  <a:cubicBezTo>
                    <a:pt x="1210647" y="727732"/>
                    <a:pt x="1209694" y="741781"/>
                    <a:pt x="1205051" y="754402"/>
                  </a:cubicBezTo>
                  <a:lnTo>
                    <a:pt x="1180854" y="787924"/>
                  </a:lnTo>
                  <a:lnTo>
                    <a:pt x="1187073" y="807504"/>
                  </a:lnTo>
                  <a:cubicBezTo>
                    <a:pt x="1190883" y="812504"/>
                    <a:pt x="1196836" y="815362"/>
                    <a:pt x="1206361" y="814886"/>
                  </a:cubicBezTo>
                  <a:cubicBezTo>
                    <a:pt x="1214934" y="814886"/>
                    <a:pt x="1223506" y="816791"/>
                    <a:pt x="1213981" y="828221"/>
                  </a:cubicBezTo>
                  <a:cubicBezTo>
                    <a:pt x="1208266" y="850128"/>
                    <a:pt x="1205409" y="874893"/>
                    <a:pt x="1172071" y="862511"/>
                  </a:cubicBezTo>
                  <a:cubicBezTo>
                    <a:pt x="1153021" y="859653"/>
                    <a:pt x="1123494" y="872036"/>
                    <a:pt x="1115874" y="854891"/>
                  </a:cubicBezTo>
                  <a:cubicBezTo>
                    <a:pt x="1109206" y="839651"/>
                    <a:pt x="1133971" y="821553"/>
                    <a:pt x="1148259" y="807266"/>
                  </a:cubicBezTo>
                  <a:cubicBezTo>
                    <a:pt x="1157784" y="799646"/>
                    <a:pt x="1159689" y="785358"/>
                    <a:pt x="1173024" y="780596"/>
                  </a:cubicBezTo>
                  <a:lnTo>
                    <a:pt x="1173125" y="780684"/>
                  </a:lnTo>
                  <a:lnTo>
                    <a:pt x="1174333" y="770475"/>
                  </a:lnTo>
                  <a:cubicBezTo>
                    <a:pt x="1173023" y="767975"/>
                    <a:pt x="1169689" y="766784"/>
                    <a:pt x="1163498" y="767261"/>
                  </a:cubicBezTo>
                  <a:cubicBezTo>
                    <a:pt x="1147306" y="769166"/>
                    <a:pt x="1137781" y="780596"/>
                    <a:pt x="1124446" y="787263"/>
                  </a:cubicBezTo>
                  <a:cubicBezTo>
                    <a:pt x="1097776" y="793931"/>
                    <a:pt x="1070153" y="791073"/>
                    <a:pt x="1043483" y="789168"/>
                  </a:cubicBezTo>
                  <a:cubicBezTo>
                    <a:pt x="1026338" y="788216"/>
                    <a:pt x="1010146" y="786311"/>
                    <a:pt x="993953" y="794883"/>
                  </a:cubicBezTo>
                  <a:cubicBezTo>
                    <a:pt x="987286" y="810123"/>
                    <a:pt x="971093" y="808218"/>
                    <a:pt x="959663" y="814886"/>
                  </a:cubicBezTo>
                  <a:cubicBezTo>
                    <a:pt x="951091" y="825363"/>
                    <a:pt x="939661" y="831078"/>
                    <a:pt x="929183" y="839651"/>
                  </a:cubicBezTo>
                  <a:lnTo>
                    <a:pt x="925100" y="843462"/>
                  </a:lnTo>
                  <a:lnTo>
                    <a:pt x="915848" y="851081"/>
                  </a:lnTo>
                  <a:cubicBezTo>
                    <a:pt x="915848" y="851081"/>
                    <a:pt x="912991" y="851081"/>
                    <a:pt x="912991" y="851081"/>
                  </a:cubicBezTo>
                  <a:cubicBezTo>
                    <a:pt x="912991" y="851081"/>
                    <a:pt x="914896" y="852986"/>
                    <a:pt x="914896" y="852986"/>
                  </a:cubicBezTo>
                  <a:lnTo>
                    <a:pt x="925100" y="843462"/>
                  </a:lnTo>
                  <a:lnTo>
                    <a:pt x="932041" y="837746"/>
                  </a:lnTo>
                  <a:cubicBezTo>
                    <a:pt x="942518" y="824411"/>
                    <a:pt x="959663" y="826316"/>
                    <a:pt x="972998" y="820601"/>
                  </a:cubicBezTo>
                  <a:cubicBezTo>
                    <a:pt x="979666" y="818696"/>
                    <a:pt x="986333" y="814886"/>
                    <a:pt x="992048" y="814886"/>
                  </a:cubicBezTo>
                  <a:cubicBezTo>
                    <a:pt x="1003478" y="813933"/>
                    <a:pt x="1017766" y="809171"/>
                    <a:pt x="1023481" y="819648"/>
                  </a:cubicBezTo>
                  <a:cubicBezTo>
                    <a:pt x="1032053" y="834888"/>
                    <a:pt x="1013003" y="835841"/>
                    <a:pt x="1005383" y="842508"/>
                  </a:cubicBezTo>
                  <a:cubicBezTo>
                    <a:pt x="1003478" y="844413"/>
                    <a:pt x="1005383" y="851081"/>
                    <a:pt x="1006336" y="854891"/>
                  </a:cubicBezTo>
                  <a:cubicBezTo>
                    <a:pt x="997763" y="866321"/>
                    <a:pt x="1011098" y="877751"/>
                    <a:pt x="1005383" y="889181"/>
                  </a:cubicBezTo>
                  <a:cubicBezTo>
                    <a:pt x="1001573" y="899658"/>
                    <a:pt x="992048" y="903468"/>
                    <a:pt x="984428" y="910136"/>
                  </a:cubicBezTo>
                  <a:cubicBezTo>
                    <a:pt x="974903" y="918708"/>
                    <a:pt x="961568" y="909183"/>
                    <a:pt x="952043" y="916803"/>
                  </a:cubicBezTo>
                  <a:cubicBezTo>
                    <a:pt x="937756" y="931091"/>
                    <a:pt x="916801" y="932043"/>
                    <a:pt x="899656" y="938711"/>
                  </a:cubicBezTo>
                  <a:cubicBezTo>
                    <a:pt x="876796" y="947283"/>
                    <a:pt x="858698" y="959666"/>
                    <a:pt x="855841" y="985383"/>
                  </a:cubicBezTo>
                  <a:cubicBezTo>
                    <a:pt x="853936" y="1001576"/>
                    <a:pt x="839648" y="1003481"/>
                    <a:pt x="831076" y="1003481"/>
                  </a:cubicBezTo>
                  <a:cubicBezTo>
                    <a:pt x="779641" y="1006338"/>
                    <a:pt x="763448" y="1048248"/>
                    <a:pt x="738683" y="1081586"/>
                  </a:cubicBezTo>
                  <a:cubicBezTo>
                    <a:pt x="708203" y="1076823"/>
                    <a:pt x="712013" y="1097778"/>
                    <a:pt x="711061" y="1115876"/>
                  </a:cubicBezTo>
                  <a:cubicBezTo>
                    <a:pt x="707251" y="1144451"/>
                    <a:pt x="692011" y="1163501"/>
                    <a:pt x="666293" y="1175883"/>
                  </a:cubicBezTo>
                  <a:cubicBezTo>
                    <a:pt x="636766" y="1191123"/>
                    <a:pt x="610096" y="1209221"/>
                    <a:pt x="585331" y="1230176"/>
                  </a:cubicBezTo>
                  <a:cubicBezTo>
                    <a:pt x="565328" y="1247320"/>
                    <a:pt x="557708" y="1270181"/>
                    <a:pt x="559613" y="1297803"/>
                  </a:cubicBezTo>
                  <a:cubicBezTo>
                    <a:pt x="561518" y="1327331"/>
                    <a:pt x="564376" y="1356858"/>
                    <a:pt x="557708" y="1386386"/>
                  </a:cubicBezTo>
                  <a:cubicBezTo>
                    <a:pt x="555803" y="1394958"/>
                    <a:pt x="551993" y="1406388"/>
                    <a:pt x="542468" y="1407341"/>
                  </a:cubicBezTo>
                  <a:cubicBezTo>
                    <a:pt x="530086" y="1409246"/>
                    <a:pt x="531038" y="1394958"/>
                    <a:pt x="528181" y="1387338"/>
                  </a:cubicBezTo>
                  <a:cubicBezTo>
                    <a:pt x="522466" y="1365431"/>
                    <a:pt x="516751" y="1344476"/>
                    <a:pt x="519608" y="1320663"/>
                  </a:cubicBezTo>
                  <a:cubicBezTo>
                    <a:pt x="521513" y="1300661"/>
                    <a:pt x="522466" y="1280658"/>
                    <a:pt x="488176" y="1283516"/>
                  </a:cubicBezTo>
                  <a:cubicBezTo>
                    <a:pt x="470078" y="1285421"/>
                    <a:pt x="452933" y="1262561"/>
                    <a:pt x="429121" y="1267323"/>
                  </a:cubicBezTo>
                  <a:cubicBezTo>
                    <a:pt x="422453" y="1268276"/>
                    <a:pt x="411023" y="1265418"/>
                    <a:pt x="409118" y="1268276"/>
                  </a:cubicBezTo>
                  <a:cubicBezTo>
                    <a:pt x="391973" y="1307328"/>
                    <a:pt x="364351" y="1288278"/>
                    <a:pt x="336728" y="1284468"/>
                  </a:cubicBezTo>
                  <a:cubicBezTo>
                    <a:pt x="279578" y="1275896"/>
                    <a:pt x="228143" y="1315901"/>
                    <a:pt x="215761" y="1373051"/>
                  </a:cubicBezTo>
                  <a:cubicBezTo>
                    <a:pt x="210998" y="1396863"/>
                    <a:pt x="193853" y="1415913"/>
                    <a:pt x="189091" y="1441631"/>
                  </a:cubicBezTo>
                  <a:cubicBezTo>
                    <a:pt x="182423" y="1476873"/>
                    <a:pt x="183376" y="1511163"/>
                    <a:pt x="196711" y="1544501"/>
                  </a:cubicBezTo>
                  <a:cubicBezTo>
                    <a:pt x="204331" y="1564503"/>
                    <a:pt x="219571" y="1574028"/>
                    <a:pt x="244336" y="1573076"/>
                  </a:cubicBezTo>
                  <a:cubicBezTo>
                    <a:pt x="284341" y="1571171"/>
                    <a:pt x="310058" y="1555931"/>
                    <a:pt x="320536" y="1514973"/>
                  </a:cubicBezTo>
                  <a:cubicBezTo>
                    <a:pt x="324346" y="1500686"/>
                    <a:pt x="374828" y="1487351"/>
                    <a:pt x="387211" y="1494971"/>
                  </a:cubicBezTo>
                  <a:cubicBezTo>
                    <a:pt x="396736" y="1500686"/>
                    <a:pt x="392926" y="1507353"/>
                    <a:pt x="389116" y="1515926"/>
                  </a:cubicBezTo>
                  <a:cubicBezTo>
                    <a:pt x="372923" y="1552121"/>
                    <a:pt x="358636" y="1589268"/>
                    <a:pt x="340538" y="1624511"/>
                  </a:cubicBezTo>
                  <a:cubicBezTo>
                    <a:pt x="329108" y="1646418"/>
                    <a:pt x="340538" y="1644513"/>
                    <a:pt x="354826" y="1644513"/>
                  </a:cubicBezTo>
                  <a:cubicBezTo>
                    <a:pt x="372923" y="1644513"/>
                    <a:pt x="391973" y="1642608"/>
                    <a:pt x="410071" y="1645466"/>
                  </a:cubicBezTo>
                  <a:cubicBezTo>
                    <a:pt x="432931" y="1649276"/>
                    <a:pt x="449123" y="1658801"/>
                    <a:pt x="439598" y="1687376"/>
                  </a:cubicBezTo>
                  <a:cubicBezTo>
                    <a:pt x="433883" y="1705473"/>
                    <a:pt x="432931" y="1725476"/>
                    <a:pt x="426263" y="1743573"/>
                  </a:cubicBezTo>
                  <a:cubicBezTo>
                    <a:pt x="414833" y="1774053"/>
                    <a:pt x="432931" y="1793103"/>
                    <a:pt x="450076" y="1813106"/>
                  </a:cubicBezTo>
                  <a:cubicBezTo>
                    <a:pt x="466268" y="1832156"/>
                    <a:pt x="483413" y="1819773"/>
                    <a:pt x="499606" y="1812153"/>
                  </a:cubicBezTo>
                  <a:cubicBezTo>
                    <a:pt x="512941" y="1806438"/>
                    <a:pt x="528181" y="1806438"/>
                    <a:pt x="536753" y="1818821"/>
                  </a:cubicBezTo>
                  <a:cubicBezTo>
                    <a:pt x="554851" y="1843586"/>
                    <a:pt x="571996" y="1829298"/>
                    <a:pt x="577711" y="1813106"/>
                  </a:cubicBezTo>
                  <a:cubicBezTo>
                    <a:pt x="591998" y="1771196"/>
                    <a:pt x="630098" y="1768338"/>
                    <a:pt x="661531" y="1754051"/>
                  </a:cubicBezTo>
                  <a:cubicBezTo>
                    <a:pt x="671056" y="1754051"/>
                    <a:pt x="673913" y="1755956"/>
                    <a:pt x="672008" y="1763576"/>
                  </a:cubicBezTo>
                  <a:cubicBezTo>
                    <a:pt x="676771" y="1783578"/>
                    <a:pt x="689153" y="1777863"/>
                    <a:pt x="695821" y="1768338"/>
                  </a:cubicBezTo>
                  <a:cubicBezTo>
                    <a:pt x="713918" y="1745478"/>
                    <a:pt x="729158" y="1761671"/>
                    <a:pt x="741541" y="1772148"/>
                  </a:cubicBezTo>
                  <a:cubicBezTo>
                    <a:pt x="769163" y="1795008"/>
                    <a:pt x="799643" y="1798818"/>
                    <a:pt x="832028" y="1788341"/>
                  </a:cubicBezTo>
                  <a:cubicBezTo>
                    <a:pt x="845363" y="1783578"/>
                    <a:pt x="854888" y="1779768"/>
                    <a:pt x="865366" y="1796913"/>
                  </a:cubicBezTo>
                  <a:cubicBezTo>
                    <a:pt x="875843" y="1814058"/>
                    <a:pt x="896798" y="1823583"/>
                    <a:pt x="910133" y="1838823"/>
                  </a:cubicBezTo>
                  <a:cubicBezTo>
                    <a:pt x="947281" y="1881686"/>
                    <a:pt x="990143" y="1906451"/>
                    <a:pt x="1047293" y="1918833"/>
                  </a:cubicBezTo>
                  <a:cubicBezTo>
                    <a:pt x="1093966" y="1928358"/>
                    <a:pt x="1124446" y="1995986"/>
                    <a:pt x="1116826" y="2036943"/>
                  </a:cubicBezTo>
                  <a:cubicBezTo>
                    <a:pt x="1113968" y="2044563"/>
                    <a:pt x="1111111" y="2051231"/>
                    <a:pt x="1106348" y="2056946"/>
                  </a:cubicBezTo>
                  <a:cubicBezTo>
                    <a:pt x="1092061" y="2071233"/>
                    <a:pt x="1112063" y="2086473"/>
                    <a:pt x="1104443" y="2099808"/>
                  </a:cubicBezTo>
                  <a:cubicBezTo>
                    <a:pt x="1110158" y="2107428"/>
                    <a:pt x="1117778" y="2102666"/>
                    <a:pt x="1124446" y="2102666"/>
                  </a:cubicBezTo>
                  <a:cubicBezTo>
                    <a:pt x="1147306" y="2095046"/>
                    <a:pt x="1161593" y="2062661"/>
                    <a:pt x="1193026" y="2077901"/>
                  </a:cubicBezTo>
                  <a:cubicBezTo>
                    <a:pt x="1225411" y="2087426"/>
                    <a:pt x="1244461" y="2125526"/>
                    <a:pt x="1280656" y="2123621"/>
                  </a:cubicBezTo>
                  <a:cubicBezTo>
                    <a:pt x="1325423" y="2121716"/>
                    <a:pt x="1360666" y="2136956"/>
                    <a:pt x="1387336" y="2172198"/>
                  </a:cubicBezTo>
                  <a:cubicBezTo>
                    <a:pt x="1398766" y="2187438"/>
                    <a:pt x="1427341" y="2172198"/>
                    <a:pt x="1434008" y="2199821"/>
                  </a:cubicBezTo>
                  <a:cubicBezTo>
                    <a:pt x="1440676" y="2228396"/>
                    <a:pt x="1444486" y="2256018"/>
                    <a:pt x="1430198" y="2282688"/>
                  </a:cubicBezTo>
                  <a:cubicBezTo>
                    <a:pt x="1413053" y="2315073"/>
                    <a:pt x="1388288" y="2341743"/>
                    <a:pt x="1370191" y="2373176"/>
                  </a:cubicBezTo>
                  <a:cubicBezTo>
                    <a:pt x="1359713" y="2391273"/>
                    <a:pt x="1356856" y="2406513"/>
                    <a:pt x="1358761" y="2423658"/>
                  </a:cubicBezTo>
                  <a:cubicBezTo>
                    <a:pt x="1366381" y="2486523"/>
                    <a:pt x="1352093" y="2544626"/>
                    <a:pt x="1327328" y="2600823"/>
                  </a:cubicBezTo>
                  <a:cubicBezTo>
                    <a:pt x="1321613" y="2612253"/>
                    <a:pt x="1313041" y="2629398"/>
                    <a:pt x="1293991" y="2626541"/>
                  </a:cubicBezTo>
                  <a:cubicBezTo>
                    <a:pt x="1261606" y="2622731"/>
                    <a:pt x="1241603" y="2647496"/>
                    <a:pt x="1218743" y="2661783"/>
                  </a:cubicBezTo>
                  <a:cubicBezTo>
                    <a:pt x="1203503" y="2671308"/>
                    <a:pt x="1187311" y="2690358"/>
                    <a:pt x="1193026" y="2710361"/>
                  </a:cubicBezTo>
                  <a:cubicBezTo>
                    <a:pt x="1205408" y="2757033"/>
                    <a:pt x="1178738" y="2793228"/>
                    <a:pt x="1164451" y="2832281"/>
                  </a:cubicBezTo>
                  <a:cubicBezTo>
                    <a:pt x="1154926" y="2859903"/>
                    <a:pt x="1136828" y="2884668"/>
                    <a:pt x="1122541" y="2910386"/>
                  </a:cubicBezTo>
                  <a:cubicBezTo>
                    <a:pt x="1116826" y="2920863"/>
                    <a:pt x="1109206" y="2929436"/>
                    <a:pt x="1095871" y="2929436"/>
                  </a:cubicBezTo>
                  <a:cubicBezTo>
                    <a:pt x="1085393" y="2920863"/>
                    <a:pt x="1072058" y="2930388"/>
                    <a:pt x="1061581" y="2922768"/>
                  </a:cubicBezTo>
                  <a:cubicBezTo>
                    <a:pt x="1053961" y="2919911"/>
                    <a:pt x="1044436" y="2911338"/>
                    <a:pt x="1047293" y="2929436"/>
                  </a:cubicBezTo>
                  <a:cubicBezTo>
                    <a:pt x="1052056" y="2938961"/>
                    <a:pt x="1062533" y="2944676"/>
                    <a:pt x="1061581" y="2956106"/>
                  </a:cubicBezTo>
                  <a:cubicBezTo>
                    <a:pt x="1055866" y="2964678"/>
                    <a:pt x="1048246" y="2962773"/>
                    <a:pt x="1040626" y="2959916"/>
                  </a:cubicBezTo>
                  <a:cubicBezTo>
                    <a:pt x="952043" y="2929436"/>
                    <a:pt x="865366" y="2895146"/>
                    <a:pt x="783451" y="2850378"/>
                  </a:cubicBezTo>
                  <a:cubicBezTo>
                    <a:pt x="762496" y="2838948"/>
                    <a:pt x="762496" y="2820851"/>
                    <a:pt x="752971" y="2805611"/>
                  </a:cubicBezTo>
                  <a:cubicBezTo>
                    <a:pt x="730111" y="2799896"/>
                    <a:pt x="738683" y="2779893"/>
                    <a:pt x="737731" y="2765606"/>
                  </a:cubicBezTo>
                  <a:cubicBezTo>
                    <a:pt x="736778" y="2697978"/>
                    <a:pt x="732968" y="2631303"/>
                    <a:pt x="721538" y="2564628"/>
                  </a:cubicBezTo>
                  <a:cubicBezTo>
                    <a:pt x="715823" y="2532243"/>
                    <a:pt x="700583" y="2503668"/>
                    <a:pt x="670103" y="2492238"/>
                  </a:cubicBezTo>
                  <a:cubicBezTo>
                    <a:pt x="596761" y="2464616"/>
                    <a:pt x="568186" y="2400798"/>
                    <a:pt x="539611" y="2337933"/>
                  </a:cubicBezTo>
                  <a:cubicBezTo>
                    <a:pt x="520561" y="2296976"/>
                    <a:pt x="502463" y="2256971"/>
                    <a:pt x="473888" y="2221728"/>
                  </a:cubicBezTo>
                  <a:cubicBezTo>
                    <a:pt x="456743" y="2200773"/>
                    <a:pt x="450076" y="2174103"/>
                    <a:pt x="468173" y="2148386"/>
                  </a:cubicBezTo>
                  <a:cubicBezTo>
                    <a:pt x="473888" y="2140766"/>
                    <a:pt x="477698" y="2133146"/>
                    <a:pt x="471983" y="2122668"/>
                  </a:cubicBezTo>
                  <a:cubicBezTo>
                    <a:pt x="452933" y="2083616"/>
                    <a:pt x="471983" y="2052183"/>
                    <a:pt x="493891" y="2021703"/>
                  </a:cubicBezTo>
                  <a:cubicBezTo>
                    <a:pt x="518656" y="1987413"/>
                    <a:pt x="546278" y="1955028"/>
                    <a:pt x="538658" y="1907403"/>
                  </a:cubicBezTo>
                  <a:cubicBezTo>
                    <a:pt x="535801" y="1889306"/>
                    <a:pt x="531991" y="1871208"/>
                    <a:pt x="524371" y="1854063"/>
                  </a:cubicBezTo>
                  <a:cubicBezTo>
                    <a:pt x="517703" y="1837871"/>
                    <a:pt x="507226" y="1834061"/>
                    <a:pt x="499606" y="1853111"/>
                  </a:cubicBezTo>
                  <a:cubicBezTo>
                    <a:pt x="489128" y="1876923"/>
                    <a:pt x="475793" y="1875018"/>
                    <a:pt x="459601" y="1860731"/>
                  </a:cubicBezTo>
                  <a:cubicBezTo>
                    <a:pt x="443408" y="1847396"/>
                    <a:pt x="425311" y="1838823"/>
                    <a:pt x="408166" y="1827393"/>
                  </a:cubicBezTo>
                  <a:cubicBezTo>
                    <a:pt x="375781" y="1806438"/>
                    <a:pt x="371971" y="1771196"/>
                    <a:pt x="354826" y="1742621"/>
                  </a:cubicBezTo>
                  <a:cubicBezTo>
                    <a:pt x="346253" y="1729286"/>
                    <a:pt x="337681" y="1720713"/>
                    <a:pt x="322441" y="1715951"/>
                  </a:cubicBezTo>
                  <a:cubicBezTo>
                    <a:pt x="289103" y="1705473"/>
                    <a:pt x="255766" y="1691186"/>
                    <a:pt x="234811" y="1658801"/>
                  </a:cubicBezTo>
                  <a:cubicBezTo>
                    <a:pt x="228143" y="1649276"/>
                    <a:pt x="218618" y="1639751"/>
                    <a:pt x="206236" y="1644513"/>
                  </a:cubicBezTo>
                  <a:cubicBezTo>
                    <a:pt x="170993" y="1656896"/>
                    <a:pt x="143371" y="1639751"/>
                    <a:pt x="116701" y="1622606"/>
                  </a:cubicBezTo>
                  <a:cubicBezTo>
                    <a:pt x="85268" y="1603556"/>
                    <a:pt x="54788" y="1583553"/>
                    <a:pt x="28118" y="1557836"/>
                  </a:cubicBezTo>
                  <a:cubicBezTo>
                    <a:pt x="11926" y="1541643"/>
                    <a:pt x="1448" y="1523546"/>
                    <a:pt x="12878" y="1499733"/>
                  </a:cubicBezTo>
                  <a:cubicBezTo>
                    <a:pt x="20498" y="1482588"/>
                    <a:pt x="16688" y="1463538"/>
                    <a:pt x="10021" y="1446393"/>
                  </a:cubicBezTo>
                  <a:cubicBezTo>
                    <a:pt x="6211" y="1434963"/>
                    <a:pt x="-1409" y="1423533"/>
                    <a:pt x="5258" y="1410198"/>
                  </a:cubicBezTo>
                  <a:cubicBezTo>
                    <a:pt x="-12839" y="1304471"/>
                    <a:pt x="19546" y="1205411"/>
                    <a:pt x="45263" y="1105398"/>
                  </a:cubicBezTo>
                  <a:cubicBezTo>
                    <a:pt x="94793" y="912993"/>
                    <a:pt x="185281" y="739638"/>
                    <a:pt x="304343" y="581523"/>
                  </a:cubicBezTo>
                  <a:cubicBezTo>
                    <a:pt x="374828" y="487226"/>
                    <a:pt x="458648" y="405311"/>
                    <a:pt x="548183" y="329111"/>
                  </a:cubicBezTo>
                  <a:cubicBezTo>
                    <a:pt x="568186" y="311966"/>
                    <a:pt x="591046" y="303393"/>
                    <a:pt x="617716" y="317681"/>
                  </a:cubicBezTo>
                  <a:cubicBezTo>
                    <a:pt x="628193" y="324348"/>
                    <a:pt x="628193" y="314823"/>
                    <a:pt x="631051" y="309108"/>
                  </a:cubicBezTo>
                  <a:cubicBezTo>
                    <a:pt x="652006" y="308156"/>
                    <a:pt x="669151" y="289106"/>
                    <a:pt x="692011" y="299583"/>
                  </a:cubicBezTo>
                  <a:cubicBezTo>
                    <a:pt x="712013" y="311966"/>
                    <a:pt x="732968" y="317681"/>
                    <a:pt x="756781" y="316728"/>
                  </a:cubicBezTo>
                  <a:cubicBezTo>
                    <a:pt x="764401" y="317681"/>
                    <a:pt x="772973" y="320538"/>
                    <a:pt x="780593" y="315776"/>
                  </a:cubicBezTo>
                  <a:cubicBezTo>
                    <a:pt x="786308" y="312918"/>
                    <a:pt x="792023" y="311966"/>
                    <a:pt x="797738" y="314823"/>
                  </a:cubicBezTo>
                  <a:cubicBezTo>
                    <a:pt x="808216" y="327206"/>
                    <a:pt x="819646" y="321491"/>
                    <a:pt x="831076" y="316728"/>
                  </a:cubicBezTo>
                  <a:cubicBezTo>
                    <a:pt x="837743" y="304346"/>
                    <a:pt x="858698" y="297678"/>
                    <a:pt x="841553" y="277676"/>
                  </a:cubicBezTo>
                  <a:cubicBezTo>
                    <a:pt x="834886" y="270056"/>
                    <a:pt x="846316" y="263388"/>
                    <a:pt x="852031" y="259578"/>
                  </a:cubicBezTo>
                  <a:cubicBezTo>
                    <a:pt x="857269" y="255768"/>
                    <a:pt x="862508" y="252434"/>
                    <a:pt x="867152" y="248624"/>
                  </a:cubicBezTo>
                  <a:lnTo>
                    <a:pt x="876026" y="238011"/>
                  </a:lnTo>
                  <a:lnTo>
                    <a:pt x="858921" y="241392"/>
                  </a:lnTo>
                  <a:cubicBezTo>
                    <a:pt x="840303" y="244874"/>
                    <a:pt x="823694" y="244338"/>
                    <a:pt x="821551" y="210048"/>
                  </a:cubicBezTo>
                  <a:cubicBezTo>
                    <a:pt x="833933" y="208143"/>
                    <a:pt x="848221" y="208143"/>
                    <a:pt x="857746" y="190998"/>
                  </a:cubicBezTo>
                  <a:cubicBezTo>
                    <a:pt x="861079" y="184807"/>
                    <a:pt x="867032" y="183378"/>
                    <a:pt x="873343" y="184331"/>
                  </a:cubicBezTo>
                  <a:close/>
                  <a:moveTo>
                    <a:pt x="798215" y="181949"/>
                  </a:moveTo>
                  <a:cubicBezTo>
                    <a:pt x="801310" y="182187"/>
                    <a:pt x="803930" y="183378"/>
                    <a:pt x="805359" y="187188"/>
                  </a:cubicBezTo>
                  <a:cubicBezTo>
                    <a:pt x="808216" y="194808"/>
                    <a:pt x="800596" y="194808"/>
                    <a:pt x="795834" y="196713"/>
                  </a:cubicBezTo>
                  <a:cubicBezTo>
                    <a:pt x="790119" y="193856"/>
                    <a:pt x="788214" y="189093"/>
                    <a:pt x="788214" y="182426"/>
                  </a:cubicBezTo>
                  <a:cubicBezTo>
                    <a:pt x="791547" y="182426"/>
                    <a:pt x="795119" y="181711"/>
                    <a:pt x="798215" y="181949"/>
                  </a:cubicBezTo>
                  <a:close/>
                  <a:moveTo>
                    <a:pt x="938708" y="121466"/>
                  </a:moveTo>
                  <a:cubicBezTo>
                    <a:pt x="943471" y="128133"/>
                    <a:pt x="953948" y="130038"/>
                    <a:pt x="952043" y="141468"/>
                  </a:cubicBezTo>
                  <a:lnTo>
                    <a:pt x="951037" y="142501"/>
                  </a:lnTo>
                  <a:lnTo>
                    <a:pt x="953949" y="140516"/>
                  </a:lnTo>
                  <a:cubicBezTo>
                    <a:pt x="952996" y="143373"/>
                    <a:pt x="952996" y="146231"/>
                    <a:pt x="952996" y="148136"/>
                  </a:cubicBezTo>
                  <a:cubicBezTo>
                    <a:pt x="952996" y="154803"/>
                    <a:pt x="952996" y="161471"/>
                    <a:pt x="952996" y="169091"/>
                  </a:cubicBezTo>
                  <a:cubicBezTo>
                    <a:pt x="949662" y="166709"/>
                    <a:pt x="947281" y="162899"/>
                    <a:pt x="944424" y="159804"/>
                  </a:cubicBezTo>
                  <a:lnTo>
                    <a:pt x="933131" y="154863"/>
                  </a:lnTo>
                  <a:lnTo>
                    <a:pt x="931088" y="155756"/>
                  </a:lnTo>
                  <a:cubicBezTo>
                    <a:pt x="931088" y="155756"/>
                    <a:pt x="930136" y="155756"/>
                    <a:pt x="930136" y="155756"/>
                  </a:cubicBezTo>
                  <a:cubicBezTo>
                    <a:pt x="925373" y="152898"/>
                    <a:pt x="906323" y="162423"/>
                    <a:pt x="918706" y="144326"/>
                  </a:cubicBezTo>
                  <a:cubicBezTo>
                    <a:pt x="923468" y="137658"/>
                    <a:pt x="931088" y="131943"/>
                    <a:pt x="931088" y="122418"/>
                  </a:cubicBezTo>
                  <a:cubicBezTo>
                    <a:pt x="934898" y="118608"/>
                    <a:pt x="936803" y="118608"/>
                    <a:pt x="938708" y="121466"/>
                  </a:cubicBezTo>
                  <a:close/>
                  <a:moveTo>
                    <a:pt x="925373" y="107178"/>
                  </a:moveTo>
                  <a:cubicBezTo>
                    <a:pt x="930136" y="111940"/>
                    <a:pt x="934898" y="116703"/>
                    <a:pt x="938708" y="121465"/>
                  </a:cubicBezTo>
                  <a:lnTo>
                    <a:pt x="935851" y="121465"/>
                  </a:lnTo>
                  <a:cubicBezTo>
                    <a:pt x="935851" y="121465"/>
                    <a:pt x="932993" y="121465"/>
                    <a:pt x="932993" y="121465"/>
                  </a:cubicBezTo>
                  <a:cubicBezTo>
                    <a:pt x="923468" y="125275"/>
                    <a:pt x="912991" y="131943"/>
                    <a:pt x="901561" y="123370"/>
                  </a:cubicBezTo>
                  <a:cubicBezTo>
                    <a:pt x="904418" y="109083"/>
                    <a:pt x="915848" y="109083"/>
                    <a:pt x="925373" y="107178"/>
                  </a:cubicBezTo>
                  <a:close/>
                  <a:moveTo>
                    <a:pt x="1021576" y="71936"/>
                  </a:moveTo>
                  <a:cubicBezTo>
                    <a:pt x="1037768" y="75746"/>
                    <a:pt x="1038721" y="87176"/>
                    <a:pt x="1031101" y="97653"/>
                  </a:cubicBezTo>
                  <a:cubicBezTo>
                    <a:pt x="1019671" y="115751"/>
                    <a:pt x="1011098" y="95748"/>
                    <a:pt x="1000621" y="92891"/>
                  </a:cubicBezTo>
                  <a:cubicBezTo>
                    <a:pt x="1002526" y="88128"/>
                    <a:pt x="1005383" y="83366"/>
                    <a:pt x="1007288" y="79556"/>
                  </a:cubicBezTo>
                  <a:cubicBezTo>
                    <a:pt x="1012051" y="76698"/>
                    <a:pt x="1016813" y="74793"/>
                    <a:pt x="1021576" y="71936"/>
                  </a:cubicBezTo>
                  <a:close/>
                  <a:moveTo>
                    <a:pt x="1113849" y="40265"/>
                  </a:moveTo>
                  <a:cubicBezTo>
                    <a:pt x="1128732" y="39074"/>
                    <a:pt x="1143972" y="42885"/>
                    <a:pt x="1159689" y="51933"/>
                  </a:cubicBezTo>
                  <a:cubicBezTo>
                    <a:pt x="1175881" y="68126"/>
                    <a:pt x="1166356" y="76698"/>
                    <a:pt x="1151116" y="84318"/>
                  </a:cubicBezTo>
                  <a:cubicBezTo>
                    <a:pt x="1137781" y="90986"/>
                    <a:pt x="1123494" y="86223"/>
                    <a:pt x="1111111" y="92891"/>
                  </a:cubicBezTo>
                  <a:cubicBezTo>
                    <a:pt x="1083489" y="98606"/>
                    <a:pt x="1067296" y="90033"/>
                    <a:pt x="1070153" y="58601"/>
                  </a:cubicBezTo>
                  <a:cubicBezTo>
                    <a:pt x="1084441" y="47647"/>
                    <a:pt x="1098967" y="41456"/>
                    <a:pt x="1113849" y="40265"/>
                  </a:cubicBezTo>
                  <a:close/>
                  <a:moveTo>
                    <a:pt x="1400760" y="96"/>
                  </a:moveTo>
                  <a:cubicBezTo>
                    <a:pt x="1426031" y="498"/>
                    <a:pt x="1451392" y="2164"/>
                    <a:pt x="1476871" y="5260"/>
                  </a:cubicBezTo>
                  <a:cubicBezTo>
                    <a:pt x="1521639" y="13833"/>
                    <a:pt x="1566406" y="14785"/>
                    <a:pt x="1611174" y="9070"/>
                  </a:cubicBezTo>
                  <a:cubicBezTo>
                    <a:pt x="1614984" y="7165"/>
                    <a:pt x="1619746" y="9070"/>
                    <a:pt x="1619746" y="17643"/>
                  </a:cubicBezTo>
                  <a:cubicBezTo>
                    <a:pt x="1631176" y="13833"/>
                    <a:pt x="1639748" y="20500"/>
                    <a:pt x="1646416" y="28120"/>
                  </a:cubicBezTo>
                  <a:cubicBezTo>
                    <a:pt x="1652131" y="36693"/>
                    <a:pt x="1659751" y="35740"/>
                    <a:pt x="1667371" y="31930"/>
                  </a:cubicBezTo>
                  <a:cubicBezTo>
                    <a:pt x="1693088" y="18119"/>
                    <a:pt x="1717377" y="11690"/>
                    <a:pt x="1742261" y="11690"/>
                  </a:cubicBezTo>
                  <a:cubicBezTo>
                    <a:pt x="1767145" y="11690"/>
                    <a:pt x="1792624" y="18119"/>
                    <a:pt x="1820723" y="30025"/>
                  </a:cubicBezTo>
                  <a:cubicBezTo>
                    <a:pt x="1845488" y="40503"/>
                    <a:pt x="1874063" y="40503"/>
                    <a:pt x="1901686" y="45265"/>
                  </a:cubicBezTo>
                  <a:cubicBezTo>
                    <a:pt x="1905496" y="54790"/>
                    <a:pt x="1888351" y="56695"/>
                    <a:pt x="1894066" y="69078"/>
                  </a:cubicBezTo>
                  <a:cubicBezTo>
                    <a:pt x="1913116" y="57648"/>
                    <a:pt x="1934071" y="52885"/>
                    <a:pt x="1955978" y="55743"/>
                  </a:cubicBezTo>
                  <a:cubicBezTo>
                    <a:pt x="1961693" y="62410"/>
                    <a:pt x="1959788" y="69078"/>
                    <a:pt x="1954073" y="71935"/>
                  </a:cubicBezTo>
                  <a:cubicBezTo>
                    <a:pt x="1939786" y="78603"/>
                    <a:pt x="1939786" y="91938"/>
                    <a:pt x="1935976" y="103368"/>
                  </a:cubicBezTo>
                  <a:cubicBezTo>
                    <a:pt x="1904543" y="124323"/>
                    <a:pt x="1914068" y="142420"/>
                    <a:pt x="1949311" y="161470"/>
                  </a:cubicBezTo>
                  <a:cubicBezTo>
                    <a:pt x="1923593" y="162423"/>
                    <a:pt x="1905496" y="153850"/>
                    <a:pt x="1894066" y="171948"/>
                  </a:cubicBezTo>
                  <a:cubicBezTo>
                    <a:pt x="1899781" y="177663"/>
                    <a:pt x="1909306" y="175758"/>
                    <a:pt x="1913116" y="183378"/>
                  </a:cubicBezTo>
                  <a:cubicBezTo>
                    <a:pt x="1917878" y="187188"/>
                    <a:pt x="1922641" y="195760"/>
                    <a:pt x="1907401" y="196713"/>
                  </a:cubicBezTo>
                  <a:cubicBezTo>
                    <a:pt x="1907401" y="221478"/>
                    <a:pt x="1903591" y="242433"/>
                    <a:pt x="1873111" y="245290"/>
                  </a:cubicBezTo>
                  <a:cubicBezTo>
                    <a:pt x="1842631" y="244338"/>
                    <a:pt x="1879778" y="263388"/>
                    <a:pt x="1866443" y="267198"/>
                  </a:cubicBezTo>
                  <a:cubicBezTo>
                    <a:pt x="1860728" y="271008"/>
                    <a:pt x="1855013" y="271960"/>
                    <a:pt x="1851203" y="270055"/>
                  </a:cubicBezTo>
                  <a:cubicBezTo>
                    <a:pt x="1860728" y="280533"/>
                    <a:pt x="1876921" y="291963"/>
                    <a:pt x="1866443" y="313870"/>
                  </a:cubicBezTo>
                  <a:cubicBezTo>
                    <a:pt x="1859776" y="319585"/>
                    <a:pt x="1852156" y="321490"/>
                    <a:pt x="1843583" y="319585"/>
                  </a:cubicBezTo>
                  <a:cubicBezTo>
                    <a:pt x="1833106" y="315775"/>
                    <a:pt x="1827391" y="307203"/>
                    <a:pt x="1819771" y="300535"/>
                  </a:cubicBezTo>
                  <a:cubicBezTo>
                    <a:pt x="1811198" y="310060"/>
                    <a:pt x="1800721" y="314823"/>
                    <a:pt x="1788338" y="313870"/>
                  </a:cubicBezTo>
                  <a:cubicBezTo>
                    <a:pt x="1791196" y="322443"/>
                    <a:pt x="1796911" y="313870"/>
                    <a:pt x="1800721" y="315775"/>
                  </a:cubicBezTo>
                  <a:cubicBezTo>
                    <a:pt x="1808341" y="314823"/>
                    <a:pt x="1815961" y="312918"/>
                    <a:pt x="1823581" y="314823"/>
                  </a:cubicBezTo>
                  <a:cubicBezTo>
                    <a:pt x="1826438" y="315775"/>
                    <a:pt x="1830248" y="316728"/>
                    <a:pt x="1833106" y="317680"/>
                  </a:cubicBezTo>
                  <a:cubicBezTo>
                    <a:pt x="1838821" y="322443"/>
                    <a:pt x="1842631" y="327205"/>
                    <a:pt x="1838821" y="334825"/>
                  </a:cubicBezTo>
                  <a:cubicBezTo>
                    <a:pt x="1800721" y="354828"/>
                    <a:pt x="1760716" y="371020"/>
                    <a:pt x="1715948" y="370068"/>
                  </a:cubicBezTo>
                  <a:cubicBezTo>
                    <a:pt x="1707376" y="370068"/>
                    <a:pt x="1695946" y="372925"/>
                    <a:pt x="1691183" y="379593"/>
                  </a:cubicBezTo>
                  <a:cubicBezTo>
                    <a:pt x="1662608" y="411025"/>
                    <a:pt x="1627366" y="425313"/>
                    <a:pt x="1586408" y="430075"/>
                  </a:cubicBezTo>
                  <a:cubicBezTo>
                    <a:pt x="1564501" y="432933"/>
                    <a:pt x="1554976" y="450078"/>
                    <a:pt x="1542593" y="468175"/>
                  </a:cubicBezTo>
                  <a:cubicBezTo>
                    <a:pt x="1522591" y="497703"/>
                    <a:pt x="1501636" y="527230"/>
                    <a:pt x="1480681" y="555805"/>
                  </a:cubicBezTo>
                  <a:cubicBezTo>
                    <a:pt x="1475918" y="562473"/>
                    <a:pt x="1469251" y="562473"/>
                    <a:pt x="1462583" y="562473"/>
                  </a:cubicBezTo>
                  <a:cubicBezTo>
                    <a:pt x="1419721" y="558663"/>
                    <a:pt x="1380668" y="507228"/>
                    <a:pt x="1385431" y="462460"/>
                  </a:cubicBezTo>
                  <a:cubicBezTo>
                    <a:pt x="1388288" y="441505"/>
                    <a:pt x="1374001" y="421503"/>
                    <a:pt x="1379716" y="398643"/>
                  </a:cubicBezTo>
                  <a:cubicBezTo>
                    <a:pt x="1387336" y="363400"/>
                    <a:pt x="1418768" y="354828"/>
                    <a:pt x="1441628" y="335778"/>
                  </a:cubicBezTo>
                  <a:cubicBezTo>
                    <a:pt x="1443533" y="331015"/>
                    <a:pt x="1445438" y="325300"/>
                    <a:pt x="1449248" y="321490"/>
                  </a:cubicBezTo>
                  <a:cubicBezTo>
                    <a:pt x="1454011" y="314823"/>
                    <a:pt x="1454963" y="306250"/>
                    <a:pt x="1461631" y="300535"/>
                  </a:cubicBezTo>
                  <a:cubicBezTo>
                    <a:pt x="1451153" y="280533"/>
                    <a:pt x="1439723" y="265293"/>
                    <a:pt x="1412101" y="280533"/>
                  </a:cubicBezTo>
                  <a:cubicBezTo>
                    <a:pt x="1425436" y="259578"/>
                    <a:pt x="1438771" y="241480"/>
                    <a:pt x="1434961" y="215763"/>
                  </a:cubicBezTo>
                  <a:cubicBezTo>
                    <a:pt x="1430198" y="178615"/>
                    <a:pt x="1409243" y="158613"/>
                    <a:pt x="1371143" y="160518"/>
                  </a:cubicBezTo>
                  <a:cubicBezTo>
                    <a:pt x="1357808" y="161470"/>
                    <a:pt x="1343521" y="159565"/>
                    <a:pt x="1331138" y="162423"/>
                  </a:cubicBezTo>
                  <a:cubicBezTo>
                    <a:pt x="1317803" y="165280"/>
                    <a:pt x="1310183" y="161470"/>
                    <a:pt x="1303516" y="150040"/>
                  </a:cubicBezTo>
                  <a:cubicBezTo>
                    <a:pt x="1296848" y="136705"/>
                    <a:pt x="1300658" y="131943"/>
                    <a:pt x="1313993" y="130038"/>
                  </a:cubicBezTo>
                  <a:cubicBezTo>
                    <a:pt x="1321613" y="129085"/>
                    <a:pt x="1316851" y="124323"/>
                    <a:pt x="1313041" y="121465"/>
                  </a:cubicBezTo>
                  <a:cubicBezTo>
                    <a:pt x="1283513" y="99558"/>
                    <a:pt x="1311136" y="99558"/>
                    <a:pt x="1323518" y="96700"/>
                  </a:cubicBezTo>
                  <a:cubicBezTo>
                    <a:pt x="1344473" y="92890"/>
                    <a:pt x="1365428" y="88128"/>
                    <a:pt x="1387336" y="88128"/>
                  </a:cubicBezTo>
                  <a:cubicBezTo>
                    <a:pt x="1399718" y="88128"/>
                    <a:pt x="1414006" y="81460"/>
                    <a:pt x="1394003" y="68125"/>
                  </a:cubicBezTo>
                  <a:cubicBezTo>
                    <a:pt x="1402576" y="42408"/>
                    <a:pt x="1427341" y="49075"/>
                    <a:pt x="1445438" y="41455"/>
                  </a:cubicBezTo>
                  <a:lnTo>
                    <a:pt x="1471104" y="35589"/>
                  </a:lnTo>
                  <a:lnTo>
                    <a:pt x="1469608" y="35026"/>
                  </a:lnTo>
                  <a:cubicBezTo>
                    <a:pt x="1465441" y="34550"/>
                    <a:pt x="1461155" y="34788"/>
                    <a:pt x="1456869" y="34788"/>
                  </a:cubicBezTo>
                  <a:cubicBezTo>
                    <a:pt x="1424484" y="38598"/>
                    <a:pt x="1396861" y="56695"/>
                    <a:pt x="1365429" y="60505"/>
                  </a:cubicBezTo>
                  <a:cubicBezTo>
                    <a:pt x="1307326" y="66220"/>
                    <a:pt x="1264464" y="112893"/>
                    <a:pt x="1208266" y="122418"/>
                  </a:cubicBezTo>
                  <a:cubicBezTo>
                    <a:pt x="1196836" y="130038"/>
                    <a:pt x="1186359" y="129085"/>
                    <a:pt x="1175881" y="122418"/>
                  </a:cubicBezTo>
                  <a:cubicBezTo>
                    <a:pt x="1178739" y="129085"/>
                    <a:pt x="1197789" y="127180"/>
                    <a:pt x="1187311" y="142420"/>
                  </a:cubicBezTo>
                  <a:cubicBezTo>
                    <a:pt x="1185406" y="144325"/>
                    <a:pt x="1182549" y="146230"/>
                    <a:pt x="1180644" y="149088"/>
                  </a:cubicBezTo>
                  <a:cubicBezTo>
                    <a:pt x="1173262" y="152183"/>
                    <a:pt x="1165939" y="153434"/>
                    <a:pt x="1158647" y="153642"/>
                  </a:cubicBezTo>
                  <a:lnTo>
                    <a:pt x="1143520" y="152466"/>
                  </a:lnTo>
                  <a:lnTo>
                    <a:pt x="1148259" y="153731"/>
                  </a:lnTo>
                  <a:cubicBezTo>
                    <a:pt x="1153498" y="157422"/>
                    <a:pt x="1155879" y="163851"/>
                    <a:pt x="1152069" y="175758"/>
                  </a:cubicBezTo>
                  <a:cubicBezTo>
                    <a:pt x="1112064" y="198618"/>
                    <a:pt x="1069201" y="175758"/>
                    <a:pt x="1029196" y="182425"/>
                  </a:cubicBezTo>
                  <a:cubicBezTo>
                    <a:pt x="1020624" y="171948"/>
                    <a:pt x="980619" y="182425"/>
                    <a:pt x="1006336" y="148135"/>
                  </a:cubicBezTo>
                  <a:cubicBezTo>
                    <a:pt x="1011099" y="141468"/>
                    <a:pt x="1003479" y="136705"/>
                    <a:pt x="995859" y="134800"/>
                  </a:cubicBezTo>
                  <a:cubicBezTo>
                    <a:pt x="984429" y="131943"/>
                    <a:pt x="981571" y="125275"/>
                    <a:pt x="987286" y="114798"/>
                  </a:cubicBezTo>
                  <a:cubicBezTo>
                    <a:pt x="1010146" y="115750"/>
                    <a:pt x="1027291" y="130990"/>
                    <a:pt x="1049199" y="134800"/>
                  </a:cubicBezTo>
                  <a:cubicBezTo>
                    <a:pt x="1053009" y="140515"/>
                    <a:pt x="1055866" y="147183"/>
                    <a:pt x="1064439" y="149088"/>
                  </a:cubicBezTo>
                  <a:cubicBezTo>
                    <a:pt x="1074916" y="150993"/>
                    <a:pt x="1085394" y="150278"/>
                    <a:pt x="1095871" y="149326"/>
                  </a:cubicBezTo>
                  <a:lnTo>
                    <a:pt x="1106484" y="148924"/>
                  </a:lnTo>
                  <a:lnTo>
                    <a:pt x="1093014" y="149088"/>
                  </a:lnTo>
                  <a:cubicBezTo>
                    <a:pt x="1081584" y="144325"/>
                    <a:pt x="1067296" y="146230"/>
                    <a:pt x="1062534" y="131943"/>
                  </a:cubicBezTo>
                  <a:cubicBezTo>
                    <a:pt x="1083489" y="115750"/>
                    <a:pt x="1102539" y="93843"/>
                    <a:pt x="1133971" y="110988"/>
                  </a:cubicBezTo>
                  <a:cubicBezTo>
                    <a:pt x="1150164" y="112893"/>
                    <a:pt x="1147306" y="91938"/>
                    <a:pt x="1158736" y="88128"/>
                  </a:cubicBezTo>
                  <a:cubicBezTo>
                    <a:pt x="1164451" y="84318"/>
                    <a:pt x="1172071" y="81460"/>
                    <a:pt x="1173024" y="73840"/>
                  </a:cubicBezTo>
                  <a:cubicBezTo>
                    <a:pt x="1176834" y="44313"/>
                    <a:pt x="1193979" y="46218"/>
                    <a:pt x="1214934" y="54790"/>
                  </a:cubicBezTo>
                  <a:cubicBezTo>
                    <a:pt x="1234936" y="51933"/>
                    <a:pt x="1254939" y="44313"/>
                    <a:pt x="1275894" y="44313"/>
                  </a:cubicBezTo>
                  <a:cubicBezTo>
                    <a:pt x="1253986" y="44313"/>
                    <a:pt x="1233031" y="51933"/>
                    <a:pt x="1211124" y="51933"/>
                  </a:cubicBezTo>
                  <a:cubicBezTo>
                    <a:pt x="1199694" y="46218"/>
                    <a:pt x="1184454" y="50028"/>
                    <a:pt x="1174929" y="39550"/>
                  </a:cubicBezTo>
                  <a:cubicBezTo>
                    <a:pt x="1174929" y="34788"/>
                    <a:pt x="1174929" y="30978"/>
                    <a:pt x="1174929" y="26215"/>
                  </a:cubicBezTo>
                  <a:cubicBezTo>
                    <a:pt x="1249938" y="9070"/>
                    <a:pt x="1324947" y="-1110"/>
                    <a:pt x="1400760" y="96"/>
                  </a:cubicBezTo>
                  <a:close/>
                </a:path>
              </a:pathLst>
            </a:custGeom>
            <a:solidFill>
              <a:srgbClr val="F8931D">
                <a:lumMod val="40000"/>
                <a:lumOff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 Unicode MS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9DD9BE5-3E74-2022-EB5A-C4C085ED86F4}"/>
              </a:ext>
            </a:extLst>
          </p:cNvPr>
          <p:cNvGrpSpPr/>
          <p:nvPr/>
        </p:nvGrpSpPr>
        <p:grpSpPr>
          <a:xfrm>
            <a:off x="8028372" y="1094021"/>
            <a:ext cx="1107121" cy="1395637"/>
            <a:chOff x="6804248" y="2144238"/>
            <a:chExt cx="1305367" cy="1645545"/>
          </a:xfrm>
          <a:solidFill>
            <a:srgbClr val="FFCA08"/>
          </a:solidFill>
        </p:grpSpPr>
        <p:sp>
          <p:nvSpPr>
            <p:cNvPr id="62" name="Oval 1">
              <a:extLst>
                <a:ext uri="{FF2B5EF4-FFF2-40B4-BE49-F238E27FC236}">
                  <a16:creationId xmlns:a16="http://schemas.microsoft.com/office/drawing/2014/main" id="{26B0F681-9357-9725-2020-3B97189D3106}"/>
                </a:ext>
              </a:extLst>
            </p:cNvPr>
            <p:cNvSpPr/>
            <p:nvPr/>
          </p:nvSpPr>
          <p:spPr>
            <a:xfrm flipH="1">
              <a:off x="7253541" y="3472481"/>
              <a:ext cx="406780" cy="72647"/>
            </a:xfrm>
            <a:custGeom>
              <a:avLst/>
              <a:gdLst/>
              <a:ahLst/>
              <a:cxnLst/>
              <a:rect l="l" t="t" r="r" b="b"/>
              <a:pathLst>
                <a:path w="920008" h="164304">
                  <a:moveTo>
                    <a:pt x="852708" y="0"/>
                  </a:moveTo>
                  <a:lnTo>
                    <a:pt x="67299" y="0"/>
                  </a:lnTo>
                  <a:cubicBezTo>
                    <a:pt x="30131" y="0"/>
                    <a:pt x="0" y="30131"/>
                    <a:pt x="0" y="67299"/>
                  </a:cubicBezTo>
                  <a:lnTo>
                    <a:pt x="0" y="97005"/>
                  </a:lnTo>
                  <a:cubicBezTo>
                    <a:pt x="0" y="134173"/>
                    <a:pt x="30131" y="164304"/>
                    <a:pt x="67299" y="164304"/>
                  </a:cubicBezTo>
                  <a:lnTo>
                    <a:pt x="852708" y="164304"/>
                  </a:lnTo>
                  <a:cubicBezTo>
                    <a:pt x="889877" y="164304"/>
                    <a:pt x="920008" y="134173"/>
                    <a:pt x="920008" y="97005"/>
                  </a:cubicBezTo>
                  <a:lnTo>
                    <a:pt x="920008" y="67299"/>
                  </a:lnTo>
                  <a:cubicBezTo>
                    <a:pt x="920008" y="30131"/>
                    <a:pt x="889877" y="0"/>
                    <a:pt x="852708" y="0"/>
                  </a:cubicBez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  <p:sp>
          <p:nvSpPr>
            <p:cNvPr id="63" name="Oval 1">
              <a:extLst>
                <a:ext uri="{FF2B5EF4-FFF2-40B4-BE49-F238E27FC236}">
                  <a16:creationId xmlns:a16="http://schemas.microsoft.com/office/drawing/2014/main" id="{C9935F66-3918-10CB-7CEB-B4CAD9808CD6}"/>
                </a:ext>
              </a:extLst>
            </p:cNvPr>
            <p:cNvSpPr/>
            <p:nvPr/>
          </p:nvSpPr>
          <p:spPr>
            <a:xfrm flipH="1">
              <a:off x="7297125" y="3673561"/>
              <a:ext cx="319612" cy="116222"/>
            </a:xfrm>
            <a:custGeom>
              <a:avLst/>
              <a:gdLst/>
              <a:ahLst/>
              <a:cxnLst/>
              <a:rect l="l" t="t" r="r" b="b"/>
              <a:pathLst>
                <a:path w="722862" h="262858">
                  <a:moveTo>
                    <a:pt x="722862" y="0"/>
                  </a:moveTo>
                  <a:lnTo>
                    <a:pt x="0" y="0"/>
                  </a:lnTo>
                  <a:lnTo>
                    <a:pt x="0" y="131429"/>
                  </a:lnTo>
                  <a:cubicBezTo>
                    <a:pt x="0" y="204015"/>
                    <a:pt x="161818" y="262858"/>
                    <a:pt x="361431" y="262858"/>
                  </a:cubicBezTo>
                  <a:cubicBezTo>
                    <a:pt x="561044" y="262858"/>
                    <a:pt x="722862" y="204015"/>
                    <a:pt x="722862" y="131429"/>
                  </a:cubicBez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  <p:sp>
          <p:nvSpPr>
            <p:cNvPr id="64" name="Oval 1">
              <a:extLst>
                <a:ext uri="{FF2B5EF4-FFF2-40B4-BE49-F238E27FC236}">
                  <a16:creationId xmlns:a16="http://schemas.microsoft.com/office/drawing/2014/main" id="{B765185B-1CCC-E065-0835-D9612EDA8536}"/>
                </a:ext>
              </a:extLst>
            </p:cNvPr>
            <p:cNvSpPr/>
            <p:nvPr/>
          </p:nvSpPr>
          <p:spPr>
            <a:xfrm flipH="1">
              <a:off x="7268070" y="3573021"/>
              <a:ext cx="377724" cy="72648"/>
            </a:xfrm>
            <a:custGeom>
              <a:avLst/>
              <a:gdLst/>
              <a:ahLst/>
              <a:cxnLst/>
              <a:rect l="l" t="t" r="r" b="b"/>
              <a:pathLst>
                <a:path w="854293" h="164306">
                  <a:moveTo>
                    <a:pt x="786994" y="0"/>
                  </a:moveTo>
                  <a:lnTo>
                    <a:pt x="67299" y="0"/>
                  </a:lnTo>
                  <a:cubicBezTo>
                    <a:pt x="30131" y="0"/>
                    <a:pt x="0" y="30131"/>
                    <a:pt x="0" y="67299"/>
                  </a:cubicBezTo>
                  <a:lnTo>
                    <a:pt x="0" y="97007"/>
                  </a:lnTo>
                  <a:cubicBezTo>
                    <a:pt x="0" y="134174"/>
                    <a:pt x="30131" y="164306"/>
                    <a:pt x="67299" y="164306"/>
                  </a:cubicBezTo>
                  <a:lnTo>
                    <a:pt x="786994" y="164306"/>
                  </a:lnTo>
                  <a:cubicBezTo>
                    <a:pt x="824162" y="164306"/>
                    <a:pt x="854293" y="134174"/>
                    <a:pt x="854293" y="97007"/>
                  </a:cubicBezTo>
                  <a:lnTo>
                    <a:pt x="854293" y="67299"/>
                  </a:lnTo>
                  <a:cubicBezTo>
                    <a:pt x="854293" y="30131"/>
                    <a:pt x="824162" y="0"/>
                    <a:pt x="786994" y="0"/>
                  </a:cubicBez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  <p:sp>
          <p:nvSpPr>
            <p:cNvPr id="65" name="Oval 1">
              <a:extLst>
                <a:ext uri="{FF2B5EF4-FFF2-40B4-BE49-F238E27FC236}">
                  <a16:creationId xmlns:a16="http://schemas.microsoft.com/office/drawing/2014/main" id="{EF73D340-459D-D23C-CC65-BD52CEAFC9BC}"/>
                </a:ext>
              </a:extLst>
            </p:cNvPr>
            <p:cNvSpPr/>
            <p:nvPr/>
          </p:nvSpPr>
          <p:spPr>
            <a:xfrm flipH="1">
              <a:off x="7239014" y="3371941"/>
              <a:ext cx="435836" cy="72647"/>
            </a:xfrm>
            <a:custGeom>
              <a:avLst/>
              <a:gdLst/>
              <a:ahLst/>
              <a:cxnLst/>
              <a:rect l="l" t="t" r="r" b="b"/>
              <a:pathLst>
                <a:path w="985723" h="164305">
                  <a:moveTo>
                    <a:pt x="918424" y="0"/>
                  </a:moveTo>
                  <a:lnTo>
                    <a:pt x="67300" y="0"/>
                  </a:lnTo>
                  <a:cubicBezTo>
                    <a:pt x="30131" y="0"/>
                    <a:pt x="0" y="30130"/>
                    <a:pt x="0" y="67298"/>
                  </a:cubicBezTo>
                  <a:lnTo>
                    <a:pt x="0" y="97006"/>
                  </a:lnTo>
                  <a:cubicBezTo>
                    <a:pt x="0" y="134173"/>
                    <a:pt x="30131" y="164305"/>
                    <a:pt x="67300" y="164305"/>
                  </a:cubicBezTo>
                  <a:lnTo>
                    <a:pt x="918424" y="164305"/>
                  </a:lnTo>
                  <a:cubicBezTo>
                    <a:pt x="955592" y="164305"/>
                    <a:pt x="985723" y="134173"/>
                    <a:pt x="985723" y="97006"/>
                  </a:cubicBezTo>
                  <a:lnTo>
                    <a:pt x="985723" y="67298"/>
                  </a:lnTo>
                  <a:cubicBezTo>
                    <a:pt x="985723" y="30130"/>
                    <a:pt x="955592" y="0"/>
                    <a:pt x="918424" y="0"/>
                  </a:cubicBez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  <p:sp>
          <p:nvSpPr>
            <p:cNvPr id="66" name="Oval 1">
              <a:extLst>
                <a:ext uri="{FF2B5EF4-FFF2-40B4-BE49-F238E27FC236}">
                  <a16:creationId xmlns:a16="http://schemas.microsoft.com/office/drawing/2014/main" id="{31B0FFB6-A26E-0950-085C-11C6BE5E5416}"/>
                </a:ext>
              </a:extLst>
            </p:cNvPr>
            <p:cNvSpPr/>
            <p:nvPr/>
          </p:nvSpPr>
          <p:spPr>
            <a:xfrm flipH="1">
              <a:off x="6804248" y="2144238"/>
              <a:ext cx="1305367" cy="580151"/>
            </a:xfrm>
            <a:custGeom>
              <a:avLst/>
              <a:gdLst/>
              <a:ahLst/>
              <a:cxnLst/>
              <a:rect l="l" t="t" r="r" b="b"/>
              <a:pathLst>
                <a:path w="2952328" h="1312117">
                  <a:moveTo>
                    <a:pt x="0" y="1083508"/>
                  </a:moveTo>
                  <a:lnTo>
                    <a:pt x="0" y="1312117"/>
                  </a:lnTo>
                  <a:lnTo>
                    <a:pt x="326584" y="1266395"/>
                  </a:lnTo>
                  <a:lnTo>
                    <a:pt x="326584" y="1129230"/>
                  </a:lnTo>
                  <a:close/>
                  <a:moveTo>
                    <a:pt x="2952328" y="1083508"/>
                  </a:moveTo>
                  <a:lnTo>
                    <a:pt x="2625744" y="1129230"/>
                  </a:lnTo>
                  <a:lnTo>
                    <a:pt x="2625744" y="1266395"/>
                  </a:lnTo>
                  <a:lnTo>
                    <a:pt x="2952328" y="1312117"/>
                  </a:lnTo>
                  <a:close/>
                  <a:moveTo>
                    <a:pt x="602354" y="225997"/>
                  </a:moveTo>
                  <a:lnTo>
                    <a:pt x="427229" y="372943"/>
                  </a:lnTo>
                  <a:lnTo>
                    <a:pt x="672178" y="593732"/>
                  </a:lnTo>
                  <a:lnTo>
                    <a:pt x="777253" y="505564"/>
                  </a:lnTo>
                  <a:close/>
                  <a:moveTo>
                    <a:pt x="2333760" y="225997"/>
                  </a:moveTo>
                  <a:lnTo>
                    <a:pt x="2158860" y="505564"/>
                  </a:lnTo>
                  <a:lnTo>
                    <a:pt x="2263935" y="593732"/>
                  </a:lnTo>
                  <a:lnTo>
                    <a:pt x="2508884" y="372943"/>
                  </a:lnTo>
                  <a:close/>
                  <a:moveTo>
                    <a:pt x="1614138" y="0"/>
                  </a:moveTo>
                  <a:lnTo>
                    <a:pt x="1385529" y="0"/>
                  </a:lnTo>
                  <a:lnTo>
                    <a:pt x="1431251" y="326584"/>
                  </a:lnTo>
                  <a:lnTo>
                    <a:pt x="1568416" y="326584"/>
                  </a:ln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  <p:sp>
          <p:nvSpPr>
            <p:cNvPr id="67" name="Oval 1">
              <a:extLst>
                <a:ext uri="{FF2B5EF4-FFF2-40B4-BE49-F238E27FC236}">
                  <a16:creationId xmlns:a16="http://schemas.microsoft.com/office/drawing/2014/main" id="{4E9E3A38-4C6E-4325-EBFB-C55A07A82031}"/>
                </a:ext>
              </a:extLst>
            </p:cNvPr>
            <p:cNvSpPr/>
            <p:nvPr/>
          </p:nvSpPr>
          <p:spPr>
            <a:xfrm flipH="1">
              <a:off x="7023065" y="2349405"/>
              <a:ext cx="867734" cy="957278"/>
            </a:xfrm>
            <a:custGeom>
              <a:avLst/>
              <a:gdLst/>
              <a:ahLst/>
              <a:cxnLst/>
              <a:rect l="l" t="t" r="r" b="b"/>
              <a:pathLst>
                <a:path w="1962541" h="2165060">
                  <a:moveTo>
                    <a:pt x="983432" y="198538"/>
                  </a:moveTo>
                  <a:cubicBezTo>
                    <a:pt x="1424692" y="199056"/>
                    <a:pt x="1782226" y="556942"/>
                    <a:pt x="1782226" y="998335"/>
                  </a:cubicBezTo>
                  <a:cubicBezTo>
                    <a:pt x="1782226" y="1297141"/>
                    <a:pt x="1568968" y="1592048"/>
                    <a:pt x="1401058" y="1726777"/>
                  </a:cubicBezTo>
                  <a:cubicBezTo>
                    <a:pt x="1324499" y="1815355"/>
                    <a:pt x="1330568" y="1817170"/>
                    <a:pt x="1299456" y="1930538"/>
                  </a:cubicBezTo>
                  <a:cubicBezTo>
                    <a:pt x="1287062" y="2010030"/>
                    <a:pt x="1312171" y="2017975"/>
                    <a:pt x="1240941" y="2022107"/>
                  </a:cubicBezTo>
                  <a:lnTo>
                    <a:pt x="1199256" y="2021773"/>
                  </a:lnTo>
                  <a:lnTo>
                    <a:pt x="1196081" y="2038665"/>
                  </a:lnTo>
                  <a:lnTo>
                    <a:pt x="738881" y="2038665"/>
                  </a:lnTo>
                  <a:lnTo>
                    <a:pt x="735747" y="2021994"/>
                  </a:lnTo>
                  <a:lnTo>
                    <a:pt x="721599" y="2022107"/>
                  </a:lnTo>
                  <a:cubicBezTo>
                    <a:pt x="650369" y="2017975"/>
                    <a:pt x="675479" y="2010030"/>
                    <a:pt x="663084" y="1930538"/>
                  </a:cubicBezTo>
                  <a:cubicBezTo>
                    <a:pt x="631973" y="1817170"/>
                    <a:pt x="638043" y="1815355"/>
                    <a:pt x="561482" y="1726777"/>
                  </a:cubicBezTo>
                  <a:cubicBezTo>
                    <a:pt x="393573" y="1592048"/>
                    <a:pt x="180314" y="1297141"/>
                    <a:pt x="180314" y="998335"/>
                  </a:cubicBezTo>
                  <a:cubicBezTo>
                    <a:pt x="180314" y="556942"/>
                    <a:pt x="537849" y="199056"/>
                    <a:pt x="979110" y="198538"/>
                  </a:cubicBezTo>
                  <a:lnTo>
                    <a:pt x="979110" y="198736"/>
                  </a:lnTo>
                  <a:lnTo>
                    <a:pt x="981272" y="198569"/>
                  </a:lnTo>
                  <a:lnTo>
                    <a:pt x="983432" y="198736"/>
                  </a:lnTo>
                  <a:close/>
                  <a:moveTo>
                    <a:pt x="983110" y="0"/>
                  </a:moveTo>
                  <a:lnTo>
                    <a:pt x="981272" y="142"/>
                  </a:lnTo>
                  <a:lnTo>
                    <a:pt x="979432" y="0"/>
                  </a:lnTo>
                  <a:cubicBezTo>
                    <a:pt x="438507" y="0"/>
                    <a:pt x="0" y="438506"/>
                    <a:pt x="0" y="979431"/>
                  </a:cubicBezTo>
                  <a:cubicBezTo>
                    <a:pt x="0" y="1345477"/>
                    <a:pt x="261357" y="1706742"/>
                    <a:pt x="466993" y="1871641"/>
                  </a:cubicBezTo>
                  <a:cubicBezTo>
                    <a:pt x="528256" y="1942221"/>
                    <a:pt x="501219" y="1979308"/>
                    <a:pt x="514383" y="2071318"/>
                  </a:cubicBezTo>
                  <a:cubicBezTo>
                    <a:pt x="548609" y="2142347"/>
                    <a:pt x="579223" y="2165060"/>
                    <a:pt x="639719" y="2165060"/>
                  </a:cubicBezTo>
                  <a:lnTo>
                    <a:pt x="981272" y="2163837"/>
                  </a:lnTo>
                  <a:lnTo>
                    <a:pt x="1322821" y="2165060"/>
                  </a:lnTo>
                  <a:cubicBezTo>
                    <a:pt x="1383319" y="2165060"/>
                    <a:pt x="1413932" y="2142347"/>
                    <a:pt x="1448157" y="2071318"/>
                  </a:cubicBezTo>
                  <a:cubicBezTo>
                    <a:pt x="1461321" y="1979308"/>
                    <a:pt x="1434285" y="1942221"/>
                    <a:pt x="1495548" y="1871641"/>
                  </a:cubicBezTo>
                  <a:cubicBezTo>
                    <a:pt x="1701183" y="1706742"/>
                    <a:pt x="1962541" y="1345477"/>
                    <a:pt x="1962541" y="979431"/>
                  </a:cubicBezTo>
                  <a:cubicBezTo>
                    <a:pt x="1962541" y="438506"/>
                    <a:pt x="1524034" y="0"/>
                    <a:pt x="983110" y="0"/>
                  </a:cubicBez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  <p:sp>
          <p:nvSpPr>
            <p:cNvPr id="68" name="Oval 1">
              <a:extLst>
                <a:ext uri="{FF2B5EF4-FFF2-40B4-BE49-F238E27FC236}">
                  <a16:creationId xmlns:a16="http://schemas.microsoft.com/office/drawing/2014/main" id="{71494C3B-1533-EEF2-0EA8-D5D4220A42A7}"/>
                </a:ext>
              </a:extLst>
            </p:cNvPr>
            <p:cNvSpPr/>
            <p:nvPr/>
          </p:nvSpPr>
          <p:spPr>
            <a:xfrm>
              <a:off x="7295982" y="2781927"/>
              <a:ext cx="314505" cy="479278"/>
            </a:xfrm>
            <a:custGeom>
              <a:avLst/>
              <a:gdLst/>
              <a:ahLst/>
              <a:cxnLst/>
              <a:rect l="l" t="t" r="r" b="b"/>
              <a:pathLst>
                <a:path w="652160" h="993834">
                  <a:moveTo>
                    <a:pt x="198701" y="0"/>
                  </a:moveTo>
                  <a:cubicBezTo>
                    <a:pt x="224613" y="0"/>
                    <a:pt x="248174" y="10856"/>
                    <a:pt x="265274" y="29005"/>
                  </a:cubicBezTo>
                  <a:cubicBezTo>
                    <a:pt x="282373" y="10856"/>
                    <a:pt x="305935" y="0"/>
                    <a:pt x="331846" y="0"/>
                  </a:cubicBezTo>
                  <a:cubicBezTo>
                    <a:pt x="357757" y="0"/>
                    <a:pt x="381319" y="10856"/>
                    <a:pt x="398419" y="29005"/>
                  </a:cubicBezTo>
                  <a:cubicBezTo>
                    <a:pt x="415518" y="10856"/>
                    <a:pt x="439080" y="0"/>
                    <a:pt x="464991" y="0"/>
                  </a:cubicBezTo>
                  <a:cubicBezTo>
                    <a:pt x="493781" y="0"/>
                    <a:pt x="519672" y="13403"/>
                    <a:pt x="536964" y="35278"/>
                  </a:cubicBezTo>
                  <a:cubicBezTo>
                    <a:pt x="547749" y="12292"/>
                    <a:pt x="572873" y="-1398"/>
                    <a:pt x="599292" y="2787"/>
                  </a:cubicBezTo>
                  <a:lnTo>
                    <a:pt x="601385" y="3119"/>
                  </a:lnTo>
                  <a:cubicBezTo>
                    <a:pt x="634213" y="8318"/>
                    <a:pt x="656609" y="39145"/>
                    <a:pt x="651411" y="71971"/>
                  </a:cubicBezTo>
                  <a:lnTo>
                    <a:pt x="505401" y="993834"/>
                  </a:lnTo>
                  <a:lnTo>
                    <a:pt x="381396" y="993834"/>
                  </a:lnTo>
                  <a:lnTo>
                    <a:pt x="507063" y="200404"/>
                  </a:lnTo>
                  <a:cubicBezTo>
                    <a:pt x="494607" y="207834"/>
                    <a:pt x="480204" y="211576"/>
                    <a:pt x="464991" y="211576"/>
                  </a:cubicBezTo>
                  <a:cubicBezTo>
                    <a:pt x="439080" y="211576"/>
                    <a:pt x="415518" y="200720"/>
                    <a:pt x="398419" y="182571"/>
                  </a:cubicBezTo>
                  <a:cubicBezTo>
                    <a:pt x="381319" y="200720"/>
                    <a:pt x="357757" y="211576"/>
                    <a:pt x="331846" y="211576"/>
                  </a:cubicBezTo>
                  <a:cubicBezTo>
                    <a:pt x="305935" y="211576"/>
                    <a:pt x="282373" y="200720"/>
                    <a:pt x="265274" y="182571"/>
                  </a:cubicBezTo>
                  <a:cubicBezTo>
                    <a:pt x="248174" y="200720"/>
                    <a:pt x="224613" y="211576"/>
                    <a:pt x="198701" y="211576"/>
                  </a:cubicBezTo>
                  <a:cubicBezTo>
                    <a:pt x="177469" y="211576"/>
                    <a:pt x="157813" y="204286"/>
                    <a:pt x="142909" y="190419"/>
                  </a:cubicBezTo>
                  <a:lnTo>
                    <a:pt x="270158" y="993834"/>
                  </a:lnTo>
                  <a:lnTo>
                    <a:pt x="146152" y="993834"/>
                  </a:lnTo>
                  <a:lnTo>
                    <a:pt x="750" y="75802"/>
                  </a:lnTo>
                  <a:cubicBezTo>
                    <a:pt x="-4449" y="42974"/>
                    <a:pt x="17947" y="12148"/>
                    <a:pt x="50775" y="6949"/>
                  </a:cubicBezTo>
                  <a:lnTo>
                    <a:pt x="52868" y="6617"/>
                  </a:lnTo>
                  <a:cubicBezTo>
                    <a:pt x="82704" y="1892"/>
                    <a:pt x="110887" y="19962"/>
                    <a:pt x="118608" y="48277"/>
                  </a:cubicBezTo>
                  <a:cubicBezTo>
                    <a:pt x="134584" y="18793"/>
                    <a:pt x="164609" y="0"/>
                    <a:pt x="198701" y="0"/>
                  </a:cubicBez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2940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>
            <a:extLst>
              <a:ext uri="{FF2B5EF4-FFF2-40B4-BE49-F238E27FC236}">
                <a16:creationId xmlns:a16="http://schemas.microsoft.com/office/drawing/2014/main" id="{18E87765-5F4D-51B0-7CFB-3CD751123856}"/>
              </a:ext>
            </a:extLst>
          </p:cNvPr>
          <p:cNvSpPr/>
          <p:nvPr/>
        </p:nvSpPr>
        <p:spPr>
          <a:xfrm rot="10800000">
            <a:off x="2348781" y="4244349"/>
            <a:ext cx="2911723" cy="1003077"/>
          </a:xfrm>
          <a:custGeom>
            <a:avLst/>
            <a:gdLst/>
            <a:ahLst/>
            <a:cxnLst/>
            <a:rect l="l" t="t" r="r" b="b"/>
            <a:pathLst>
              <a:path w="2398918" h="1003077">
                <a:moveTo>
                  <a:pt x="1152805" y="0"/>
                </a:moveTo>
                <a:lnTo>
                  <a:pt x="1251810" y="0"/>
                </a:lnTo>
                <a:lnTo>
                  <a:pt x="2398918" y="1003077"/>
                </a:lnTo>
                <a:lnTo>
                  <a:pt x="0" y="1003077"/>
                </a:lnTo>
                <a:lnTo>
                  <a:pt x="0" y="991863"/>
                </a:lnTo>
                <a:lnTo>
                  <a:pt x="1150938" y="10735"/>
                </a:lnTo>
                <a:close/>
              </a:path>
            </a:pathLst>
          </a:custGeom>
          <a:solidFill>
            <a:sysClr val="windowText" lastClr="000000">
              <a:lumMod val="75000"/>
              <a:lumOff val="2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2DF16271-5ECC-00C8-010E-2A3F661C1E10}"/>
              </a:ext>
            </a:extLst>
          </p:cNvPr>
          <p:cNvSpPr/>
          <p:nvPr/>
        </p:nvSpPr>
        <p:spPr>
          <a:xfrm>
            <a:off x="3880457" y="987421"/>
            <a:ext cx="2911723" cy="1003077"/>
          </a:xfrm>
          <a:custGeom>
            <a:avLst/>
            <a:gdLst/>
            <a:ahLst/>
            <a:cxnLst/>
            <a:rect l="l" t="t" r="r" b="b"/>
            <a:pathLst>
              <a:path w="2398918" h="1003077">
                <a:moveTo>
                  <a:pt x="1152805" y="0"/>
                </a:moveTo>
                <a:lnTo>
                  <a:pt x="1251810" y="0"/>
                </a:lnTo>
                <a:lnTo>
                  <a:pt x="2398918" y="1003077"/>
                </a:lnTo>
                <a:lnTo>
                  <a:pt x="0" y="1003077"/>
                </a:lnTo>
                <a:lnTo>
                  <a:pt x="0" y="991863"/>
                </a:lnTo>
                <a:lnTo>
                  <a:pt x="1150938" y="10735"/>
                </a:lnTo>
                <a:close/>
              </a:path>
            </a:pathLst>
          </a:custGeom>
          <a:solidFill>
            <a:sysClr val="windowText" lastClr="000000">
              <a:lumMod val="75000"/>
              <a:lumOff val="2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4" name="Rectangle 27">
            <a:extLst>
              <a:ext uri="{FF2B5EF4-FFF2-40B4-BE49-F238E27FC236}">
                <a16:creationId xmlns:a16="http://schemas.microsoft.com/office/drawing/2014/main" id="{69D3325C-D33E-6C79-E03F-DFAFF2A0A849}"/>
              </a:ext>
            </a:extLst>
          </p:cNvPr>
          <p:cNvSpPr/>
          <p:nvPr/>
        </p:nvSpPr>
        <p:spPr>
          <a:xfrm>
            <a:off x="810551" y="987421"/>
            <a:ext cx="2911723" cy="1003077"/>
          </a:xfrm>
          <a:custGeom>
            <a:avLst/>
            <a:gdLst/>
            <a:ahLst/>
            <a:cxnLst/>
            <a:rect l="l" t="t" r="r" b="b"/>
            <a:pathLst>
              <a:path w="2398918" h="1003077">
                <a:moveTo>
                  <a:pt x="1152805" y="0"/>
                </a:moveTo>
                <a:lnTo>
                  <a:pt x="1251810" y="0"/>
                </a:lnTo>
                <a:lnTo>
                  <a:pt x="2398918" y="1003077"/>
                </a:lnTo>
                <a:lnTo>
                  <a:pt x="0" y="1003077"/>
                </a:lnTo>
                <a:lnTo>
                  <a:pt x="0" y="991863"/>
                </a:lnTo>
                <a:lnTo>
                  <a:pt x="1150938" y="10735"/>
                </a:lnTo>
                <a:close/>
              </a:path>
            </a:pathLst>
          </a:custGeom>
          <a:solidFill>
            <a:sysClr val="windowText" lastClr="000000">
              <a:lumMod val="75000"/>
              <a:lumOff val="2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A892C88-4666-A663-615C-72FA211AE4A3}"/>
              </a:ext>
            </a:extLst>
          </p:cNvPr>
          <p:cNvSpPr/>
          <p:nvPr/>
        </p:nvSpPr>
        <p:spPr>
          <a:xfrm>
            <a:off x="3866708" y="987421"/>
            <a:ext cx="1398413" cy="4263617"/>
          </a:xfrm>
          <a:custGeom>
            <a:avLst/>
            <a:gdLst/>
            <a:ahLst/>
            <a:cxnLst/>
            <a:rect l="l" t="t" r="r" b="b"/>
            <a:pathLst>
              <a:path w="1152128" h="4263617">
                <a:moveTo>
                  <a:pt x="1152128" y="0"/>
                </a:moveTo>
                <a:lnTo>
                  <a:pt x="1152128" y="1676259"/>
                </a:lnTo>
                <a:lnTo>
                  <a:pt x="1152128" y="3214792"/>
                </a:lnTo>
                <a:lnTo>
                  <a:pt x="1152128" y="3277957"/>
                </a:lnTo>
                <a:lnTo>
                  <a:pt x="0" y="4263617"/>
                </a:lnTo>
                <a:lnTo>
                  <a:pt x="0" y="3214792"/>
                </a:lnTo>
                <a:lnTo>
                  <a:pt x="0" y="1676259"/>
                </a:lnTo>
                <a:lnTo>
                  <a:pt x="0" y="985661"/>
                </a:lnTo>
                <a:close/>
              </a:path>
            </a:pathLst>
          </a:custGeom>
          <a:solidFill>
            <a:srgbClr val="EC701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B7CF433-2C1A-5ACD-1795-722E5AA3DB19}"/>
              </a:ext>
            </a:extLst>
          </p:cNvPr>
          <p:cNvSpPr/>
          <p:nvPr/>
        </p:nvSpPr>
        <p:spPr>
          <a:xfrm flipH="1">
            <a:off x="2338629" y="987421"/>
            <a:ext cx="1398413" cy="4263617"/>
          </a:xfrm>
          <a:custGeom>
            <a:avLst/>
            <a:gdLst/>
            <a:ahLst/>
            <a:cxnLst/>
            <a:rect l="l" t="t" r="r" b="b"/>
            <a:pathLst>
              <a:path w="1152128" h="4263617">
                <a:moveTo>
                  <a:pt x="1152128" y="0"/>
                </a:moveTo>
                <a:lnTo>
                  <a:pt x="0" y="985661"/>
                </a:lnTo>
                <a:lnTo>
                  <a:pt x="0" y="1676259"/>
                </a:lnTo>
                <a:lnTo>
                  <a:pt x="0" y="3214792"/>
                </a:lnTo>
                <a:lnTo>
                  <a:pt x="0" y="4263617"/>
                </a:lnTo>
                <a:lnTo>
                  <a:pt x="1152128" y="3277957"/>
                </a:lnTo>
                <a:lnTo>
                  <a:pt x="1152128" y="3214792"/>
                </a:lnTo>
                <a:lnTo>
                  <a:pt x="1152128" y="1676259"/>
                </a:lnTo>
                <a:close/>
              </a:path>
            </a:pathLst>
          </a:custGeom>
          <a:solidFill>
            <a:srgbClr val="F8931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32B544F-8B94-CE85-B117-37F0538E006F}"/>
              </a:ext>
            </a:extLst>
          </p:cNvPr>
          <p:cNvSpPr/>
          <p:nvPr/>
        </p:nvSpPr>
        <p:spPr>
          <a:xfrm flipH="1">
            <a:off x="5394786" y="987421"/>
            <a:ext cx="1402427" cy="4251601"/>
          </a:xfrm>
          <a:custGeom>
            <a:avLst/>
            <a:gdLst/>
            <a:ahLst/>
            <a:cxnLst/>
            <a:rect l="l" t="t" r="r" b="b"/>
            <a:pathLst>
              <a:path w="1155435" h="4251601">
                <a:moveTo>
                  <a:pt x="1155435" y="0"/>
                </a:moveTo>
                <a:lnTo>
                  <a:pt x="3307" y="985661"/>
                </a:lnTo>
                <a:lnTo>
                  <a:pt x="3307" y="1504427"/>
                </a:lnTo>
                <a:lnTo>
                  <a:pt x="3306" y="1504428"/>
                </a:lnTo>
                <a:lnTo>
                  <a:pt x="3306" y="1567593"/>
                </a:lnTo>
                <a:lnTo>
                  <a:pt x="3306" y="3106126"/>
                </a:lnTo>
                <a:lnTo>
                  <a:pt x="3306" y="3259101"/>
                </a:lnTo>
                <a:lnTo>
                  <a:pt x="0" y="3259101"/>
                </a:lnTo>
                <a:lnTo>
                  <a:pt x="3306" y="3264801"/>
                </a:lnTo>
                <a:lnTo>
                  <a:pt x="3306" y="3264816"/>
                </a:lnTo>
                <a:lnTo>
                  <a:pt x="3315" y="3264816"/>
                </a:lnTo>
                <a:lnTo>
                  <a:pt x="197102" y="3598930"/>
                </a:lnTo>
                <a:lnTo>
                  <a:pt x="199169" y="3595365"/>
                </a:lnTo>
                <a:lnTo>
                  <a:pt x="579786" y="4251601"/>
                </a:lnTo>
                <a:lnTo>
                  <a:pt x="1152121" y="3264816"/>
                </a:lnTo>
                <a:lnTo>
                  <a:pt x="1155434" y="3264816"/>
                </a:lnTo>
                <a:lnTo>
                  <a:pt x="1155434" y="3259103"/>
                </a:lnTo>
                <a:lnTo>
                  <a:pt x="1155435" y="3259101"/>
                </a:lnTo>
                <a:lnTo>
                  <a:pt x="1155434" y="3259101"/>
                </a:lnTo>
                <a:lnTo>
                  <a:pt x="1155434" y="3133261"/>
                </a:lnTo>
                <a:lnTo>
                  <a:pt x="1155435" y="3133261"/>
                </a:lnTo>
                <a:lnTo>
                  <a:pt x="1155435" y="1676259"/>
                </a:lnTo>
                <a:close/>
              </a:path>
            </a:pathLst>
          </a:custGeom>
          <a:solidFill>
            <a:srgbClr val="E6482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676056C-32E1-EE59-DC6E-97FF19C37FBE}"/>
              </a:ext>
            </a:extLst>
          </p:cNvPr>
          <p:cNvSpPr/>
          <p:nvPr/>
        </p:nvSpPr>
        <p:spPr>
          <a:xfrm>
            <a:off x="810551" y="987421"/>
            <a:ext cx="1398413" cy="4220038"/>
          </a:xfrm>
          <a:custGeom>
            <a:avLst/>
            <a:gdLst/>
            <a:ahLst/>
            <a:cxnLst/>
            <a:rect l="l" t="t" r="r" b="b"/>
            <a:pathLst>
              <a:path w="1152128" h="4220038">
                <a:moveTo>
                  <a:pt x="1152128" y="0"/>
                </a:moveTo>
                <a:lnTo>
                  <a:pt x="1152128" y="606318"/>
                </a:lnTo>
                <a:lnTo>
                  <a:pt x="1152128" y="3214792"/>
                </a:lnTo>
                <a:lnTo>
                  <a:pt x="1152128" y="4220038"/>
                </a:lnTo>
                <a:lnTo>
                  <a:pt x="576064" y="3643974"/>
                </a:lnTo>
                <a:lnTo>
                  <a:pt x="0" y="4220038"/>
                </a:lnTo>
                <a:lnTo>
                  <a:pt x="0" y="3214792"/>
                </a:lnTo>
                <a:lnTo>
                  <a:pt x="0" y="1758446"/>
                </a:lnTo>
                <a:lnTo>
                  <a:pt x="0" y="985661"/>
                </a:lnTo>
                <a:close/>
              </a:path>
            </a:pathLst>
          </a:custGeom>
          <a:solidFill>
            <a:srgbClr val="FFCA0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94A9094-B714-4DE0-70B6-90FCF9217C4C}"/>
              </a:ext>
            </a:extLst>
          </p:cNvPr>
          <p:cNvSpPr/>
          <p:nvPr/>
        </p:nvSpPr>
        <p:spPr>
          <a:xfrm>
            <a:off x="1104924" y="1864059"/>
            <a:ext cx="809666" cy="809666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AD9583A-CA78-89A9-B267-D92D8380651A}"/>
              </a:ext>
            </a:extLst>
          </p:cNvPr>
          <p:cNvGrpSpPr/>
          <p:nvPr/>
        </p:nvGrpSpPr>
        <p:grpSpPr>
          <a:xfrm>
            <a:off x="882244" y="2895808"/>
            <a:ext cx="1265204" cy="1454969"/>
            <a:chOff x="1060294" y="2185119"/>
            <a:chExt cx="1038452" cy="145496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B609E3D-4D7D-4B1B-D186-4B7A306A9C49}"/>
                </a:ext>
              </a:extLst>
            </p:cNvPr>
            <p:cNvSpPr txBox="1"/>
            <p:nvPr/>
          </p:nvSpPr>
          <p:spPr>
            <a:xfrm>
              <a:off x="1080314" y="2439759"/>
              <a:ext cx="101843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prstClr val="white"/>
                  </a:solidFill>
                  <a:latin typeface="Arial"/>
                  <a:ea typeface="Arial Unicode MS"/>
                  <a:cs typeface="Arial" pitchFamily="34" charset="0"/>
                </a:rPr>
                <a:t>Get a modern PowerPoint  Presentation that is beautifully designed.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C5AFAD9-3CE5-352A-5AD3-F341EEB10223}"/>
                </a:ext>
              </a:extLst>
            </p:cNvPr>
            <p:cNvSpPr txBox="1"/>
            <p:nvPr/>
          </p:nvSpPr>
          <p:spPr>
            <a:xfrm>
              <a:off x="1060294" y="2185119"/>
              <a:ext cx="1023846" cy="27699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white"/>
                  </a:solidFill>
                  <a:latin typeface="Arial"/>
                  <a:ea typeface="Arial Unicode MS"/>
                  <a:cs typeface="Arial" pitchFamily="34" charset="0"/>
                </a:rPr>
                <a:t>Contents</a:t>
              </a:r>
              <a:endParaRPr lang="ko-KR" altLang="en-US" sz="1200" b="1" dirty="0">
                <a:solidFill>
                  <a:prstClr val="white"/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A1D2F50F-A0DA-8A45-76C8-6AB938B92DC5}"/>
              </a:ext>
            </a:extLst>
          </p:cNvPr>
          <p:cNvSpPr/>
          <p:nvPr/>
        </p:nvSpPr>
        <p:spPr>
          <a:xfrm>
            <a:off x="4161080" y="1864059"/>
            <a:ext cx="809666" cy="809666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08456B0-C91B-1E8D-67CD-A176455DEE57}"/>
              </a:ext>
            </a:extLst>
          </p:cNvPr>
          <p:cNvGrpSpPr/>
          <p:nvPr/>
        </p:nvGrpSpPr>
        <p:grpSpPr>
          <a:xfrm>
            <a:off x="3907346" y="2895808"/>
            <a:ext cx="1327317" cy="1454969"/>
            <a:chOff x="1060294" y="2185119"/>
            <a:chExt cx="1038452" cy="1454969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B1259E5-7398-4987-84CB-184C594DBFA3}"/>
                </a:ext>
              </a:extLst>
            </p:cNvPr>
            <p:cNvSpPr txBox="1"/>
            <p:nvPr/>
          </p:nvSpPr>
          <p:spPr>
            <a:xfrm>
              <a:off x="1080314" y="2439759"/>
              <a:ext cx="101843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prstClr val="white"/>
                  </a:solidFill>
                  <a:latin typeface="Arial"/>
                  <a:ea typeface="Arial Unicode MS"/>
                  <a:cs typeface="Arial" pitchFamily="34" charset="0"/>
                </a:rPr>
                <a:t>Get a modern PowerPoint  Presentation that is beautifully designed. 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52B12D8-A886-9555-4DC0-19B7C9CE3075}"/>
                </a:ext>
              </a:extLst>
            </p:cNvPr>
            <p:cNvSpPr txBox="1"/>
            <p:nvPr/>
          </p:nvSpPr>
          <p:spPr>
            <a:xfrm>
              <a:off x="1060294" y="2185119"/>
              <a:ext cx="1023846" cy="27699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white"/>
                  </a:solidFill>
                  <a:latin typeface="Arial"/>
                  <a:ea typeface="Arial Unicode MS"/>
                  <a:cs typeface="Arial" pitchFamily="34" charset="0"/>
                </a:rPr>
                <a:t>Contents</a:t>
              </a:r>
              <a:endParaRPr lang="ko-KR" altLang="en-US" sz="1200" b="1" dirty="0">
                <a:solidFill>
                  <a:prstClr val="white"/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8B9011D-1E53-B36C-C9EB-9A6A52722F50}"/>
              </a:ext>
            </a:extLst>
          </p:cNvPr>
          <p:cNvSpPr/>
          <p:nvPr/>
        </p:nvSpPr>
        <p:spPr>
          <a:xfrm>
            <a:off x="2633002" y="1864059"/>
            <a:ext cx="809666" cy="809666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42BE09-3C53-4C76-E105-447AD5934BF2}"/>
              </a:ext>
            </a:extLst>
          </p:cNvPr>
          <p:cNvGrpSpPr/>
          <p:nvPr/>
        </p:nvGrpSpPr>
        <p:grpSpPr>
          <a:xfrm>
            <a:off x="2410890" y="2895808"/>
            <a:ext cx="1264070" cy="1454969"/>
            <a:chOff x="1060294" y="2185119"/>
            <a:chExt cx="1038452" cy="145496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95C721A-A2C9-0F90-F579-E3F02F3D7572}"/>
                </a:ext>
              </a:extLst>
            </p:cNvPr>
            <p:cNvSpPr txBox="1"/>
            <p:nvPr/>
          </p:nvSpPr>
          <p:spPr>
            <a:xfrm>
              <a:off x="1080314" y="2439759"/>
              <a:ext cx="101843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prstClr val="white"/>
                  </a:solidFill>
                  <a:latin typeface="Arial"/>
                  <a:ea typeface="Arial Unicode MS"/>
                  <a:cs typeface="Arial" pitchFamily="34" charset="0"/>
                </a:rPr>
                <a:t>Get a modern PowerPoint  Presentation that is beautifully designed.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AAA8BC3-14A8-D533-4F55-36F8DCF2B3B1}"/>
                </a:ext>
              </a:extLst>
            </p:cNvPr>
            <p:cNvSpPr txBox="1"/>
            <p:nvPr/>
          </p:nvSpPr>
          <p:spPr>
            <a:xfrm>
              <a:off x="1060294" y="2185119"/>
              <a:ext cx="1023846" cy="27699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white"/>
                  </a:solidFill>
                  <a:latin typeface="Arial"/>
                  <a:ea typeface="Arial Unicode MS"/>
                  <a:cs typeface="Arial" pitchFamily="34" charset="0"/>
                </a:rPr>
                <a:t>Contents</a:t>
              </a:r>
              <a:endParaRPr lang="ko-KR" altLang="en-US" sz="1200" b="1" dirty="0">
                <a:solidFill>
                  <a:prstClr val="white"/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62836FD2-F879-EBCA-4C20-A3CF652468E8}"/>
              </a:ext>
            </a:extLst>
          </p:cNvPr>
          <p:cNvSpPr/>
          <p:nvPr/>
        </p:nvSpPr>
        <p:spPr>
          <a:xfrm>
            <a:off x="5691166" y="1864059"/>
            <a:ext cx="809666" cy="809666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65EFB23-0793-1AC6-B011-AA00A6295434}"/>
              </a:ext>
            </a:extLst>
          </p:cNvPr>
          <p:cNvGrpSpPr/>
          <p:nvPr/>
        </p:nvGrpSpPr>
        <p:grpSpPr>
          <a:xfrm>
            <a:off x="5437431" y="2895808"/>
            <a:ext cx="1327317" cy="1454969"/>
            <a:chOff x="1060294" y="2185119"/>
            <a:chExt cx="1038452" cy="145496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D115AC5-4B59-23C4-A429-E10241D9A177}"/>
                </a:ext>
              </a:extLst>
            </p:cNvPr>
            <p:cNvSpPr txBox="1"/>
            <p:nvPr/>
          </p:nvSpPr>
          <p:spPr>
            <a:xfrm>
              <a:off x="1080314" y="2439759"/>
              <a:ext cx="101843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prstClr val="white"/>
                  </a:solidFill>
                  <a:latin typeface="Arial"/>
                  <a:ea typeface="Arial Unicode MS"/>
                  <a:cs typeface="Arial" pitchFamily="34" charset="0"/>
                </a:rPr>
                <a:t>Get a modern PowerPoint  Presentation that is beautifully designed. 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43ADB74-BE85-C6F0-D669-9BF16D68C701}"/>
                </a:ext>
              </a:extLst>
            </p:cNvPr>
            <p:cNvSpPr txBox="1"/>
            <p:nvPr/>
          </p:nvSpPr>
          <p:spPr>
            <a:xfrm>
              <a:off x="1060294" y="2185119"/>
              <a:ext cx="1023846" cy="27699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white"/>
                  </a:solidFill>
                  <a:latin typeface="Arial"/>
                  <a:ea typeface="Arial Unicode MS"/>
                  <a:cs typeface="Arial" pitchFamily="34" charset="0"/>
                </a:rPr>
                <a:t>Contents</a:t>
              </a:r>
              <a:endParaRPr lang="ko-KR" altLang="en-US" sz="1200" b="1" dirty="0">
                <a:solidFill>
                  <a:prstClr val="white"/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643C6D59-414E-E6DE-9EF6-6C544F3A96F0}"/>
              </a:ext>
            </a:extLst>
          </p:cNvPr>
          <p:cNvSpPr/>
          <p:nvPr/>
        </p:nvSpPr>
        <p:spPr>
          <a:xfrm>
            <a:off x="7208552" y="1278823"/>
            <a:ext cx="566802" cy="566802"/>
          </a:xfrm>
          <a:prstGeom prst="ellipse">
            <a:avLst/>
          </a:prstGeom>
          <a:solidFill>
            <a:srgbClr val="FFCA0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325BD23-B382-4172-826A-BFFA9B3DA2B0}"/>
              </a:ext>
            </a:extLst>
          </p:cNvPr>
          <p:cNvGrpSpPr/>
          <p:nvPr/>
        </p:nvGrpSpPr>
        <p:grpSpPr>
          <a:xfrm>
            <a:off x="7856187" y="1221111"/>
            <a:ext cx="3454723" cy="682224"/>
            <a:chOff x="6516216" y="1694144"/>
            <a:chExt cx="2304256" cy="68222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7A32CC2-99CE-43B3-0D31-4EC2A132674C}"/>
                </a:ext>
              </a:extLst>
            </p:cNvPr>
            <p:cNvSpPr txBox="1"/>
            <p:nvPr/>
          </p:nvSpPr>
          <p:spPr>
            <a:xfrm>
              <a:off x="6516216" y="1694144"/>
              <a:ext cx="23042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96F2F84-21B8-7C17-0A21-A96AF28D62B2}"/>
                </a:ext>
              </a:extLst>
            </p:cNvPr>
            <p:cNvSpPr txBox="1"/>
            <p:nvPr/>
          </p:nvSpPr>
          <p:spPr>
            <a:xfrm>
              <a:off x="6516216" y="1914703"/>
              <a:ext cx="23042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I hope and I believe that this Template will your Time. </a:t>
              </a:r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</a:rPr>
                <a:t>Easy to change colors, photos and Text. </a:t>
              </a:r>
              <a:endPara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F7C6E465-4653-C301-A5C1-DD724308C7CE}"/>
              </a:ext>
            </a:extLst>
          </p:cNvPr>
          <p:cNvSpPr/>
          <p:nvPr/>
        </p:nvSpPr>
        <p:spPr>
          <a:xfrm>
            <a:off x="7208552" y="2327465"/>
            <a:ext cx="566802" cy="566802"/>
          </a:xfrm>
          <a:prstGeom prst="ellipse">
            <a:avLst/>
          </a:prstGeom>
          <a:solidFill>
            <a:srgbClr val="F8931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07B76FE-3098-9F8F-E454-490F0FC0E4D0}"/>
              </a:ext>
            </a:extLst>
          </p:cNvPr>
          <p:cNvGrpSpPr/>
          <p:nvPr/>
        </p:nvGrpSpPr>
        <p:grpSpPr>
          <a:xfrm>
            <a:off x="7856187" y="2269753"/>
            <a:ext cx="3454723" cy="682224"/>
            <a:chOff x="6516216" y="1694144"/>
            <a:chExt cx="2304256" cy="682224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5D0F4D4-1DF3-FD76-A970-79ED3C93E1ED}"/>
                </a:ext>
              </a:extLst>
            </p:cNvPr>
            <p:cNvSpPr txBox="1"/>
            <p:nvPr/>
          </p:nvSpPr>
          <p:spPr>
            <a:xfrm>
              <a:off x="6516216" y="1694144"/>
              <a:ext cx="23042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0AADA08-D03F-71F6-9944-4A6EE6A618A2}"/>
                </a:ext>
              </a:extLst>
            </p:cNvPr>
            <p:cNvSpPr txBox="1"/>
            <p:nvPr/>
          </p:nvSpPr>
          <p:spPr>
            <a:xfrm>
              <a:off x="6516216" y="1914703"/>
              <a:ext cx="23042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I hope and I believe that this Template will your Time.</a:t>
              </a:r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</a:rPr>
                <a:t> Easy to change colors, photos and Text. </a:t>
              </a:r>
              <a:endPara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ACB92FEE-3C72-397E-D10D-D48B76B04047}"/>
              </a:ext>
            </a:extLst>
          </p:cNvPr>
          <p:cNvSpPr/>
          <p:nvPr/>
        </p:nvSpPr>
        <p:spPr>
          <a:xfrm>
            <a:off x="7208552" y="3376107"/>
            <a:ext cx="566802" cy="566802"/>
          </a:xfrm>
          <a:prstGeom prst="ellipse">
            <a:avLst/>
          </a:prstGeom>
          <a:solidFill>
            <a:srgbClr val="EC701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A04AA43-1880-ED65-DBF0-0943722F2DBE}"/>
              </a:ext>
            </a:extLst>
          </p:cNvPr>
          <p:cNvGrpSpPr/>
          <p:nvPr/>
        </p:nvGrpSpPr>
        <p:grpSpPr>
          <a:xfrm>
            <a:off x="7856187" y="3318395"/>
            <a:ext cx="3454723" cy="682224"/>
            <a:chOff x="6516216" y="1694144"/>
            <a:chExt cx="2304256" cy="68222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2030B98-0B97-65EB-98A4-E11D3BB5DF34}"/>
                </a:ext>
              </a:extLst>
            </p:cNvPr>
            <p:cNvSpPr txBox="1"/>
            <p:nvPr/>
          </p:nvSpPr>
          <p:spPr>
            <a:xfrm>
              <a:off x="6516216" y="1694144"/>
              <a:ext cx="23042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6FF1D3E-ED82-2DE2-C6DD-5912A4F0B35C}"/>
                </a:ext>
              </a:extLst>
            </p:cNvPr>
            <p:cNvSpPr txBox="1"/>
            <p:nvPr/>
          </p:nvSpPr>
          <p:spPr>
            <a:xfrm>
              <a:off x="6516216" y="1914703"/>
              <a:ext cx="23042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I hope and I believe that this Template will your Time.</a:t>
              </a:r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</a:rPr>
                <a:t> Easy to change colors, photos and Text. </a:t>
              </a:r>
              <a:endPara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B168E906-4E72-A36F-3827-7AB317CE9FE8}"/>
              </a:ext>
            </a:extLst>
          </p:cNvPr>
          <p:cNvSpPr/>
          <p:nvPr/>
        </p:nvSpPr>
        <p:spPr>
          <a:xfrm>
            <a:off x="7208552" y="4424749"/>
            <a:ext cx="566802" cy="566802"/>
          </a:xfrm>
          <a:prstGeom prst="ellipse">
            <a:avLst/>
          </a:prstGeom>
          <a:solidFill>
            <a:srgbClr val="E6482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27A6329-200E-FBA5-159D-90E292DC2994}"/>
              </a:ext>
            </a:extLst>
          </p:cNvPr>
          <p:cNvGrpSpPr/>
          <p:nvPr/>
        </p:nvGrpSpPr>
        <p:grpSpPr>
          <a:xfrm>
            <a:off x="7856187" y="4367038"/>
            <a:ext cx="3454723" cy="682224"/>
            <a:chOff x="6516216" y="1694144"/>
            <a:chExt cx="2304256" cy="682224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AAD8776-30A4-FB6D-9BEA-5CA8767B7C60}"/>
                </a:ext>
              </a:extLst>
            </p:cNvPr>
            <p:cNvSpPr txBox="1"/>
            <p:nvPr/>
          </p:nvSpPr>
          <p:spPr>
            <a:xfrm>
              <a:off x="6516216" y="1694144"/>
              <a:ext cx="23042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82EF19F-22A7-F1AF-C10B-E8E4D9659D6F}"/>
                </a:ext>
              </a:extLst>
            </p:cNvPr>
            <p:cNvSpPr txBox="1"/>
            <p:nvPr/>
          </p:nvSpPr>
          <p:spPr>
            <a:xfrm>
              <a:off x="6516216" y="1914703"/>
              <a:ext cx="23042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I hope and I believe that this Template will your Time.</a:t>
              </a:r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</a:rPr>
                <a:t> Easy to change colors, photos and Text. </a:t>
              </a:r>
              <a:endPara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13D8E4B4-FBD0-4AD1-F644-E97E514538FB}"/>
              </a:ext>
            </a:extLst>
          </p:cNvPr>
          <p:cNvSpPr txBox="1"/>
          <p:nvPr/>
        </p:nvSpPr>
        <p:spPr>
          <a:xfrm>
            <a:off x="7208552" y="1412839"/>
            <a:ext cx="56680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  <a:latin typeface="Arial"/>
                <a:ea typeface="Arial Unicode MS"/>
                <a:cs typeface="Arial" pitchFamily="34" charset="0"/>
              </a:rPr>
              <a:t>01</a:t>
            </a:r>
            <a:endParaRPr lang="ko-KR" altLang="en-US" sz="2000" b="1" dirty="0">
              <a:solidFill>
                <a:prstClr val="white"/>
              </a:solidFill>
              <a:latin typeface="Arial"/>
              <a:ea typeface="Arial Unicode MS"/>
              <a:cs typeface="Arial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17D587D-FDD3-866F-913A-0E1DB6F3D98E}"/>
              </a:ext>
            </a:extLst>
          </p:cNvPr>
          <p:cNvSpPr txBox="1"/>
          <p:nvPr/>
        </p:nvSpPr>
        <p:spPr>
          <a:xfrm>
            <a:off x="7208552" y="2460607"/>
            <a:ext cx="56680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  <a:latin typeface="Arial"/>
                <a:ea typeface="Arial Unicode MS"/>
                <a:cs typeface="Arial" pitchFamily="34" charset="0"/>
              </a:rPr>
              <a:t>02</a:t>
            </a:r>
            <a:endParaRPr lang="ko-KR" altLang="en-US" sz="2000" b="1" dirty="0">
              <a:solidFill>
                <a:prstClr val="white"/>
              </a:solidFill>
              <a:latin typeface="Arial"/>
              <a:ea typeface="Arial Unicode MS"/>
              <a:cs typeface="Arial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826AABE-CF2D-4B4A-4615-F23E799CB188}"/>
              </a:ext>
            </a:extLst>
          </p:cNvPr>
          <p:cNvSpPr txBox="1"/>
          <p:nvPr/>
        </p:nvSpPr>
        <p:spPr>
          <a:xfrm>
            <a:off x="7208552" y="3508375"/>
            <a:ext cx="56680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  <a:latin typeface="Arial"/>
                <a:ea typeface="Arial Unicode MS"/>
                <a:cs typeface="Arial" pitchFamily="34" charset="0"/>
              </a:rPr>
              <a:t>03</a:t>
            </a:r>
            <a:endParaRPr lang="ko-KR" altLang="en-US" sz="2000" b="1" dirty="0">
              <a:solidFill>
                <a:prstClr val="white"/>
              </a:solidFill>
              <a:latin typeface="Arial"/>
              <a:ea typeface="Arial Unicode MS"/>
              <a:cs typeface="Arial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A5B59F4-98C8-642A-4EDE-5CE9BFBCF1A6}"/>
              </a:ext>
            </a:extLst>
          </p:cNvPr>
          <p:cNvSpPr txBox="1"/>
          <p:nvPr/>
        </p:nvSpPr>
        <p:spPr>
          <a:xfrm>
            <a:off x="7208552" y="4556143"/>
            <a:ext cx="56680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  <a:latin typeface="Arial"/>
                <a:ea typeface="Arial Unicode MS"/>
                <a:cs typeface="Arial" pitchFamily="34" charset="0"/>
              </a:rPr>
              <a:t>04</a:t>
            </a:r>
            <a:endParaRPr lang="ko-KR" altLang="en-US" sz="2000" b="1" dirty="0">
              <a:solidFill>
                <a:prstClr val="white"/>
              </a:solidFill>
              <a:latin typeface="Arial"/>
              <a:ea typeface="Arial Unicode MS"/>
              <a:cs typeface="Arial" pitchFamily="34" charset="0"/>
            </a:endParaRPr>
          </a:p>
        </p:txBody>
      </p:sp>
      <p:sp>
        <p:nvSpPr>
          <p:cNvPr id="77" name="Rectangle 16">
            <a:extLst>
              <a:ext uri="{FF2B5EF4-FFF2-40B4-BE49-F238E27FC236}">
                <a16:creationId xmlns:a16="http://schemas.microsoft.com/office/drawing/2014/main" id="{AA97CF6D-00B1-621F-DEC7-F726AC7291F3}"/>
              </a:ext>
            </a:extLst>
          </p:cNvPr>
          <p:cNvSpPr/>
          <p:nvPr/>
        </p:nvSpPr>
        <p:spPr>
          <a:xfrm rot="2700000">
            <a:off x="2914713" y="2039932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rgbClr val="F8931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78" name="Rectangle 9">
            <a:extLst>
              <a:ext uri="{FF2B5EF4-FFF2-40B4-BE49-F238E27FC236}">
                <a16:creationId xmlns:a16="http://schemas.microsoft.com/office/drawing/2014/main" id="{C38F3AF2-20CD-2749-CD8E-7844625FFE46}"/>
              </a:ext>
            </a:extLst>
          </p:cNvPr>
          <p:cNvSpPr/>
          <p:nvPr/>
        </p:nvSpPr>
        <p:spPr>
          <a:xfrm>
            <a:off x="1326660" y="2105413"/>
            <a:ext cx="329463" cy="308407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rgbClr val="FFCA0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79" name="Oval 21">
            <a:extLst>
              <a:ext uri="{FF2B5EF4-FFF2-40B4-BE49-F238E27FC236}">
                <a16:creationId xmlns:a16="http://schemas.microsoft.com/office/drawing/2014/main" id="{6ADFF133-109B-3956-B995-137B59A34BA7}"/>
              </a:ext>
            </a:extLst>
          </p:cNvPr>
          <p:cNvSpPr>
            <a:spLocks noChangeAspect="1"/>
          </p:cNvSpPr>
          <p:nvPr/>
        </p:nvSpPr>
        <p:spPr>
          <a:xfrm>
            <a:off x="4367168" y="2090935"/>
            <a:ext cx="354676" cy="357638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rgbClr val="EC701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80" name="Block Arc 10">
            <a:extLst>
              <a:ext uri="{FF2B5EF4-FFF2-40B4-BE49-F238E27FC236}">
                <a16:creationId xmlns:a16="http://schemas.microsoft.com/office/drawing/2014/main" id="{466DC098-13B2-F2F7-6E43-D745A0C053BA}"/>
              </a:ext>
            </a:extLst>
          </p:cNvPr>
          <p:cNvSpPr/>
          <p:nvPr/>
        </p:nvSpPr>
        <p:spPr>
          <a:xfrm>
            <a:off x="5873842" y="2130701"/>
            <a:ext cx="435826" cy="295205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rgbClr val="E6482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9033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ardrop 3">
            <a:extLst>
              <a:ext uri="{FF2B5EF4-FFF2-40B4-BE49-F238E27FC236}">
                <a16:creationId xmlns:a16="http://schemas.microsoft.com/office/drawing/2014/main" id="{A9F35A44-1E5C-980C-EE6A-77980E1FDD99}"/>
              </a:ext>
            </a:extLst>
          </p:cNvPr>
          <p:cNvSpPr/>
          <p:nvPr/>
        </p:nvSpPr>
        <p:spPr>
          <a:xfrm rot="8100000">
            <a:off x="5075250" y="2528016"/>
            <a:ext cx="1960821" cy="1960821"/>
          </a:xfrm>
          <a:prstGeom prst="teardrop">
            <a:avLst/>
          </a:prstGeom>
          <a:gradFill flip="none" rotWithShape="1">
            <a:gsLst>
              <a:gs pos="0">
                <a:sysClr val="window" lastClr="FFFFFF">
                  <a:lumMod val="87000"/>
                </a:sysClr>
              </a:gs>
              <a:gs pos="100000">
                <a:sysClr val="window" lastClr="FFFFFF"/>
              </a:gs>
            </a:gsLst>
            <a:lin ang="0" scaled="1"/>
            <a:tileRect/>
          </a:gradFill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5" name="Block Arc 14">
            <a:extLst>
              <a:ext uri="{FF2B5EF4-FFF2-40B4-BE49-F238E27FC236}">
                <a16:creationId xmlns:a16="http://schemas.microsoft.com/office/drawing/2014/main" id="{A7E9A5B3-64F7-DFF5-F4CA-07C136CD34F2}"/>
              </a:ext>
            </a:extLst>
          </p:cNvPr>
          <p:cNvSpPr/>
          <p:nvPr/>
        </p:nvSpPr>
        <p:spPr>
          <a:xfrm rot="10800000" flipH="1">
            <a:off x="4039438" y="3508425"/>
            <a:ext cx="2577233" cy="1994890"/>
          </a:xfrm>
          <a:custGeom>
            <a:avLst/>
            <a:gdLst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520486 w 2544314"/>
              <a:gd name="connsiteY3" fmla="*/ 63579 h 2013962"/>
              <a:gd name="connsiteX4" fmla="*/ 1483610 w 2544314"/>
              <a:gd name="connsiteY4" fmla="*/ 0 h 2013962"/>
              <a:gd name="connsiteX5" fmla="*/ 2544314 w 2544314"/>
              <a:gd name="connsiteY5" fmla="*/ 0 h 2013962"/>
              <a:gd name="connsiteX6" fmla="*/ 2036902 w 2544314"/>
              <a:gd name="connsiteY6" fmla="*/ 874849 h 2013962"/>
              <a:gd name="connsiteX7" fmla="*/ 1375575 w 2544314"/>
              <a:gd name="connsiteY7" fmla="*/ 1362590 h 2013962"/>
              <a:gd name="connsiteX8" fmla="*/ 1101918 w 2544314"/>
              <a:gd name="connsiteY8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520486 w 2544314"/>
              <a:gd name="connsiteY3" fmla="*/ 63579 h 2013962"/>
              <a:gd name="connsiteX4" fmla="*/ 1483610 w 2544314"/>
              <a:gd name="connsiteY4" fmla="*/ 0 h 2013962"/>
              <a:gd name="connsiteX5" fmla="*/ 2544314 w 2544314"/>
              <a:gd name="connsiteY5" fmla="*/ 0 h 2013962"/>
              <a:gd name="connsiteX6" fmla="*/ 1989277 w 2544314"/>
              <a:gd name="connsiteY6" fmla="*/ 760549 h 2013962"/>
              <a:gd name="connsiteX7" fmla="*/ 1375575 w 2544314"/>
              <a:gd name="connsiteY7" fmla="*/ 1362590 h 2013962"/>
              <a:gd name="connsiteX8" fmla="*/ 1101918 w 2544314"/>
              <a:gd name="connsiteY8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520486 w 2544314"/>
              <a:gd name="connsiteY3" fmla="*/ 63579 h 2013962"/>
              <a:gd name="connsiteX4" fmla="*/ 1483610 w 2544314"/>
              <a:gd name="connsiteY4" fmla="*/ 0 h 2013962"/>
              <a:gd name="connsiteX5" fmla="*/ 2544314 w 2544314"/>
              <a:gd name="connsiteY5" fmla="*/ 0 h 2013962"/>
              <a:gd name="connsiteX6" fmla="*/ 1989277 w 2544314"/>
              <a:gd name="connsiteY6" fmla="*/ 760549 h 2013962"/>
              <a:gd name="connsiteX7" fmla="*/ 1375575 w 2544314"/>
              <a:gd name="connsiteY7" fmla="*/ 1362590 h 2013962"/>
              <a:gd name="connsiteX8" fmla="*/ 1101918 w 2544314"/>
              <a:gd name="connsiteY8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520486 w 2544314"/>
              <a:gd name="connsiteY3" fmla="*/ 63579 h 2013962"/>
              <a:gd name="connsiteX4" fmla="*/ 1483610 w 2544314"/>
              <a:gd name="connsiteY4" fmla="*/ 0 h 2013962"/>
              <a:gd name="connsiteX5" fmla="*/ 2544314 w 2544314"/>
              <a:gd name="connsiteY5" fmla="*/ 0 h 2013962"/>
              <a:gd name="connsiteX6" fmla="*/ 1989277 w 2544314"/>
              <a:gd name="connsiteY6" fmla="*/ 760549 h 2013962"/>
              <a:gd name="connsiteX7" fmla="*/ 1375575 w 2544314"/>
              <a:gd name="connsiteY7" fmla="*/ 1362590 h 2013962"/>
              <a:gd name="connsiteX8" fmla="*/ 1101918 w 2544314"/>
              <a:gd name="connsiteY8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520486 w 2544314"/>
              <a:gd name="connsiteY3" fmla="*/ 63579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482386 w 2544314"/>
              <a:gd name="connsiteY3" fmla="*/ 25479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482386 w 2544314"/>
              <a:gd name="connsiteY3" fmla="*/ 25479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482386 w 2544314"/>
              <a:gd name="connsiteY3" fmla="*/ 25479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482386 w 2544314"/>
              <a:gd name="connsiteY3" fmla="*/ 25479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482386 w 2544314"/>
              <a:gd name="connsiteY3" fmla="*/ 25479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482386 w 2544314"/>
              <a:gd name="connsiteY3" fmla="*/ 25479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139486 w 2544314"/>
              <a:gd name="connsiteY3" fmla="*/ 63579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091861 w 2544314"/>
              <a:gd name="connsiteY3" fmla="*/ 35004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091861 w 2544314"/>
              <a:gd name="connsiteY3" fmla="*/ 35004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091861 w 2544314"/>
              <a:gd name="connsiteY3" fmla="*/ 35004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091861 w 2544314"/>
              <a:gd name="connsiteY3" fmla="*/ 35004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091861 w 2544314"/>
              <a:gd name="connsiteY3" fmla="*/ 35004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091861 w 2544314"/>
              <a:gd name="connsiteY3" fmla="*/ 35004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11188 w 2553584"/>
              <a:gd name="connsiteY0" fmla="*/ 2013962 h 2013962"/>
              <a:gd name="connsiteX1" fmla="*/ 9270 w 2553584"/>
              <a:gd name="connsiteY1" fmla="*/ 2013962 h 2013962"/>
              <a:gd name="connsiteX2" fmla="*/ 613555 w 2553584"/>
              <a:gd name="connsiteY2" fmla="*/ 575611 h 2013962"/>
              <a:gd name="connsiteX3" fmla="*/ 1101131 w 2553584"/>
              <a:gd name="connsiteY3" fmla="*/ 35004 h 2013962"/>
              <a:gd name="connsiteX4" fmla="*/ 2553584 w 2553584"/>
              <a:gd name="connsiteY4" fmla="*/ 0 h 2013962"/>
              <a:gd name="connsiteX5" fmla="*/ 1998547 w 2553584"/>
              <a:gd name="connsiteY5" fmla="*/ 760549 h 2013962"/>
              <a:gd name="connsiteX6" fmla="*/ 1384845 w 2553584"/>
              <a:gd name="connsiteY6" fmla="*/ 1362590 h 2013962"/>
              <a:gd name="connsiteX7" fmla="*/ 1111188 w 2553584"/>
              <a:gd name="connsiteY7" fmla="*/ 2013962 h 2013962"/>
              <a:gd name="connsiteX0" fmla="*/ 1112586 w 2554982"/>
              <a:gd name="connsiteY0" fmla="*/ 2013962 h 2013962"/>
              <a:gd name="connsiteX1" fmla="*/ 10668 w 2554982"/>
              <a:gd name="connsiteY1" fmla="*/ 2013962 h 2013962"/>
              <a:gd name="connsiteX2" fmla="*/ 614953 w 2554982"/>
              <a:gd name="connsiteY2" fmla="*/ 575611 h 2013962"/>
              <a:gd name="connsiteX3" fmla="*/ 1102529 w 2554982"/>
              <a:gd name="connsiteY3" fmla="*/ 35004 h 2013962"/>
              <a:gd name="connsiteX4" fmla="*/ 2554982 w 2554982"/>
              <a:gd name="connsiteY4" fmla="*/ 0 h 2013962"/>
              <a:gd name="connsiteX5" fmla="*/ 1999945 w 2554982"/>
              <a:gd name="connsiteY5" fmla="*/ 760549 h 2013962"/>
              <a:gd name="connsiteX6" fmla="*/ 1386243 w 2554982"/>
              <a:gd name="connsiteY6" fmla="*/ 1362590 h 2013962"/>
              <a:gd name="connsiteX7" fmla="*/ 1112586 w 2554982"/>
              <a:gd name="connsiteY7" fmla="*/ 2013962 h 2013962"/>
              <a:gd name="connsiteX0" fmla="*/ 1113358 w 2555754"/>
              <a:gd name="connsiteY0" fmla="*/ 2013962 h 2013962"/>
              <a:gd name="connsiteX1" fmla="*/ 11440 w 2555754"/>
              <a:gd name="connsiteY1" fmla="*/ 2013962 h 2013962"/>
              <a:gd name="connsiteX2" fmla="*/ 615725 w 2555754"/>
              <a:gd name="connsiteY2" fmla="*/ 575611 h 2013962"/>
              <a:gd name="connsiteX3" fmla="*/ 1103301 w 2555754"/>
              <a:gd name="connsiteY3" fmla="*/ 35004 h 2013962"/>
              <a:gd name="connsiteX4" fmla="*/ 2555754 w 2555754"/>
              <a:gd name="connsiteY4" fmla="*/ 0 h 2013962"/>
              <a:gd name="connsiteX5" fmla="*/ 2000717 w 2555754"/>
              <a:gd name="connsiteY5" fmla="*/ 760549 h 2013962"/>
              <a:gd name="connsiteX6" fmla="*/ 1387015 w 2555754"/>
              <a:gd name="connsiteY6" fmla="*/ 1362590 h 2013962"/>
              <a:gd name="connsiteX7" fmla="*/ 1113358 w 2555754"/>
              <a:gd name="connsiteY7" fmla="*/ 2013962 h 2013962"/>
              <a:gd name="connsiteX0" fmla="*/ 1120440 w 2562836"/>
              <a:gd name="connsiteY0" fmla="*/ 2013962 h 2013962"/>
              <a:gd name="connsiteX1" fmla="*/ 18522 w 2562836"/>
              <a:gd name="connsiteY1" fmla="*/ 2013962 h 2013962"/>
              <a:gd name="connsiteX2" fmla="*/ 622807 w 2562836"/>
              <a:gd name="connsiteY2" fmla="*/ 575611 h 2013962"/>
              <a:gd name="connsiteX3" fmla="*/ 1110383 w 2562836"/>
              <a:gd name="connsiteY3" fmla="*/ 35004 h 2013962"/>
              <a:gd name="connsiteX4" fmla="*/ 2562836 w 2562836"/>
              <a:gd name="connsiteY4" fmla="*/ 0 h 2013962"/>
              <a:gd name="connsiteX5" fmla="*/ 2007799 w 2562836"/>
              <a:gd name="connsiteY5" fmla="*/ 760549 h 2013962"/>
              <a:gd name="connsiteX6" fmla="*/ 1394097 w 2562836"/>
              <a:gd name="connsiteY6" fmla="*/ 1362590 h 2013962"/>
              <a:gd name="connsiteX7" fmla="*/ 1120440 w 2562836"/>
              <a:gd name="connsiteY7" fmla="*/ 2013962 h 2013962"/>
              <a:gd name="connsiteX0" fmla="*/ 1116147 w 2558543"/>
              <a:gd name="connsiteY0" fmla="*/ 2013962 h 2013962"/>
              <a:gd name="connsiteX1" fmla="*/ 14229 w 2558543"/>
              <a:gd name="connsiteY1" fmla="*/ 2013962 h 2013962"/>
              <a:gd name="connsiteX2" fmla="*/ 618514 w 2558543"/>
              <a:gd name="connsiteY2" fmla="*/ 575611 h 2013962"/>
              <a:gd name="connsiteX3" fmla="*/ 1106090 w 2558543"/>
              <a:gd name="connsiteY3" fmla="*/ 35004 h 2013962"/>
              <a:gd name="connsiteX4" fmla="*/ 2558543 w 2558543"/>
              <a:gd name="connsiteY4" fmla="*/ 0 h 2013962"/>
              <a:gd name="connsiteX5" fmla="*/ 2003506 w 2558543"/>
              <a:gd name="connsiteY5" fmla="*/ 760549 h 2013962"/>
              <a:gd name="connsiteX6" fmla="*/ 1389804 w 2558543"/>
              <a:gd name="connsiteY6" fmla="*/ 1362590 h 2013962"/>
              <a:gd name="connsiteX7" fmla="*/ 1116147 w 2558543"/>
              <a:gd name="connsiteY7" fmla="*/ 2013962 h 2013962"/>
              <a:gd name="connsiteX0" fmla="*/ 1116147 w 2558543"/>
              <a:gd name="connsiteY0" fmla="*/ 2013962 h 2013962"/>
              <a:gd name="connsiteX1" fmla="*/ 14229 w 2558543"/>
              <a:gd name="connsiteY1" fmla="*/ 2013962 h 2013962"/>
              <a:gd name="connsiteX2" fmla="*/ 618514 w 2558543"/>
              <a:gd name="connsiteY2" fmla="*/ 575611 h 2013962"/>
              <a:gd name="connsiteX3" fmla="*/ 1106090 w 2558543"/>
              <a:gd name="connsiteY3" fmla="*/ 35004 h 2013962"/>
              <a:gd name="connsiteX4" fmla="*/ 2558543 w 2558543"/>
              <a:gd name="connsiteY4" fmla="*/ 0 h 2013962"/>
              <a:gd name="connsiteX5" fmla="*/ 2003506 w 2558543"/>
              <a:gd name="connsiteY5" fmla="*/ 760549 h 2013962"/>
              <a:gd name="connsiteX6" fmla="*/ 1389804 w 2558543"/>
              <a:gd name="connsiteY6" fmla="*/ 1362590 h 2013962"/>
              <a:gd name="connsiteX7" fmla="*/ 1116147 w 2558543"/>
              <a:gd name="connsiteY7" fmla="*/ 2013962 h 2013962"/>
              <a:gd name="connsiteX0" fmla="*/ 1115495 w 2557891"/>
              <a:gd name="connsiteY0" fmla="*/ 2013962 h 2013962"/>
              <a:gd name="connsiteX1" fmla="*/ 13577 w 2557891"/>
              <a:gd name="connsiteY1" fmla="*/ 2013962 h 2013962"/>
              <a:gd name="connsiteX2" fmla="*/ 617862 w 2557891"/>
              <a:gd name="connsiteY2" fmla="*/ 575611 h 2013962"/>
              <a:gd name="connsiteX3" fmla="*/ 1105438 w 2557891"/>
              <a:gd name="connsiteY3" fmla="*/ 35004 h 2013962"/>
              <a:gd name="connsiteX4" fmla="*/ 2557891 w 2557891"/>
              <a:gd name="connsiteY4" fmla="*/ 0 h 2013962"/>
              <a:gd name="connsiteX5" fmla="*/ 2002854 w 2557891"/>
              <a:gd name="connsiteY5" fmla="*/ 760549 h 2013962"/>
              <a:gd name="connsiteX6" fmla="*/ 1389152 w 2557891"/>
              <a:gd name="connsiteY6" fmla="*/ 1362590 h 2013962"/>
              <a:gd name="connsiteX7" fmla="*/ 1115495 w 2557891"/>
              <a:gd name="connsiteY7" fmla="*/ 2013962 h 2013962"/>
              <a:gd name="connsiteX0" fmla="*/ 1115495 w 2557891"/>
              <a:gd name="connsiteY0" fmla="*/ 2013962 h 2013962"/>
              <a:gd name="connsiteX1" fmla="*/ 13577 w 2557891"/>
              <a:gd name="connsiteY1" fmla="*/ 2013962 h 2013962"/>
              <a:gd name="connsiteX2" fmla="*/ 617862 w 2557891"/>
              <a:gd name="connsiteY2" fmla="*/ 575611 h 2013962"/>
              <a:gd name="connsiteX3" fmla="*/ 1105438 w 2557891"/>
              <a:gd name="connsiteY3" fmla="*/ 35004 h 2013962"/>
              <a:gd name="connsiteX4" fmla="*/ 2557891 w 2557891"/>
              <a:gd name="connsiteY4" fmla="*/ 0 h 2013962"/>
              <a:gd name="connsiteX5" fmla="*/ 2002854 w 2557891"/>
              <a:gd name="connsiteY5" fmla="*/ 760549 h 2013962"/>
              <a:gd name="connsiteX6" fmla="*/ 1389152 w 2557891"/>
              <a:gd name="connsiteY6" fmla="*/ 1362590 h 2013962"/>
              <a:gd name="connsiteX7" fmla="*/ 1115495 w 2557891"/>
              <a:gd name="connsiteY7" fmla="*/ 2013962 h 2013962"/>
              <a:gd name="connsiteX0" fmla="*/ 1115495 w 2557891"/>
              <a:gd name="connsiteY0" fmla="*/ 2013962 h 2013962"/>
              <a:gd name="connsiteX1" fmla="*/ 13577 w 2557891"/>
              <a:gd name="connsiteY1" fmla="*/ 2013962 h 2013962"/>
              <a:gd name="connsiteX2" fmla="*/ 617862 w 2557891"/>
              <a:gd name="connsiteY2" fmla="*/ 575611 h 2013962"/>
              <a:gd name="connsiteX3" fmla="*/ 1105438 w 2557891"/>
              <a:gd name="connsiteY3" fmla="*/ 35004 h 2013962"/>
              <a:gd name="connsiteX4" fmla="*/ 2557891 w 2557891"/>
              <a:gd name="connsiteY4" fmla="*/ 0 h 2013962"/>
              <a:gd name="connsiteX5" fmla="*/ 2002854 w 2557891"/>
              <a:gd name="connsiteY5" fmla="*/ 760549 h 2013962"/>
              <a:gd name="connsiteX6" fmla="*/ 1389152 w 2557891"/>
              <a:gd name="connsiteY6" fmla="*/ 1362590 h 2013962"/>
              <a:gd name="connsiteX7" fmla="*/ 1115495 w 2557891"/>
              <a:gd name="connsiteY7" fmla="*/ 2013962 h 2013962"/>
              <a:gd name="connsiteX0" fmla="*/ 1115495 w 2557891"/>
              <a:gd name="connsiteY0" fmla="*/ 2013962 h 2013962"/>
              <a:gd name="connsiteX1" fmla="*/ 13577 w 2557891"/>
              <a:gd name="connsiteY1" fmla="*/ 2013962 h 2013962"/>
              <a:gd name="connsiteX2" fmla="*/ 617862 w 2557891"/>
              <a:gd name="connsiteY2" fmla="*/ 575611 h 2013962"/>
              <a:gd name="connsiteX3" fmla="*/ 1105438 w 2557891"/>
              <a:gd name="connsiteY3" fmla="*/ 35004 h 2013962"/>
              <a:gd name="connsiteX4" fmla="*/ 2557891 w 2557891"/>
              <a:gd name="connsiteY4" fmla="*/ 0 h 2013962"/>
              <a:gd name="connsiteX5" fmla="*/ 2002854 w 2557891"/>
              <a:gd name="connsiteY5" fmla="*/ 760549 h 2013962"/>
              <a:gd name="connsiteX6" fmla="*/ 1389152 w 2557891"/>
              <a:gd name="connsiteY6" fmla="*/ 1362590 h 2013962"/>
              <a:gd name="connsiteX7" fmla="*/ 1115495 w 2557891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091861 w 2544314"/>
              <a:gd name="connsiteY3" fmla="*/ 35004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12891 w 2555287"/>
              <a:gd name="connsiteY0" fmla="*/ 2013962 h 2013962"/>
              <a:gd name="connsiteX1" fmla="*/ 0 w 2555287"/>
              <a:gd name="connsiteY1" fmla="*/ 2006647 h 2013962"/>
              <a:gd name="connsiteX2" fmla="*/ 615258 w 2555287"/>
              <a:gd name="connsiteY2" fmla="*/ 575611 h 2013962"/>
              <a:gd name="connsiteX3" fmla="*/ 1102834 w 2555287"/>
              <a:gd name="connsiteY3" fmla="*/ 35004 h 2013962"/>
              <a:gd name="connsiteX4" fmla="*/ 2555287 w 2555287"/>
              <a:gd name="connsiteY4" fmla="*/ 0 h 2013962"/>
              <a:gd name="connsiteX5" fmla="*/ 2000250 w 2555287"/>
              <a:gd name="connsiteY5" fmla="*/ 760549 h 2013962"/>
              <a:gd name="connsiteX6" fmla="*/ 1386548 w 2555287"/>
              <a:gd name="connsiteY6" fmla="*/ 1362590 h 2013962"/>
              <a:gd name="connsiteX7" fmla="*/ 1112891 w 2555287"/>
              <a:gd name="connsiteY7" fmla="*/ 2013962 h 2013962"/>
              <a:gd name="connsiteX0" fmla="*/ 1112909 w 2555305"/>
              <a:gd name="connsiteY0" fmla="*/ 2013962 h 2013962"/>
              <a:gd name="connsiteX1" fmla="*/ 18 w 2555305"/>
              <a:gd name="connsiteY1" fmla="*/ 2006647 h 2013962"/>
              <a:gd name="connsiteX2" fmla="*/ 615276 w 2555305"/>
              <a:gd name="connsiteY2" fmla="*/ 575611 h 2013962"/>
              <a:gd name="connsiteX3" fmla="*/ 1102852 w 2555305"/>
              <a:gd name="connsiteY3" fmla="*/ 35004 h 2013962"/>
              <a:gd name="connsiteX4" fmla="*/ 2555305 w 2555305"/>
              <a:gd name="connsiteY4" fmla="*/ 0 h 2013962"/>
              <a:gd name="connsiteX5" fmla="*/ 2000268 w 2555305"/>
              <a:gd name="connsiteY5" fmla="*/ 760549 h 2013962"/>
              <a:gd name="connsiteX6" fmla="*/ 1386566 w 2555305"/>
              <a:gd name="connsiteY6" fmla="*/ 1362590 h 2013962"/>
              <a:gd name="connsiteX7" fmla="*/ 1112909 w 2555305"/>
              <a:gd name="connsiteY7" fmla="*/ 2013962 h 2013962"/>
              <a:gd name="connsiteX0" fmla="*/ 1112909 w 2577251"/>
              <a:gd name="connsiteY0" fmla="*/ 1991807 h 1991807"/>
              <a:gd name="connsiteX1" fmla="*/ 18 w 2577251"/>
              <a:gd name="connsiteY1" fmla="*/ 1984492 h 1991807"/>
              <a:gd name="connsiteX2" fmla="*/ 615276 w 2577251"/>
              <a:gd name="connsiteY2" fmla="*/ 553456 h 1991807"/>
              <a:gd name="connsiteX3" fmla="*/ 1102852 w 2577251"/>
              <a:gd name="connsiteY3" fmla="*/ 12849 h 1991807"/>
              <a:gd name="connsiteX4" fmla="*/ 2577251 w 2577251"/>
              <a:gd name="connsiteY4" fmla="*/ 3449 h 1991807"/>
              <a:gd name="connsiteX5" fmla="*/ 2000268 w 2577251"/>
              <a:gd name="connsiteY5" fmla="*/ 738394 h 1991807"/>
              <a:gd name="connsiteX6" fmla="*/ 1386566 w 2577251"/>
              <a:gd name="connsiteY6" fmla="*/ 1340435 h 1991807"/>
              <a:gd name="connsiteX7" fmla="*/ 1112909 w 2577251"/>
              <a:gd name="connsiteY7" fmla="*/ 1991807 h 1991807"/>
              <a:gd name="connsiteX0" fmla="*/ 1112909 w 2577251"/>
              <a:gd name="connsiteY0" fmla="*/ 1991807 h 1995465"/>
              <a:gd name="connsiteX1" fmla="*/ 18 w 2577251"/>
              <a:gd name="connsiteY1" fmla="*/ 1995465 h 1995465"/>
              <a:gd name="connsiteX2" fmla="*/ 615276 w 2577251"/>
              <a:gd name="connsiteY2" fmla="*/ 553456 h 1995465"/>
              <a:gd name="connsiteX3" fmla="*/ 1102852 w 2577251"/>
              <a:gd name="connsiteY3" fmla="*/ 12849 h 1995465"/>
              <a:gd name="connsiteX4" fmla="*/ 2577251 w 2577251"/>
              <a:gd name="connsiteY4" fmla="*/ 3449 h 1995465"/>
              <a:gd name="connsiteX5" fmla="*/ 2000268 w 2577251"/>
              <a:gd name="connsiteY5" fmla="*/ 738394 h 1995465"/>
              <a:gd name="connsiteX6" fmla="*/ 1386566 w 2577251"/>
              <a:gd name="connsiteY6" fmla="*/ 1340435 h 1995465"/>
              <a:gd name="connsiteX7" fmla="*/ 1112909 w 2577251"/>
              <a:gd name="connsiteY7" fmla="*/ 1991807 h 1995465"/>
              <a:gd name="connsiteX0" fmla="*/ 1112913 w 2577255"/>
              <a:gd name="connsiteY0" fmla="*/ 1991807 h 1995465"/>
              <a:gd name="connsiteX1" fmla="*/ 22 w 2577255"/>
              <a:gd name="connsiteY1" fmla="*/ 1995465 h 1995465"/>
              <a:gd name="connsiteX2" fmla="*/ 615280 w 2577255"/>
              <a:gd name="connsiteY2" fmla="*/ 553456 h 1995465"/>
              <a:gd name="connsiteX3" fmla="*/ 1102856 w 2577255"/>
              <a:gd name="connsiteY3" fmla="*/ 12849 h 1995465"/>
              <a:gd name="connsiteX4" fmla="*/ 2577255 w 2577255"/>
              <a:gd name="connsiteY4" fmla="*/ 3449 h 1995465"/>
              <a:gd name="connsiteX5" fmla="*/ 2000272 w 2577255"/>
              <a:gd name="connsiteY5" fmla="*/ 738394 h 1995465"/>
              <a:gd name="connsiteX6" fmla="*/ 1386570 w 2577255"/>
              <a:gd name="connsiteY6" fmla="*/ 1340435 h 1995465"/>
              <a:gd name="connsiteX7" fmla="*/ 1112913 w 2577255"/>
              <a:gd name="connsiteY7" fmla="*/ 1991807 h 1995465"/>
              <a:gd name="connsiteX0" fmla="*/ 1112891 w 2577233"/>
              <a:gd name="connsiteY0" fmla="*/ 1991807 h 1995465"/>
              <a:gd name="connsiteX1" fmla="*/ 0 w 2577233"/>
              <a:gd name="connsiteY1" fmla="*/ 1995465 h 1995465"/>
              <a:gd name="connsiteX2" fmla="*/ 615258 w 2577233"/>
              <a:gd name="connsiteY2" fmla="*/ 553456 h 1995465"/>
              <a:gd name="connsiteX3" fmla="*/ 1102834 w 2577233"/>
              <a:gd name="connsiteY3" fmla="*/ 12849 h 1995465"/>
              <a:gd name="connsiteX4" fmla="*/ 2577233 w 2577233"/>
              <a:gd name="connsiteY4" fmla="*/ 3449 h 1995465"/>
              <a:gd name="connsiteX5" fmla="*/ 2000250 w 2577233"/>
              <a:gd name="connsiteY5" fmla="*/ 738394 h 1995465"/>
              <a:gd name="connsiteX6" fmla="*/ 1386548 w 2577233"/>
              <a:gd name="connsiteY6" fmla="*/ 1340435 h 1995465"/>
              <a:gd name="connsiteX7" fmla="*/ 1112891 w 2577233"/>
              <a:gd name="connsiteY7" fmla="*/ 1991807 h 1995465"/>
              <a:gd name="connsiteX0" fmla="*/ 1112891 w 2577233"/>
              <a:gd name="connsiteY0" fmla="*/ 1991807 h 1995465"/>
              <a:gd name="connsiteX1" fmla="*/ 0 w 2577233"/>
              <a:gd name="connsiteY1" fmla="*/ 1995465 h 1995465"/>
              <a:gd name="connsiteX2" fmla="*/ 615258 w 2577233"/>
              <a:gd name="connsiteY2" fmla="*/ 553456 h 1995465"/>
              <a:gd name="connsiteX3" fmla="*/ 1102834 w 2577233"/>
              <a:gd name="connsiteY3" fmla="*/ 12849 h 1995465"/>
              <a:gd name="connsiteX4" fmla="*/ 2577233 w 2577233"/>
              <a:gd name="connsiteY4" fmla="*/ 3449 h 1995465"/>
              <a:gd name="connsiteX5" fmla="*/ 2000250 w 2577233"/>
              <a:gd name="connsiteY5" fmla="*/ 738394 h 1995465"/>
              <a:gd name="connsiteX6" fmla="*/ 1386548 w 2577233"/>
              <a:gd name="connsiteY6" fmla="*/ 1340435 h 1995465"/>
              <a:gd name="connsiteX7" fmla="*/ 1112891 w 2577233"/>
              <a:gd name="connsiteY7" fmla="*/ 1991807 h 1995465"/>
              <a:gd name="connsiteX0" fmla="*/ 1112891 w 2577233"/>
              <a:gd name="connsiteY0" fmla="*/ 1991807 h 1995465"/>
              <a:gd name="connsiteX1" fmla="*/ 0 w 2577233"/>
              <a:gd name="connsiteY1" fmla="*/ 1995465 h 1995465"/>
              <a:gd name="connsiteX2" fmla="*/ 615258 w 2577233"/>
              <a:gd name="connsiteY2" fmla="*/ 553456 h 1995465"/>
              <a:gd name="connsiteX3" fmla="*/ 1102834 w 2577233"/>
              <a:gd name="connsiteY3" fmla="*/ 12849 h 1995465"/>
              <a:gd name="connsiteX4" fmla="*/ 2577233 w 2577233"/>
              <a:gd name="connsiteY4" fmla="*/ 3449 h 1995465"/>
              <a:gd name="connsiteX5" fmla="*/ 2000250 w 2577233"/>
              <a:gd name="connsiteY5" fmla="*/ 738394 h 1995465"/>
              <a:gd name="connsiteX6" fmla="*/ 1386548 w 2577233"/>
              <a:gd name="connsiteY6" fmla="*/ 1340435 h 1995465"/>
              <a:gd name="connsiteX7" fmla="*/ 1112891 w 2577233"/>
              <a:gd name="connsiteY7" fmla="*/ 1991807 h 1995465"/>
              <a:gd name="connsiteX0" fmla="*/ 1112891 w 2577233"/>
              <a:gd name="connsiteY0" fmla="*/ 1991807 h 1995465"/>
              <a:gd name="connsiteX1" fmla="*/ 0 w 2577233"/>
              <a:gd name="connsiteY1" fmla="*/ 1995465 h 1995465"/>
              <a:gd name="connsiteX2" fmla="*/ 615258 w 2577233"/>
              <a:gd name="connsiteY2" fmla="*/ 553456 h 1995465"/>
              <a:gd name="connsiteX3" fmla="*/ 1102834 w 2577233"/>
              <a:gd name="connsiteY3" fmla="*/ 12849 h 1995465"/>
              <a:gd name="connsiteX4" fmla="*/ 2577233 w 2577233"/>
              <a:gd name="connsiteY4" fmla="*/ 3449 h 1995465"/>
              <a:gd name="connsiteX5" fmla="*/ 2000250 w 2577233"/>
              <a:gd name="connsiteY5" fmla="*/ 738394 h 1995465"/>
              <a:gd name="connsiteX6" fmla="*/ 1386548 w 2577233"/>
              <a:gd name="connsiteY6" fmla="*/ 1340435 h 1995465"/>
              <a:gd name="connsiteX7" fmla="*/ 1112891 w 2577233"/>
              <a:gd name="connsiteY7" fmla="*/ 1991807 h 1995465"/>
              <a:gd name="connsiteX0" fmla="*/ 1112891 w 2577233"/>
              <a:gd name="connsiteY0" fmla="*/ 1991807 h 1995465"/>
              <a:gd name="connsiteX1" fmla="*/ 0 w 2577233"/>
              <a:gd name="connsiteY1" fmla="*/ 1995465 h 1995465"/>
              <a:gd name="connsiteX2" fmla="*/ 615258 w 2577233"/>
              <a:gd name="connsiteY2" fmla="*/ 553456 h 1995465"/>
              <a:gd name="connsiteX3" fmla="*/ 1102834 w 2577233"/>
              <a:gd name="connsiteY3" fmla="*/ 12849 h 1995465"/>
              <a:gd name="connsiteX4" fmla="*/ 2577233 w 2577233"/>
              <a:gd name="connsiteY4" fmla="*/ 3449 h 1995465"/>
              <a:gd name="connsiteX5" fmla="*/ 2000250 w 2577233"/>
              <a:gd name="connsiteY5" fmla="*/ 738394 h 1995465"/>
              <a:gd name="connsiteX6" fmla="*/ 1386548 w 2577233"/>
              <a:gd name="connsiteY6" fmla="*/ 1340435 h 1995465"/>
              <a:gd name="connsiteX7" fmla="*/ 1112891 w 2577233"/>
              <a:gd name="connsiteY7" fmla="*/ 1991807 h 1995465"/>
              <a:gd name="connsiteX0" fmla="*/ 1112891 w 2577233"/>
              <a:gd name="connsiteY0" fmla="*/ 1991807 h 1995465"/>
              <a:gd name="connsiteX1" fmla="*/ 0 w 2577233"/>
              <a:gd name="connsiteY1" fmla="*/ 1995465 h 1995465"/>
              <a:gd name="connsiteX2" fmla="*/ 615258 w 2577233"/>
              <a:gd name="connsiteY2" fmla="*/ 553456 h 1995465"/>
              <a:gd name="connsiteX3" fmla="*/ 1421811 w 2577233"/>
              <a:gd name="connsiteY3" fmla="*/ 12849 h 1995465"/>
              <a:gd name="connsiteX4" fmla="*/ 2577233 w 2577233"/>
              <a:gd name="connsiteY4" fmla="*/ 3449 h 1995465"/>
              <a:gd name="connsiteX5" fmla="*/ 2000250 w 2577233"/>
              <a:gd name="connsiteY5" fmla="*/ 738394 h 1995465"/>
              <a:gd name="connsiteX6" fmla="*/ 1386548 w 2577233"/>
              <a:gd name="connsiteY6" fmla="*/ 1340435 h 1995465"/>
              <a:gd name="connsiteX7" fmla="*/ 1112891 w 2577233"/>
              <a:gd name="connsiteY7" fmla="*/ 1991807 h 1995465"/>
              <a:gd name="connsiteX0" fmla="*/ 1112891 w 2577233"/>
              <a:gd name="connsiteY0" fmla="*/ 1991807 h 1995465"/>
              <a:gd name="connsiteX1" fmla="*/ 0 w 2577233"/>
              <a:gd name="connsiteY1" fmla="*/ 1995465 h 1995465"/>
              <a:gd name="connsiteX2" fmla="*/ 615258 w 2577233"/>
              <a:gd name="connsiteY2" fmla="*/ 553456 h 1995465"/>
              <a:gd name="connsiteX3" fmla="*/ 1421811 w 2577233"/>
              <a:gd name="connsiteY3" fmla="*/ 12849 h 1995465"/>
              <a:gd name="connsiteX4" fmla="*/ 2577233 w 2577233"/>
              <a:gd name="connsiteY4" fmla="*/ 3449 h 1995465"/>
              <a:gd name="connsiteX5" fmla="*/ 2000250 w 2577233"/>
              <a:gd name="connsiteY5" fmla="*/ 738394 h 1995465"/>
              <a:gd name="connsiteX6" fmla="*/ 1386548 w 2577233"/>
              <a:gd name="connsiteY6" fmla="*/ 1340435 h 1995465"/>
              <a:gd name="connsiteX7" fmla="*/ 1112891 w 2577233"/>
              <a:gd name="connsiteY7" fmla="*/ 1991807 h 1995465"/>
              <a:gd name="connsiteX0" fmla="*/ 1112891 w 2577233"/>
              <a:gd name="connsiteY0" fmla="*/ 1991807 h 1995465"/>
              <a:gd name="connsiteX1" fmla="*/ 0 w 2577233"/>
              <a:gd name="connsiteY1" fmla="*/ 1995465 h 1995465"/>
              <a:gd name="connsiteX2" fmla="*/ 615258 w 2577233"/>
              <a:gd name="connsiteY2" fmla="*/ 553456 h 1995465"/>
              <a:gd name="connsiteX3" fmla="*/ 1464341 w 2577233"/>
              <a:gd name="connsiteY3" fmla="*/ 12849 h 1995465"/>
              <a:gd name="connsiteX4" fmla="*/ 2577233 w 2577233"/>
              <a:gd name="connsiteY4" fmla="*/ 3449 h 1995465"/>
              <a:gd name="connsiteX5" fmla="*/ 2000250 w 2577233"/>
              <a:gd name="connsiteY5" fmla="*/ 738394 h 1995465"/>
              <a:gd name="connsiteX6" fmla="*/ 1386548 w 2577233"/>
              <a:gd name="connsiteY6" fmla="*/ 1340435 h 1995465"/>
              <a:gd name="connsiteX7" fmla="*/ 1112891 w 2577233"/>
              <a:gd name="connsiteY7" fmla="*/ 1991807 h 1995465"/>
              <a:gd name="connsiteX0" fmla="*/ 1112891 w 2577233"/>
              <a:gd name="connsiteY0" fmla="*/ 2001249 h 2004907"/>
              <a:gd name="connsiteX1" fmla="*/ 0 w 2577233"/>
              <a:gd name="connsiteY1" fmla="*/ 2004907 h 2004907"/>
              <a:gd name="connsiteX2" fmla="*/ 615258 w 2577233"/>
              <a:gd name="connsiteY2" fmla="*/ 562898 h 2004907"/>
              <a:gd name="connsiteX3" fmla="*/ 1464341 w 2577233"/>
              <a:gd name="connsiteY3" fmla="*/ 10017 h 2004907"/>
              <a:gd name="connsiteX4" fmla="*/ 2577233 w 2577233"/>
              <a:gd name="connsiteY4" fmla="*/ 12891 h 2004907"/>
              <a:gd name="connsiteX5" fmla="*/ 2000250 w 2577233"/>
              <a:gd name="connsiteY5" fmla="*/ 747836 h 2004907"/>
              <a:gd name="connsiteX6" fmla="*/ 1386548 w 2577233"/>
              <a:gd name="connsiteY6" fmla="*/ 1349877 h 2004907"/>
              <a:gd name="connsiteX7" fmla="*/ 1112891 w 2577233"/>
              <a:gd name="connsiteY7" fmla="*/ 2001249 h 2004907"/>
              <a:gd name="connsiteX0" fmla="*/ 1112891 w 2577233"/>
              <a:gd name="connsiteY0" fmla="*/ 2001249 h 2004907"/>
              <a:gd name="connsiteX1" fmla="*/ 0 w 2577233"/>
              <a:gd name="connsiteY1" fmla="*/ 2004907 h 2004907"/>
              <a:gd name="connsiteX2" fmla="*/ 615258 w 2577233"/>
              <a:gd name="connsiteY2" fmla="*/ 562898 h 2004907"/>
              <a:gd name="connsiteX3" fmla="*/ 1464341 w 2577233"/>
              <a:gd name="connsiteY3" fmla="*/ 10017 h 2004907"/>
              <a:gd name="connsiteX4" fmla="*/ 2577233 w 2577233"/>
              <a:gd name="connsiteY4" fmla="*/ 12891 h 2004907"/>
              <a:gd name="connsiteX5" fmla="*/ 2000250 w 2577233"/>
              <a:gd name="connsiteY5" fmla="*/ 747836 h 2004907"/>
              <a:gd name="connsiteX6" fmla="*/ 1386548 w 2577233"/>
              <a:gd name="connsiteY6" fmla="*/ 1349877 h 2004907"/>
              <a:gd name="connsiteX7" fmla="*/ 1112891 w 2577233"/>
              <a:gd name="connsiteY7" fmla="*/ 2001249 h 2004907"/>
              <a:gd name="connsiteX0" fmla="*/ 1112891 w 2577233"/>
              <a:gd name="connsiteY0" fmla="*/ 1991232 h 1994890"/>
              <a:gd name="connsiteX1" fmla="*/ 0 w 2577233"/>
              <a:gd name="connsiteY1" fmla="*/ 1994890 h 1994890"/>
              <a:gd name="connsiteX2" fmla="*/ 615258 w 2577233"/>
              <a:gd name="connsiteY2" fmla="*/ 552881 h 1994890"/>
              <a:gd name="connsiteX3" fmla="*/ 1464341 w 2577233"/>
              <a:gd name="connsiteY3" fmla="*/ 0 h 1994890"/>
              <a:gd name="connsiteX4" fmla="*/ 2577233 w 2577233"/>
              <a:gd name="connsiteY4" fmla="*/ 2874 h 1994890"/>
              <a:gd name="connsiteX5" fmla="*/ 2000250 w 2577233"/>
              <a:gd name="connsiteY5" fmla="*/ 737819 h 1994890"/>
              <a:gd name="connsiteX6" fmla="*/ 1386548 w 2577233"/>
              <a:gd name="connsiteY6" fmla="*/ 1339860 h 1994890"/>
              <a:gd name="connsiteX7" fmla="*/ 1112891 w 2577233"/>
              <a:gd name="connsiteY7" fmla="*/ 1991232 h 1994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77233" h="1994890">
                <a:moveTo>
                  <a:pt x="1112891" y="1991232"/>
                </a:moveTo>
                <a:lnTo>
                  <a:pt x="0" y="1994890"/>
                </a:lnTo>
                <a:cubicBezTo>
                  <a:pt x="45077" y="1462557"/>
                  <a:pt x="214969" y="958493"/>
                  <a:pt x="615258" y="552881"/>
                </a:cubicBezTo>
                <a:cubicBezTo>
                  <a:pt x="882960" y="261155"/>
                  <a:pt x="1265715" y="83579"/>
                  <a:pt x="1464341" y="0"/>
                </a:cubicBezTo>
                <a:cubicBezTo>
                  <a:pt x="1982032" y="6210"/>
                  <a:pt x="2147057" y="11367"/>
                  <a:pt x="2577233" y="2874"/>
                </a:cubicBezTo>
                <a:cubicBezTo>
                  <a:pt x="2382696" y="332590"/>
                  <a:pt x="2243097" y="495276"/>
                  <a:pt x="2000250" y="737819"/>
                </a:cubicBezTo>
                <a:cubicBezTo>
                  <a:pt x="1779857" y="957602"/>
                  <a:pt x="1563016" y="1130958"/>
                  <a:pt x="1386548" y="1339860"/>
                </a:cubicBezTo>
                <a:cubicBezTo>
                  <a:pt x="1210080" y="1548762"/>
                  <a:pt x="1112891" y="1746160"/>
                  <a:pt x="1112891" y="1991232"/>
                </a:cubicBezTo>
                <a:close/>
              </a:path>
            </a:pathLst>
          </a:custGeom>
          <a:solidFill>
            <a:srgbClr val="FFCA0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B1BB45F3-1DD8-325A-9595-E5CE7E44598D}"/>
              </a:ext>
            </a:extLst>
          </p:cNvPr>
          <p:cNvSpPr/>
          <p:nvPr/>
        </p:nvSpPr>
        <p:spPr>
          <a:xfrm flipH="1">
            <a:off x="4751033" y="3528009"/>
            <a:ext cx="1879307" cy="2002162"/>
          </a:xfrm>
          <a:custGeom>
            <a:avLst/>
            <a:gdLst>
              <a:gd name="connsiteX0" fmla="*/ 1434487 w 1859394"/>
              <a:gd name="connsiteY0" fmla="*/ 0 h 2002162"/>
              <a:gd name="connsiteX1" fmla="*/ 1859394 w 1859394"/>
              <a:gd name="connsiteY1" fmla="*/ 3399 h 2002162"/>
              <a:gd name="connsiteX2" fmla="*/ 462299 w 1859394"/>
              <a:gd name="connsiteY2" fmla="*/ 2002162 h 2002162"/>
              <a:gd name="connsiteX3" fmla="*/ 0 w 1859394"/>
              <a:gd name="connsiteY3" fmla="*/ 2002162 h 2002162"/>
              <a:gd name="connsiteX4" fmla="*/ 1434487 w 1859394"/>
              <a:gd name="connsiteY4" fmla="*/ 0 h 2002162"/>
              <a:gd name="connsiteX0" fmla="*/ 1434487 w 1859394"/>
              <a:gd name="connsiteY0" fmla="*/ 0 h 2002162"/>
              <a:gd name="connsiteX1" fmla="*/ 1859394 w 1859394"/>
              <a:gd name="connsiteY1" fmla="*/ 3399 h 2002162"/>
              <a:gd name="connsiteX2" fmla="*/ 462299 w 1859394"/>
              <a:gd name="connsiteY2" fmla="*/ 2002162 h 2002162"/>
              <a:gd name="connsiteX3" fmla="*/ 0 w 1859394"/>
              <a:gd name="connsiteY3" fmla="*/ 2002162 h 2002162"/>
              <a:gd name="connsiteX4" fmla="*/ 1434487 w 1859394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82178 w 1879273"/>
              <a:gd name="connsiteY2" fmla="*/ 2002162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82178 w 1879273"/>
              <a:gd name="connsiteY2" fmla="*/ 2002162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82178 w 1879273"/>
              <a:gd name="connsiteY2" fmla="*/ 2002162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82178 w 1879273"/>
              <a:gd name="connsiteY2" fmla="*/ 2002162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82178 w 1879273"/>
              <a:gd name="connsiteY2" fmla="*/ 2002162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82178 w 1879273"/>
              <a:gd name="connsiteY2" fmla="*/ 2002162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82178 w 1879273"/>
              <a:gd name="connsiteY2" fmla="*/ 2002162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82178 w 1879273"/>
              <a:gd name="connsiteY2" fmla="*/ 2002162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82178 w 1879273"/>
              <a:gd name="connsiteY2" fmla="*/ 2002162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82178 w 1879273"/>
              <a:gd name="connsiteY2" fmla="*/ 2002162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82178 w 1879273"/>
              <a:gd name="connsiteY2" fmla="*/ 2002162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82178 w 1879273"/>
              <a:gd name="connsiteY2" fmla="*/ 2002162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63890 w 1879273"/>
              <a:gd name="connsiteY2" fmla="*/ 1998505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63890 w 1879273"/>
              <a:gd name="connsiteY2" fmla="*/ 1998505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63890 w 1879273"/>
              <a:gd name="connsiteY2" fmla="*/ 1998505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63890 w 1879273"/>
              <a:gd name="connsiteY2" fmla="*/ 1998505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63890 w 1879273"/>
              <a:gd name="connsiteY2" fmla="*/ 1998505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63890 w 1879273"/>
              <a:gd name="connsiteY2" fmla="*/ 1998505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63890 w 1879273"/>
              <a:gd name="connsiteY2" fmla="*/ 1998505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63890 w 1879273"/>
              <a:gd name="connsiteY2" fmla="*/ 1998505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303"/>
              <a:gd name="connsiteY0" fmla="*/ 0 h 2002162"/>
              <a:gd name="connsiteX1" fmla="*/ 1879273 w 1879303"/>
              <a:gd name="connsiteY1" fmla="*/ 3399 h 2002162"/>
              <a:gd name="connsiteX2" fmla="*/ 463890 w 1879303"/>
              <a:gd name="connsiteY2" fmla="*/ 1998505 h 2002162"/>
              <a:gd name="connsiteX3" fmla="*/ 0 w 1879303"/>
              <a:gd name="connsiteY3" fmla="*/ 2002162 h 2002162"/>
              <a:gd name="connsiteX4" fmla="*/ 1454366 w 1879303"/>
              <a:gd name="connsiteY4" fmla="*/ 0 h 2002162"/>
              <a:gd name="connsiteX0" fmla="*/ 1454366 w 1879307"/>
              <a:gd name="connsiteY0" fmla="*/ 0 h 2002162"/>
              <a:gd name="connsiteX1" fmla="*/ 1879273 w 1879307"/>
              <a:gd name="connsiteY1" fmla="*/ 3399 h 2002162"/>
              <a:gd name="connsiteX2" fmla="*/ 463890 w 1879307"/>
              <a:gd name="connsiteY2" fmla="*/ 1998505 h 2002162"/>
              <a:gd name="connsiteX3" fmla="*/ 0 w 1879307"/>
              <a:gd name="connsiteY3" fmla="*/ 2002162 h 2002162"/>
              <a:gd name="connsiteX4" fmla="*/ 1454366 w 1879307"/>
              <a:gd name="connsiteY4" fmla="*/ 0 h 2002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9307" h="2002162">
                <a:moveTo>
                  <a:pt x="1454366" y="0"/>
                </a:moveTo>
                <a:lnTo>
                  <a:pt x="1879273" y="3399"/>
                </a:lnTo>
                <a:cubicBezTo>
                  <a:pt x="1885406" y="881793"/>
                  <a:pt x="1061262" y="984778"/>
                  <a:pt x="463890" y="1998505"/>
                </a:cubicBezTo>
                <a:lnTo>
                  <a:pt x="0" y="2002162"/>
                </a:lnTo>
                <a:cubicBezTo>
                  <a:pt x="577713" y="951204"/>
                  <a:pt x="1420682" y="821165"/>
                  <a:pt x="1454366" y="0"/>
                </a:cubicBezTo>
                <a:close/>
              </a:path>
            </a:pathLst>
          </a:custGeom>
          <a:solidFill>
            <a:sysClr val="window" lastClr="FFFFFF">
              <a:lumMod val="85000"/>
              <a:alpha val="5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7" name="Block Arc 6">
            <a:extLst>
              <a:ext uri="{FF2B5EF4-FFF2-40B4-BE49-F238E27FC236}">
                <a16:creationId xmlns:a16="http://schemas.microsoft.com/office/drawing/2014/main" id="{365AA07D-CCB1-0836-051F-F5B5B1C05EEC}"/>
              </a:ext>
            </a:extLst>
          </p:cNvPr>
          <p:cNvSpPr/>
          <p:nvPr/>
        </p:nvSpPr>
        <p:spPr>
          <a:xfrm>
            <a:off x="4042839" y="1511774"/>
            <a:ext cx="4027923" cy="4027923"/>
          </a:xfrm>
          <a:prstGeom prst="blockArc">
            <a:avLst>
              <a:gd name="adj1" fmla="val 10800000"/>
              <a:gd name="adj2" fmla="val 16334446"/>
              <a:gd name="adj3" fmla="val 27496"/>
            </a:avLst>
          </a:prstGeom>
          <a:solidFill>
            <a:srgbClr val="F8931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8" name="Block Arc 7">
            <a:extLst>
              <a:ext uri="{FF2B5EF4-FFF2-40B4-BE49-F238E27FC236}">
                <a16:creationId xmlns:a16="http://schemas.microsoft.com/office/drawing/2014/main" id="{C141186C-4666-62CC-C34E-B83BA8EE8572}"/>
              </a:ext>
            </a:extLst>
          </p:cNvPr>
          <p:cNvSpPr/>
          <p:nvPr/>
        </p:nvSpPr>
        <p:spPr>
          <a:xfrm rot="5400000">
            <a:off x="4042839" y="1511774"/>
            <a:ext cx="4027923" cy="4027923"/>
          </a:xfrm>
          <a:prstGeom prst="blockArc">
            <a:avLst>
              <a:gd name="adj1" fmla="val 10800000"/>
              <a:gd name="adj2" fmla="val 16334450"/>
              <a:gd name="adj3" fmla="val 27496"/>
            </a:avLst>
          </a:prstGeom>
          <a:solidFill>
            <a:srgbClr val="CE8D3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9" name="Block Arc 14">
            <a:extLst>
              <a:ext uri="{FF2B5EF4-FFF2-40B4-BE49-F238E27FC236}">
                <a16:creationId xmlns:a16="http://schemas.microsoft.com/office/drawing/2014/main" id="{5C7AF2AF-8A7A-8222-98AF-C7332F2FC0EF}"/>
              </a:ext>
            </a:extLst>
          </p:cNvPr>
          <p:cNvSpPr/>
          <p:nvPr/>
        </p:nvSpPr>
        <p:spPr>
          <a:xfrm rot="10800000">
            <a:off x="5506749" y="3520971"/>
            <a:ext cx="2561689" cy="2001811"/>
          </a:xfrm>
          <a:custGeom>
            <a:avLst/>
            <a:gdLst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520486 w 2544314"/>
              <a:gd name="connsiteY3" fmla="*/ 63579 h 2013962"/>
              <a:gd name="connsiteX4" fmla="*/ 1483610 w 2544314"/>
              <a:gd name="connsiteY4" fmla="*/ 0 h 2013962"/>
              <a:gd name="connsiteX5" fmla="*/ 2544314 w 2544314"/>
              <a:gd name="connsiteY5" fmla="*/ 0 h 2013962"/>
              <a:gd name="connsiteX6" fmla="*/ 2036902 w 2544314"/>
              <a:gd name="connsiteY6" fmla="*/ 874849 h 2013962"/>
              <a:gd name="connsiteX7" fmla="*/ 1375575 w 2544314"/>
              <a:gd name="connsiteY7" fmla="*/ 1362590 h 2013962"/>
              <a:gd name="connsiteX8" fmla="*/ 1101918 w 2544314"/>
              <a:gd name="connsiteY8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520486 w 2544314"/>
              <a:gd name="connsiteY3" fmla="*/ 63579 h 2013962"/>
              <a:gd name="connsiteX4" fmla="*/ 1483610 w 2544314"/>
              <a:gd name="connsiteY4" fmla="*/ 0 h 2013962"/>
              <a:gd name="connsiteX5" fmla="*/ 2544314 w 2544314"/>
              <a:gd name="connsiteY5" fmla="*/ 0 h 2013962"/>
              <a:gd name="connsiteX6" fmla="*/ 1989277 w 2544314"/>
              <a:gd name="connsiteY6" fmla="*/ 760549 h 2013962"/>
              <a:gd name="connsiteX7" fmla="*/ 1375575 w 2544314"/>
              <a:gd name="connsiteY7" fmla="*/ 1362590 h 2013962"/>
              <a:gd name="connsiteX8" fmla="*/ 1101918 w 2544314"/>
              <a:gd name="connsiteY8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520486 w 2544314"/>
              <a:gd name="connsiteY3" fmla="*/ 63579 h 2013962"/>
              <a:gd name="connsiteX4" fmla="*/ 1483610 w 2544314"/>
              <a:gd name="connsiteY4" fmla="*/ 0 h 2013962"/>
              <a:gd name="connsiteX5" fmla="*/ 2544314 w 2544314"/>
              <a:gd name="connsiteY5" fmla="*/ 0 h 2013962"/>
              <a:gd name="connsiteX6" fmla="*/ 1989277 w 2544314"/>
              <a:gd name="connsiteY6" fmla="*/ 760549 h 2013962"/>
              <a:gd name="connsiteX7" fmla="*/ 1375575 w 2544314"/>
              <a:gd name="connsiteY7" fmla="*/ 1362590 h 2013962"/>
              <a:gd name="connsiteX8" fmla="*/ 1101918 w 2544314"/>
              <a:gd name="connsiteY8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520486 w 2544314"/>
              <a:gd name="connsiteY3" fmla="*/ 63579 h 2013962"/>
              <a:gd name="connsiteX4" fmla="*/ 1483610 w 2544314"/>
              <a:gd name="connsiteY4" fmla="*/ 0 h 2013962"/>
              <a:gd name="connsiteX5" fmla="*/ 2544314 w 2544314"/>
              <a:gd name="connsiteY5" fmla="*/ 0 h 2013962"/>
              <a:gd name="connsiteX6" fmla="*/ 1989277 w 2544314"/>
              <a:gd name="connsiteY6" fmla="*/ 760549 h 2013962"/>
              <a:gd name="connsiteX7" fmla="*/ 1375575 w 2544314"/>
              <a:gd name="connsiteY7" fmla="*/ 1362590 h 2013962"/>
              <a:gd name="connsiteX8" fmla="*/ 1101918 w 2544314"/>
              <a:gd name="connsiteY8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520486 w 2544314"/>
              <a:gd name="connsiteY3" fmla="*/ 63579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482386 w 2544314"/>
              <a:gd name="connsiteY3" fmla="*/ 25479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482386 w 2544314"/>
              <a:gd name="connsiteY3" fmla="*/ 25479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482386 w 2544314"/>
              <a:gd name="connsiteY3" fmla="*/ 25479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482386 w 2544314"/>
              <a:gd name="connsiteY3" fmla="*/ 25479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482386 w 2544314"/>
              <a:gd name="connsiteY3" fmla="*/ 25479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482386 w 2544314"/>
              <a:gd name="connsiteY3" fmla="*/ 25479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139486 w 2544314"/>
              <a:gd name="connsiteY3" fmla="*/ 63579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091861 w 2544314"/>
              <a:gd name="connsiteY3" fmla="*/ 35004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091861 w 2544314"/>
              <a:gd name="connsiteY3" fmla="*/ 35004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091861 w 2544314"/>
              <a:gd name="connsiteY3" fmla="*/ 35004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091861 w 2544314"/>
              <a:gd name="connsiteY3" fmla="*/ 35004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091861 w 2544314"/>
              <a:gd name="connsiteY3" fmla="*/ 35004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091861 w 2544314"/>
              <a:gd name="connsiteY3" fmla="*/ 35004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11188 w 2553584"/>
              <a:gd name="connsiteY0" fmla="*/ 2013962 h 2013962"/>
              <a:gd name="connsiteX1" fmla="*/ 9270 w 2553584"/>
              <a:gd name="connsiteY1" fmla="*/ 2013962 h 2013962"/>
              <a:gd name="connsiteX2" fmla="*/ 613555 w 2553584"/>
              <a:gd name="connsiteY2" fmla="*/ 575611 h 2013962"/>
              <a:gd name="connsiteX3" fmla="*/ 1101131 w 2553584"/>
              <a:gd name="connsiteY3" fmla="*/ 35004 h 2013962"/>
              <a:gd name="connsiteX4" fmla="*/ 2553584 w 2553584"/>
              <a:gd name="connsiteY4" fmla="*/ 0 h 2013962"/>
              <a:gd name="connsiteX5" fmla="*/ 1998547 w 2553584"/>
              <a:gd name="connsiteY5" fmla="*/ 760549 h 2013962"/>
              <a:gd name="connsiteX6" fmla="*/ 1384845 w 2553584"/>
              <a:gd name="connsiteY6" fmla="*/ 1362590 h 2013962"/>
              <a:gd name="connsiteX7" fmla="*/ 1111188 w 2553584"/>
              <a:gd name="connsiteY7" fmla="*/ 2013962 h 2013962"/>
              <a:gd name="connsiteX0" fmla="*/ 1112586 w 2554982"/>
              <a:gd name="connsiteY0" fmla="*/ 2013962 h 2013962"/>
              <a:gd name="connsiteX1" fmla="*/ 10668 w 2554982"/>
              <a:gd name="connsiteY1" fmla="*/ 2013962 h 2013962"/>
              <a:gd name="connsiteX2" fmla="*/ 614953 w 2554982"/>
              <a:gd name="connsiteY2" fmla="*/ 575611 h 2013962"/>
              <a:gd name="connsiteX3" fmla="*/ 1102529 w 2554982"/>
              <a:gd name="connsiteY3" fmla="*/ 35004 h 2013962"/>
              <a:gd name="connsiteX4" fmla="*/ 2554982 w 2554982"/>
              <a:gd name="connsiteY4" fmla="*/ 0 h 2013962"/>
              <a:gd name="connsiteX5" fmla="*/ 1999945 w 2554982"/>
              <a:gd name="connsiteY5" fmla="*/ 760549 h 2013962"/>
              <a:gd name="connsiteX6" fmla="*/ 1386243 w 2554982"/>
              <a:gd name="connsiteY6" fmla="*/ 1362590 h 2013962"/>
              <a:gd name="connsiteX7" fmla="*/ 1112586 w 2554982"/>
              <a:gd name="connsiteY7" fmla="*/ 2013962 h 2013962"/>
              <a:gd name="connsiteX0" fmla="*/ 1113358 w 2555754"/>
              <a:gd name="connsiteY0" fmla="*/ 2013962 h 2013962"/>
              <a:gd name="connsiteX1" fmla="*/ 11440 w 2555754"/>
              <a:gd name="connsiteY1" fmla="*/ 2013962 h 2013962"/>
              <a:gd name="connsiteX2" fmla="*/ 615725 w 2555754"/>
              <a:gd name="connsiteY2" fmla="*/ 575611 h 2013962"/>
              <a:gd name="connsiteX3" fmla="*/ 1103301 w 2555754"/>
              <a:gd name="connsiteY3" fmla="*/ 35004 h 2013962"/>
              <a:gd name="connsiteX4" fmla="*/ 2555754 w 2555754"/>
              <a:gd name="connsiteY4" fmla="*/ 0 h 2013962"/>
              <a:gd name="connsiteX5" fmla="*/ 2000717 w 2555754"/>
              <a:gd name="connsiteY5" fmla="*/ 760549 h 2013962"/>
              <a:gd name="connsiteX6" fmla="*/ 1387015 w 2555754"/>
              <a:gd name="connsiteY6" fmla="*/ 1362590 h 2013962"/>
              <a:gd name="connsiteX7" fmla="*/ 1113358 w 2555754"/>
              <a:gd name="connsiteY7" fmla="*/ 2013962 h 2013962"/>
              <a:gd name="connsiteX0" fmla="*/ 1120440 w 2562836"/>
              <a:gd name="connsiteY0" fmla="*/ 2013962 h 2013962"/>
              <a:gd name="connsiteX1" fmla="*/ 18522 w 2562836"/>
              <a:gd name="connsiteY1" fmla="*/ 2013962 h 2013962"/>
              <a:gd name="connsiteX2" fmla="*/ 622807 w 2562836"/>
              <a:gd name="connsiteY2" fmla="*/ 575611 h 2013962"/>
              <a:gd name="connsiteX3" fmla="*/ 1110383 w 2562836"/>
              <a:gd name="connsiteY3" fmla="*/ 35004 h 2013962"/>
              <a:gd name="connsiteX4" fmla="*/ 2562836 w 2562836"/>
              <a:gd name="connsiteY4" fmla="*/ 0 h 2013962"/>
              <a:gd name="connsiteX5" fmla="*/ 2007799 w 2562836"/>
              <a:gd name="connsiteY5" fmla="*/ 760549 h 2013962"/>
              <a:gd name="connsiteX6" fmla="*/ 1394097 w 2562836"/>
              <a:gd name="connsiteY6" fmla="*/ 1362590 h 2013962"/>
              <a:gd name="connsiteX7" fmla="*/ 1120440 w 2562836"/>
              <a:gd name="connsiteY7" fmla="*/ 2013962 h 2013962"/>
              <a:gd name="connsiteX0" fmla="*/ 1116147 w 2558543"/>
              <a:gd name="connsiteY0" fmla="*/ 2013962 h 2013962"/>
              <a:gd name="connsiteX1" fmla="*/ 14229 w 2558543"/>
              <a:gd name="connsiteY1" fmla="*/ 2013962 h 2013962"/>
              <a:gd name="connsiteX2" fmla="*/ 618514 w 2558543"/>
              <a:gd name="connsiteY2" fmla="*/ 575611 h 2013962"/>
              <a:gd name="connsiteX3" fmla="*/ 1106090 w 2558543"/>
              <a:gd name="connsiteY3" fmla="*/ 35004 h 2013962"/>
              <a:gd name="connsiteX4" fmla="*/ 2558543 w 2558543"/>
              <a:gd name="connsiteY4" fmla="*/ 0 h 2013962"/>
              <a:gd name="connsiteX5" fmla="*/ 2003506 w 2558543"/>
              <a:gd name="connsiteY5" fmla="*/ 760549 h 2013962"/>
              <a:gd name="connsiteX6" fmla="*/ 1389804 w 2558543"/>
              <a:gd name="connsiteY6" fmla="*/ 1362590 h 2013962"/>
              <a:gd name="connsiteX7" fmla="*/ 1116147 w 2558543"/>
              <a:gd name="connsiteY7" fmla="*/ 2013962 h 2013962"/>
              <a:gd name="connsiteX0" fmla="*/ 1116147 w 2558543"/>
              <a:gd name="connsiteY0" fmla="*/ 2013962 h 2013962"/>
              <a:gd name="connsiteX1" fmla="*/ 14229 w 2558543"/>
              <a:gd name="connsiteY1" fmla="*/ 2013962 h 2013962"/>
              <a:gd name="connsiteX2" fmla="*/ 618514 w 2558543"/>
              <a:gd name="connsiteY2" fmla="*/ 575611 h 2013962"/>
              <a:gd name="connsiteX3" fmla="*/ 1106090 w 2558543"/>
              <a:gd name="connsiteY3" fmla="*/ 35004 h 2013962"/>
              <a:gd name="connsiteX4" fmla="*/ 2558543 w 2558543"/>
              <a:gd name="connsiteY4" fmla="*/ 0 h 2013962"/>
              <a:gd name="connsiteX5" fmla="*/ 2003506 w 2558543"/>
              <a:gd name="connsiteY5" fmla="*/ 760549 h 2013962"/>
              <a:gd name="connsiteX6" fmla="*/ 1389804 w 2558543"/>
              <a:gd name="connsiteY6" fmla="*/ 1362590 h 2013962"/>
              <a:gd name="connsiteX7" fmla="*/ 1116147 w 2558543"/>
              <a:gd name="connsiteY7" fmla="*/ 2013962 h 2013962"/>
              <a:gd name="connsiteX0" fmla="*/ 1115495 w 2557891"/>
              <a:gd name="connsiteY0" fmla="*/ 2013962 h 2013962"/>
              <a:gd name="connsiteX1" fmla="*/ 13577 w 2557891"/>
              <a:gd name="connsiteY1" fmla="*/ 2013962 h 2013962"/>
              <a:gd name="connsiteX2" fmla="*/ 617862 w 2557891"/>
              <a:gd name="connsiteY2" fmla="*/ 575611 h 2013962"/>
              <a:gd name="connsiteX3" fmla="*/ 1105438 w 2557891"/>
              <a:gd name="connsiteY3" fmla="*/ 35004 h 2013962"/>
              <a:gd name="connsiteX4" fmla="*/ 2557891 w 2557891"/>
              <a:gd name="connsiteY4" fmla="*/ 0 h 2013962"/>
              <a:gd name="connsiteX5" fmla="*/ 2002854 w 2557891"/>
              <a:gd name="connsiteY5" fmla="*/ 760549 h 2013962"/>
              <a:gd name="connsiteX6" fmla="*/ 1389152 w 2557891"/>
              <a:gd name="connsiteY6" fmla="*/ 1362590 h 2013962"/>
              <a:gd name="connsiteX7" fmla="*/ 1115495 w 2557891"/>
              <a:gd name="connsiteY7" fmla="*/ 2013962 h 2013962"/>
              <a:gd name="connsiteX0" fmla="*/ 1115495 w 2557891"/>
              <a:gd name="connsiteY0" fmla="*/ 2013962 h 2013962"/>
              <a:gd name="connsiteX1" fmla="*/ 13577 w 2557891"/>
              <a:gd name="connsiteY1" fmla="*/ 2013962 h 2013962"/>
              <a:gd name="connsiteX2" fmla="*/ 617862 w 2557891"/>
              <a:gd name="connsiteY2" fmla="*/ 575611 h 2013962"/>
              <a:gd name="connsiteX3" fmla="*/ 1105438 w 2557891"/>
              <a:gd name="connsiteY3" fmla="*/ 35004 h 2013962"/>
              <a:gd name="connsiteX4" fmla="*/ 2557891 w 2557891"/>
              <a:gd name="connsiteY4" fmla="*/ 0 h 2013962"/>
              <a:gd name="connsiteX5" fmla="*/ 2002854 w 2557891"/>
              <a:gd name="connsiteY5" fmla="*/ 760549 h 2013962"/>
              <a:gd name="connsiteX6" fmla="*/ 1389152 w 2557891"/>
              <a:gd name="connsiteY6" fmla="*/ 1362590 h 2013962"/>
              <a:gd name="connsiteX7" fmla="*/ 1115495 w 2557891"/>
              <a:gd name="connsiteY7" fmla="*/ 2013962 h 2013962"/>
              <a:gd name="connsiteX0" fmla="*/ 1115495 w 2557891"/>
              <a:gd name="connsiteY0" fmla="*/ 2013962 h 2013962"/>
              <a:gd name="connsiteX1" fmla="*/ 13577 w 2557891"/>
              <a:gd name="connsiteY1" fmla="*/ 2013962 h 2013962"/>
              <a:gd name="connsiteX2" fmla="*/ 617862 w 2557891"/>
              <a:gd name="connsiteY2" fmla="*/ 575611 h 2013962"/>
              <a:gd name="connsiteX3" fmla="*/ 1105438 w 2557891"/>
              <a:gd name="connsiteY3" fmla="*/ 35004 h 2013962"/>
              <a:gd name="connsiteX4" fmla="*/ 2557891 w 2557891"/>
              <a:gd name="connsiteY4" fmla="*/ 0 h 2013962"/>
              <a:gd name="connsiteX5" fmla="*/ 2002854 w 2557891"/>
              <a:gd name="connsiteY5" fmla="*/ 760549 h 2013962"/>
              <a:gd name="connsiteX6" fmla="*/ 1389152 w 2557891"/>
              <a:gd name="connsiteY6" fmla="*/ 1362590 h 2013962"/>
              <a:gd name="connsiteX7" fmla="*/ 1115495 w 2557891"/>
              <a:gd name="connsiteY7" fmla="*/ 2013962 h 2013962"/>
              <a:gd name="connsiteX0" fmla="*/ 1115495 w 2557891"/>
              <a:gd name="connsiteY0" fmla="*/ 2013962 h 2013962"/>
              <a:gd name="connsiteX1" fmla="*/ 13577 w 2557891"/>
              <a:gd name="connsiteY1" fmla="*/ 2013962 h 2013962"/>
              <a:gd name="connsiteX2" fmla="*/ 617862 w 2557891"/>
              <a:gd name="connsiteY2" fmla="*/ 575611 h 2013962"/>
              <a:gd name="connsiteX3" fmla="*/ 1105438 w 2557891"/>
              <a:gd name="connsiteY3" fmla="*/ 35004 h 2013962"/>
              <a:gd name="connsiteX4" fmla="*/ 2557891 w 2557891"/>
              <a:gd name="connsiteY4" fmla="*/ 0 h 2013962"/>
              <a:gd name="connsiteX5" fmla="*/ 2002854 w 2557891"/>
              <a:gd name="connsiteY5" fmla="*/ 760549 h 2013962"/>
              <a:gd name="connsiteX6" fmla="*/ 1389152 w 2557891"/>
              <a:gd name="connsiteY6" fmla="*/ 1362590 h 2013962"/>
              <a:gd name="connsiteX7" fmla="*/ 1115495 w 2557891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091861 w 2544314"/>
              <a:gd name="connsiteY3" fmla="*/ 35004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02989 h 2013962"/>
              <a:gd name="connsiteX2" fmla="*/ 604285 w 2544314"/>
              <a:gd name="connsiteY2" fmla="*/ 575611 h 2013962"/>
              <a:gd name="connsiteX3" fmla="*/ 1091861 w 2544314"/>
              <a:gd name="connsiteY3" fmla="*/ 35004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2036 w 2544432"/>
              <a:gd name="connsiteY0" fmla="*/ 2013962 h 2013962"/>
              <a:gd name="connsiteX1" fmla="*/ 118 w 2544432"/>
              <a:gd name="connsiteY1" fmla="*/ 2002989 h 2013962"/>
              <a:gd name="connsiteX2" fmla="*/ 604403 w 2544432"/>
              <a:gd name="connsiteY2" fmla="*/ 575611 h 2013962"/>
              <a:gd name="connsiteX3" fmla="*/ 1091979 w 2544432"/>
              <a:gd name="connsiteY3" fmla="*/ 35004 h 2013962"/>
              <a:gd name="connsiteX4" fmla="*/ 2544432 w 2544432"/>
              <a:gd name="connsiteY4" fmla="*/ 0 h 2013962"/>
              <a:gd name="connsiteX5" fmla="*/ 1989395 w 2544432"/>
              <a:gd name="connsiteY5" fmla="*/ 760549 h 2013962"/>
              <a:gd name="connsiteX6" fmla="*/ 1375693 w 2544432"/>
              <a:gd name="connsiteY6" fmla="*/ 1362590 h 2013962"/>
              <a:gd name="connsiteX7" fmla="*/ 1102036 w 2544432"/>
              <a:gd name="connsiteY7" fmla="*/ 2013962 h 2013962"/>
              <a:gd name="connsiteX0" fmla="*/ 1102036 w 2555404"/>
              <a:gd name="connsiteY0" fmla="*/ 1995674 h 1995674"/>
              <a:gd name="connsiteX1" fmla="*/ 118 w 2555404"/>
              <a:gd name="connsiteY1" fmla="*/ 1984701 h 1995674"/>
              <a:gd name="connsiteX2" fmla="*/ 604403 w 2555404"/>
              <a:gd name="connsiteY2" fmla="*/ 557323 h 1995674"/>
              <a:gd name="connsiteX3" fmla="*/ 1091979 w 2555404"/>
              <a:gd name="connsiteY3" fmla="*/ 16716 h 1995674"/>
              <a:gd name="connsiteX4" fmla="*/ 2555404 w 2555404"/>
              <a:gd name="connsiteY4" fmla="*/ 0 h 1995674"/>
              <a:gd name="connsiteX5" fmla="*/ 1989395 w 2555404"/>
              <a:gd name="connsiteY5" fmla="*/ 742261 h 1995674"/>
              <a:gd name="connsiteX6" fmla="*/ 1375693 w 2555404"/>
              <a:gd name="connsiteY6" fmla="*/ 1344302 h 1995674"/>
              <a:gd name="connsiteX7" fmla="*/ 1102036 w 2555404"/>
              <a:gd name="connsiteY7" fmla="*/ 1995674 h 1995674"/>
              <a:gd name="connsiteX0" fmla="*/ 1102036 w 2555404"/>
              <a:gd name="connsiteY0" fmla="*/ 1995674 h 1995674"/>
              <a:gd name="connsiteX1" fmla="*/ 118 w 2555404"/>
              <a:gd name="connsiteY1" fmla="*/ 1984701 h 1995674"/>
              <a:gd name="connsiteX2" fmla="*/ 604403 w 2555404"/>
              <a:gd name="connsiteY2" fmla="*/ 557323 h 1995674"/>
              <a:gd name="connsiteX3" fmla="*/ 1091979 w 2555404"/>
              <a:gd name="connsiteY3" fmla="*/ 16716 h 1995674"/>
              <a:gd name="connsiteX4" fmla="*/ 2555404 w 2555404"/>
              <a:gd name="connsiteY4" fmla="*/ 0 h 1995674"/>
              <a:gd name="connsiteX5" fmla="*/ 1989395 w 2555404"/>
              <a:gd name="connsiteY5" fmla="*/ 742261 h 1995674"/>
              <a:gd name="connsiteX6" fmla="*/ 1375693 w 2555404"/>
              <a:gd name="connsiteY6" fmla="*/ 1344302 h 1995674"/>
              <a:gd name="connsiteX7" fmla="*/ 1102036 w 2555404"/>
              <a:gd name="connsiteY7" fmla="*/ 1995674 h 1995674"/>
              <a:gd name="connsiteX0" fmla="*/ 1102026 w 2555394"/>
              <a:gd name="connsiteY0" fmla="*/ 1995674 h 1995674"/>
              <a:gd name="connsiteX1" fmla="*/ 108 w 2555394"/>
              <a:gd name="connsiteY1" fmla="*/ 1984701 h 1995674"/>
              <a:gd name="connsiteX2" fmla="*/ 604393 w 2555394"/>
              <a:gd name="connsiteY2" fmla="*/ 557323 h 1995674"/>
              <a:gd name="connsiteX3" fmla="*/ 1091969 w 2555394"/>
              <a:gd name="connsiteY3" fmla="*/ 16716 h 1995674"/>
              <a:gd name="connsiteX4" fmla="*/ 2555394 w 2555394"/>
              <a:gd name="connsiteY4" fmla="*/ 0 h 1995674"/>
              <a:gd name="connsiteX5" fmla="*/ 1989385 w 2555394"/>
              <a:gd name="connsiteY5" fmla="*/ 742261 h 1995674"/>
              <a:gd name="connsiteX6" fmla="*/ 1375683 w 2555394"/>
              <a:gd name="connsiteY6" fmla="*/ 1344302 h 1995674"/>
              <a:gd name="connsiteX7" fmla="*/ 1102026 w 2555394"/>
              <a:gd name="connsiteY7" fmla="*/ 1995674 h 1995674"/>
              <a:gd name="connsiteX0" fmla="*/ 1102184 w 2555552"/>
              <a:gd name="connsiteY0" fmla="*/ 1995674 h 1995674"/>
              <a:gd name="connsiteX1" fmla="*/ 266 w 2555552"/>
              <a:gd name="connsiteY1" fmla="*/ 1984701 h 1995674"/>
              <a:gd name="connsiteX2" fmla="*/ 604551 w 2555552"/>
              <a:gd name="connsiteY2" fmla="*/ 557323 h 1995674"/>
              <a:gd name="connsiteX3" fmla="*/ 1092127 w 2555552"/>
              <a:gd name="connsiteY3" fmla="*/ 16716 h 1995674"/>
              <a:gd name="connsiteX4" fmla="*/ 2555552 w 2555552"/>
              <a:gd name="connsiteY4" fmla="*/ 0 h 1995674"/>
              <a:gd name="connsiteX5" fmla="*/ 1989543 w 2555552"/>
              <a:gd name="connsiteY5" fmla="*/ 742261 h 1995674"/>
              <a:gd name="connsiteX6" fmla="*/ 1375841 w 2555552"/>
              <a:gd name="connsiteY6" fmla="*/ 1344302 h 1995674"/>
              <a:gd name="connsiteX7" fmla="*/ 1102184 w 2555552"/>
              <a:gd name="connsiteY7" fmla="*/ 1995674 h 1995674"/>
              <a:gd name="connsiteX0" fmla="*/ 1102184 w 2561689"/>
              <a:gd name="connsiteY0" fmla="*/ 2001811 h 2001811"/>
              <a:gd name="connsiteX1" fmla="*/ 266 w 2561689"/>
              <a:gd name="connsiteY1" fmla="*/ 1990838 h 2001811"/>
              <a:gd name="connsiteX2" fmla="*/ 604551 w 2561689"/>
              <a:gd name="connsiteY2" fmla="*/ 563460 h 2001811"/>
              <a:gd name="connsiteX3" fmla="*/ 1092127 w 2561689"/>
              <a:gd name="connsiteY3" fmla="*/ 22853 h 2001811"/>
              <a:gd name="connsiteX4" fmla="*/ 2561689 w 2561689"/>
              <a:gd name="connsiteY4" fmla="*/ 0 h 2001811"/>
              <a:gd name="connsiteX5" fmla="*/ 1989543 w 2561689"/>
              <a:gd name="connsiteY5" fmla="*/ 748398 h 2001811"/>
              <a:gd name="connsiteX6" fmla="*/ 1375841 w 2561689"/>
              <a:gd name="connsiteY6" fmla="*/ 1350439 h 2001811"/>
              <a:gd name="connsiteX7" fmla="*/ 1102184 w 2561689"/>
              <a:gd name="connsiteY7" fmla="*/ 2001811 h 2001811"/>
              <a:gd name="connsiteX0" fmla="*/ 1102184 w 2561689"/>
              <a:gd name="connsiteY0" fmla="*/ 2002417 h 2002417"/>
              <a:gd name="connsiteX1" fmla="*/ 266 w 2561689"/>
              <a:gd name="connsiteY1" fmla="*/ 1991444 h 2002417"/>
              <a:gd name="connsiteX2" fmla="*/ 604551 w 2561689"/>
              <a:gd name="connsiteY2" fmla="*/ 564066 h 2002417"/>
              <a:gd name="connsiteX3" fmla="*/ 1092127 w 2561689"/>
              <a:gd name="connsiteY3" fmla="*/ 23459 h 2002417"/>
              <a:gd name="connsiteX4" fmla="*/ 2561689 w 2561689"/>
              <a:gd name="connsiteY4" fmla="*/ 606 h 2002417"/>
              <a:gd name="connsiteX5" fmla="*/ 1989543 w 2561689"/>
              <a:gd name="connsiteY5" fmla="*/ 749004 h 2002417"/>
              <a:gd name="connsiteX6" fmla="*/ 1375841 w 2561689"/>
              <a:gd name="connsiteY6" fmla="*/ 1351045 h 2002417"/>
              <a:gd name="connsiteX7" fmla="*/ 1102184 w 2561689"/>
              <a:gd name="connsiteY7" fmla="*/ 2002417 h 2002417"/>
              <a:gd name="connsiteX0" fmla="*/ 1102184 w 2561689"/>
              <a:gd name="connsiteY0" fmla="*/ 2001811 h 2001811"/>
              <a:gd name="connsiteX1" fmla="*/ 266 w 2561689"/>
              <a:gd name="connsiteY1" fmla="*/ 1990838 h 2001811"/>
              <a:gd name="connsiteX2" fmla="*/ 604551 w 2561689"/>
              <a:gd name="connsiteY2" fmla="*/ 563460 h 2001811"/>
              <a:gd name="connsiteX3" fmla="*/ 1092127 w 2561689"/>
              <a:gd name="connsiteY3" fmla="*/ 22853 h 2001811"/>
              <a:gd name="connsiteX4" fmla="*/ 2561689 w 2561689"/>
              <a:gd name="connsiteY4" fmla="*/ 0 h 2001811"/>
              <a:gd name="connsiteX5" fmla="*/ 1989543 w 2561689"/>
              <a:gd name="connsiteY5" fmla="*/ 748398 h 2001811"/>
              <a:gd name="connsiteX6" fmla="*/ 1375841 w 2561689"/>
              <a:gd name="connsiteY6" fmla="*/ 1350439 h 2001811"/>
              <a:gd name="connsiteX7" fmla="*/ 1102184 w 2561689"/>
              <a:gd name="connsiteY7" fmla="*/ 2001811 h 2001811"/>
              <a:gd name="connsiteX0" fmla="*/ 1102184 w 2561689"/>
              <a:gd name="connsiteY0" fmla="*/ 2001811 h 2001811"/>
              <a:gd name="connsiteX1" fmla="*/ 266 w 2561689"/>
              <a:gd name="connsiteY1" fmla="*/ 1990838 h 2001811"/>
              <a:gd name="connsiteX2" fmla="*/ 604551 w 2561689"/>
              <a:gd name="connsiteY2" fmla="*/ 563460 h 2001811"/>
              <a:gd name="connsiteX3" fmla="*/ 1101332 w 2561689"/>
              <a:gd name="connsiteY3" fmla="*/ 13648 h 2001811"/>
              <a:gd name="connsiteX4" fmla="*/ 2561689 w 2561689"/>
              <a:gd name="connsiteY4" fmla="*/ 0 h 2001811"/>
              <a:gd name="connsiteX5" fmla="*/ 1989543 w 2561689"/>
              <a:gd name="connsiteY5" fmla="*/ 748398 h 2001811"/>
              <a:gd name="connsiteX6" fmla="*/ 1375841 w 2561689"/>
              <a:gd name="connsiteY6" fmla="*/ 1350439 h 2001811"/>
              <a:gd name="connsiteX7" fmla="*/ 1102184 w 2561689"/>
              <a:gd name="connsiteY7" fmla="*/ 2001811 h 2001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1689" h="2001811">
                <a:moveTo>
                  <a:pt x="1102184" y="2001811"/>
                </a:moveTo>
                <a:lnTo>
                  <a:pt x="266" y="1990838"/>
                </a:lnTo>
                <a:cubicBezTo>
                  <a:pt x="-9521" y="1597493"/>
                  <a:pt x="251812" y="925181"/>
                  <a:pt x="604551" y="563460"/>
                </a:cubicBezTo>
                <a:cubicBezTo>
                  <a:pt x="872253" y="271734"/>
                  <a:pt x="1006177" y="183929"/>
                  <a:pt x="1101332" y="13648"/>
                </a:cubicBezTo>
                <a:lnTo>
                  <a:pt x="2561689" y="0"/>
                </a:lnTo>
                <a:cubicBezTo>
                  <a:pt x="2367152" y="329716"/>
                  <a:pt x="2203130" y="494882"/>
                  <a:pt x="1989543" y="748398"/>
                </a:cubicBezTo>
                <a:cubicBezTo>
                  <a:pt x="1783780" y="957208"/>
                  <a:pt x="1552309" y="1141537"/>
                  <a:pt x="1375841" y="1350439"/>
                </a:cubicBezTo>
                <a:cubicBezTo>
                  <a:pt x="1199373" y="1559341"/>
                  <a:pt x="1102184" y="1756739"/>
                  <a:pt x="1102184" y="2001811"/>
                </a:cubicBezTo>
                <a:close/>
              </a:path>
            </a:pathLst>
          </a:custGeom>
          <a:solidFill>
            <a:srgbClr val="F079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E06A5A-8F49-BE33-B5B2-45110285D415}"/>
              </a:ext>
            </a:extLst>
          </p:cNvPr>
          <p:cNvSpPr txBox="1"/>
          <p:nvPr/>
        </p:nvSpPr>
        <p:spPr>
          <a:xfrm>
            <a:off x="4491953" y="1975409"/>
            <a:ext cx="5746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>
                <a:solidFill>
                  <a:prstClr val="white"/>
                </a:solidFill>
                <a:latin typeface="Arial"/>
                <a:ea typeface="Arial Unicode MS"/>
                <a:cs typeface="Arial" pitchFamily="34" charset="0"/>
              </a:rPr>
              <a:t>S</a:t>
            </a:r>
            <a:endParaRPr lang="ko-KR" altLang="en-US" sz="5400" b="1" dirty="0">
              <a:solidFill>
                <a:prstClr val="white"/>
              </a:solidFill>
              <a:latin typeface="Arial"/>
              <a:ea typeface="Arial Unicode MS"/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DBD48D-4ADA-15A9-0F6B-769FCD013158}"/>
              </a:ext>
            </a:extLst>
          </p:cNvPr>
          <p:cNvSpPr txBox="1"/>
          <p:nvPr/>
        </p:nvSpPr>
        <p:spPr>
          <a:xfrm>
            <a:off x="6993180" y="2021577"/>
            <a:ext cx="5746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1" dirty="0">
                <a:solidFill>
                  <a:prstClr val="white"/>
                </a:solidFill>
                <a:latin typeface="Arial"/>
                <a:ea typeface="Arial Unicode MS"/>
                <a:cs typeface="Arial" pitchFamily="34" charset="0"/>
              </a:rPr>
              <a:t>W</a:t>
            </a:r>
            <a:endParaRPr lang="ko-KR" altLang="en-US" sz="4800" b="1" dirty="0">
              <a:solidFill>
                <a:prstClr val="white"/>
              </a:solidFill>
              <a:latin typeface="Arial"/>
              <a:ea typeface="Arial Unicode MS"/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BC2877-CDC2-0C8A-3959-5698D9B15B54}"/>
              </a:ext>
            </a:extLst>
          </p:cNvPr>
          <p:cNvSpPr txBox="1"/>
          <p:nvPr/>
        </p:nvSpPr>
        <p:spPr>
          <a:xfrm>
            <a:off x="4500091" y="4120959"/>
            <a:ext cx="5746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>
                <a:solidFill>
                  <a:prstClr val="white"/>
                </a:solidFill>
                <a:latin typeface="Arial"/>
                <a:ea typeface="Arial Unicode MS"/>
                <a:cs typeface="Arial" pitchFamily="34" charset="0"/>
              </a:rPr>
              <a:t>O</a:t>
            </a:r>
            <a:endParaRPr lang="ko-KR" altLang="en-US" sz="5400" b="1" dirty="0">
              <a:solidFill>
                <a:prstClr val="white"/>
              </a:solidFill>
              <a:latin typeface="Arial"/>
              <a:ea typeface="Arial Unicode MS"/>
              <a:cs typeface="Arial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D7CE5B5-C0AD-0E37-AD9C-ABBD1D2C6CE0}"/>
              </a:ext>
            </a:extLst>
          </p:cNvPr>
          <p:cNvGrpSpPr/>
          <p:nvPr/>
        </p:nvGrpSpPr>
        <p:grpSpPr>
          <a:xfrm>
            <a:off x="849597" y="4490291"/>
            <a:ext cx="3204000" cy="1107996"/>
            <a:chOff x="3017859" y="4283314"/>
            <a:chExt cx="1886852" cy="110799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EA92AF9-B632-E73D-2472-1902DAEC6AD1}"/>
                </a:ext>
              </a:extLst>
            </p:cNvPr>
            <p:cNvSpPr txBox="1"/>
            <p:nvPr/>
          </p:nvSpPr>
          <p:spPr>
            <a:xfrm>
              <a:off x="3017859" y="4560313"/>
              <a:ext cx="188685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 can simply impress your audience and add a unique zing and appeal to your Presentations. Easy to change colors, photos and Text. 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A40A787-749A-7DC1-D463-2342CA1025C6}"/>
                </a:ext>
              </a:extLst>
            </p:cNvPr>
            <p:cNvSpPr txBox="1"/>
            <p:nvPr/>
          </p:nvSpPr>
          <p:spPr>
            <a:xfrm>
              <a:off x="3017859" y="4283314"/>
              <a:ext cx="18250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rgbClr val="FFCA08"/>
                  </a:solidFill>
                  <a:latin typeface="Arial"/>
                  <a:ea typeface="Arial Unicode MS"/>
                  <a:cs typeface="Arial" pitchFamily="34" charset="0"/>
                </a:rPr>
                <a:t>Your Text Here</a:t>
              </a:r>
              <a:endParaRPr lang="ko-KR" altLang="en-US" sz="1400" b="1" dirty="0">
                <a:solidFill>
                  <a:srgbClr val="FFCA08"/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7225383-0F58-71B3-A39B-C143D692E9A8}"/>
              </a:ext>
            </a:extLst>
          </p:cNvPr>
          <p:cNvGrpSpPr/>
          <p:nvPr/>
        </p:nvGrpSpPr>
        <p:grpSpPr>
          <a:xfrm>
            <a:off x="928192" y="1322629"/>
            <a:ext cx="3204000" cy="1107996"/>
            <a:chOff x="3017858" y="4283314"/>
            <a:chExt cx="1860854" cy="1107996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8C387B7-26B2-B199-F57D-B840A62F2994}"/>
                </a:ext>
              </a:extLst>
            </p:cNvPr>
            <p:cNvSpPr txBox="1"/>
            <p:nvPr/>
          </p:nvSpPr>
          <p:spPr>
            <a:xfrm>
              <a:off x="3017858" y="4560313"/>
              <a:ext cx="186085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 can simply impress your audience and add a unique zing and appeal to your Presentations. Easy to change colors, photos and Text.  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FC627DF-A5B6-AECE-6694-5F5630EF91B3}"/>
                </a:ext>
              </a:extLst>
            </p:cNvPr>
            <p:cNvSpPr txBox="1"/>
            <p:nvPr/>
          </p:nvSpPr>
          <p:spPr>
            <a:xfrm>
              <a:off x="3017860" y="4283314"/>
              <a:ext cx="1860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rgbClr val="F8931D"/>
                  </a:solidFill>
                  <a:latin typeface="Arial"/>
                  <a:ea typeface="Arial Unicode MS"/>
                  <a:cs typeface="Arial" pitchFamily="34" charset="0"/>
                </a:rPr>
                <a:t>Your Text Here</a:t>
              </a:r>
              <a:endParaRPr lang="ko-KR" altLang="en-US" sz="1400" b="1" dirty="0">
                <a:solidFill>
                  <a:srgbClr val="F8931D"/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AA5994F-9138-7F1E-F4C0-24CB0EB6AF69}"/>
              </a:ext>
            </a:extLst>
          </p:cNvPr>
          <p:cNvGrpSpPr/>
          <p:nvPr/>
        </p:nvGrpSpPr>
        <p:grpSpPr>
          <a:xfrm>
            <a:off x="8101955" y="4451348"/>
            <a:ext cx="3204000" cy="1107996"/>
            <a:chOff x="3017858" y="4283314"/>
            <a:chExt cx="1886853" cy="1107996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BEA9754-B8D9-0DF9-19E7-BAADF7C38ECB}"/>
                </a:ext>
              </a:extLst>
            </p:cNvPr>
            <p:cNvSpPr txBox="1"/>
            <p:nvPr/>
          </p:nvSpPr>
          <p:spPr>
            <a:xfrm>
              <a:off x="3017859" y="4560313"/>
              <a:ext cx="188685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 can simply impress your audience and add a unique zing and appeal to your Presentations. Easy to change colors, photos and Text.  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C4021A8-9F04-5395-99DB-344797B797EF}"/>
                </a:ext>
              </a:extLst>
            </p:cNvPr>
            <p:cNvSpPr txBox="1"/>
            <p:nvPr/>
          </p:nvSpPr>
          <p:spPr>
            <a:xfrm>
              <a:off x="3017858" y="4283314"/>
              <a:ext cx="18866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rgbClr val="EC7016"/>
                  </a:solidFill>
                  <a:latin typeface="Arial"/>
                  <a:ea typeface="Arial Unicode MS"/>
                  <a:cs typeface="Arial" pitchFamily="34" charset="0"/>
                </a:rPr>
                <a:t>Your Text Here</a:t>
              </a:r>
              <a:endParaRPr lang="ko-KR" altLang="en-US" sz="1400" b="1" dirty="0">
                <a:solidFill>
                  <a:srgbClr val="EC7016"/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515F045-7281-D528-EE54-C4884D099FC9}"/>
              </a:ext>
            </a:extLst>
          </p:cNvPr>
          <p:cNvGrpSpPr/>
          <p:nvPr/>
        </p:nvGrpSpPr>
        <p:grpSpPr>
          <a:xfrm>
            <a:off x="8129992" y="1322629"/>
            <a:ext cx="3204000" cy="1107996"/>
            <a:chOff x="3017859" y="4283314"/>
            <a:chExt cx="1870812" cy="1107996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EF28FBC-2C29-48F5-3CA8-633532ABA181}"/>
                </a:ext>
              </a:extLst>
            </p:cNvPr>
            <p:cNvSpPr txBox="1"/>
            <p:nvPr/>
          </p:nvSpPr>
          <p:spPr>
            <a:xfrm>
              <a:off x="3017859" y="4560313"/>
              <a:ext cx="184392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ea typeface="Arial Unicode MS"/>
                  <a:cs typeface="Arial" pitchFamily="34" charset="0"/>
                </a:rPr>
                <a:t>You can simply impress your audience and add a unique zing and appeal to your Presentations. Easy to change colors, photos and Text.  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78077F2-47D1-E45E-6C92-291D2FBCFD55}"/>
                </a:ext>
              </a:extLst>
            </p:cNvPr>
            <p:cNvSpPr txBox="1"/>
            <p:nvPr/>
          </p:nvSpPr>
          <p:spPr>
            <a:xfrm>
              <a:off x="3017859" y="4283314"/>
              <a:ext cx="18708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rgbClr val="CE8D3E"/>
                  </a:solidFill>
                  <a:latin typeface="Arial"/>
                  <a:ea typeface="Arial Unicode MS"/>
                  <a:cs typeface="Arial" pitchFamily="34" charset="0"/>
                </a:rPr>
                <a:t>Your Text Here</a:t>
              </a:r>
              <a:endParaRPr lang="ko-KR" altLang="en-US" sz="1400" b="1" dirty="0">
                <a:solidFill>
                  <a:srgbClr val="CE8D3E"/>
                </a:solidFill>
                <a:latin typeface="Arial"/>
                <a:ea typeface="Arial Unicode MS"/>
                <a:cs typeface="Arial" pitchFamily="34" charset="0"/>
              </a:endParaRPr>
            </a:p>
          </p:txBody>
        </p:sp>
      </p:grpSp>
      <p:sp>
        <p:nvSpPr>
          <p:cNvPr id="25" name="Flowchart: Punched Tape 23">
            <a:extLst>
              <a:ext uri="{FF2B5EF4-FFF2-40B4-BE49-F238E27FC236}">
                <a16:creationId xmlns:a16="http://schemas.microsoft.com/office/drawing/2014/main" id="{FA5B1E71-6413-2A66-065B-AD00AE640374}"/>
              </a:ext>
            </a:extLst>
          </p:cNvPr>
          <p:cNvSpPr/>
          <p:nvPr/>
        </p:nvSpPr>
        <p:spPr>
          <a:xfrm rot="13626150" flipV="1">
            <a:off x="4620779" y="4282969"/>
            <a:ext cx="1783028" cy="477812"/>
          </a:xfrm>
          <a:prstGeom prst="flowChartPunchedTap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Arial" pitchFamily="34" charset="0"/>
              </a:rPr>
              <a:t>OPPORTUNITIES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Arial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376B96D-3FFA-A760-AB46-C227A645D928}"/>
              </a:ext>
            </a:extLst>
          </p:cNvPr>
          <p:cNvGrpSpPr/>
          <p:nvPr/>
        </p:nvGrpSpPr>
        <p:grpSpPr>
          <a:xfrm>
            <a:off x="4743093" y="2172505"/>
            <a:ext cx="2670058" cy="2670058"/>
            <a:chOff x="3259433" y="2656600"/>
            <a:chExt cx="2670058" cy="2670058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6D50802-C340-3BDD-F1CE-17636A5DE40A}"/>
                </a:ext>
              </a:extLst>
            </p:cNvPr>
            <p:cNvSpPr txBox="1"/>
            <p:nvPr/>
          </p:nvSpPr>
          <p:spPr>
            <a:xfrm rot="18900000">
              <a:off x="3639741" y="2958739"/>
              <a:ext cx="1656185" cy="1835428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734286"/>
                </a:avLst>
              </a:prstTxWarp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Arial Unicode MS"/>
                </a:rPr>
                <a:t>STRENGTHS</a:t>
              </a: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</a:endParaRPr>
            </a:p>
          </p:txBody>
        </p:sp>
        <p:sp>
          <p:nvSpPr>
            <p:cNvPr id="28" name="Block Arc 27">
              <a:extLst>
                <a:ext uri="{FF2B5EF4-FFF2-40B4-BE49-F238E27FC236}">
                  <a16:creationId xmlns:a16="http://schemas.microsoft.com/office/drawing/2014/main" id="{5B32E3CA-1F47-7305-5493-A17EC5066354}"/>
                </a:ext>
              </a:extLst>
            </p:cNvPr>
            <p:cNvSpPr/>
            <p:nvPr/>
          </p:nvSpPr>
          <p:spPr>
            <a:xfrm>
              <a:off x="3259433" y="2656600"/>
              <a:ext cx="2670058" cy="2670058"/>
            </a:xfrm>
            <a:prstGeom prst="blockArc">
              <a:avLst>
                <a:gd name="adj1" fmla="val 10764090"/>
                <a:gd name="adj2" fmla="val 16157903"/>
                <a:gd name="adj3" fmla="val 15805"/>
              </a:avLst>
            </a:prstGeom>
            <a:solidFill>
              <a:sysClr val="window" lastClr="FFFFFF">
                <a:lumMod val="85000"/>
                <a:alpha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D3A0F81E-0F79-2DC6-88FB-766F79BA9D24}"/>
              </a:ext>
            </a:extLst>
          </p:cNvPr>
          <p:cNvSpPr txBox="1"/>
          <p:nvPr/>
        </p:nvSpPr>
        <p:spPr>
          <a:xfrm rot="2952447">
            <a:off x="5345027" y="2508852"/>
            <a:ext cx="1656185" cy="1835428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0754986"/>
              </a:avLst>
            </a:prstTxWarp>
            <a:spAutoFit/>
          </a:bodyPr>
          <a:lstStyle/>
          <a:p>
            <a:pPr algn="ctr"/>
            <a:r>
              <a:rPr lang="en-US" altLang="ko-KR" b="1" dirty="0">
                <a:solidFill>
                  <a:prstClr val="white"/>
                </a:solidFill>
                <a:latin typeface="Arial"/>
                <a:ea typeface="Arial Unicode MS"/>
                <a:cs typeface="Arial" pitchFamily="34" charset="0"/>
              </a:rPr>
              <a:t>WEAKNESS</a:t>
            </a:r>
            <a:endParaRPr lang="ko-KR" altLang="en-US" b="1" dirty="0">
              <a:solidFill>
                <a:prstClr val="white"/>
              </a:solidFill>
              <a:latin typeface="Arial"/>
              <a:ea typeface="Arial Unicode MS"/>
              <a:cs typeface="Arial" pitchFamily="34" charset="0"/>
            </a:endParaRPr>
          </a:p>
        </p:txBody>
      </p:sp>
      <p:sp>
        <p:nvSpPr>
          <p:cNvPr id="30" name="Block Arc 29">
            <a:extLst>
              <a:ext uri="{FF2B5EF4-FFF2-40B4-BE49-F238E27FC236}">
                <a16:creationId xmlns:a16="http://schemas.microsoft.com/office/drawing/2014/main" id="{527389C5-10DE-AC69-CCA8-A18E3CB5B6EA}"/>
              </a:ext>
            </a:extLst>
          </p:cNvPr>
          <p:cNvSpPr/>
          <p:nvPr/>
        </p:nvSpPr>
        <p:spPr>
          <a:xfrm rot="5400000">
            <a:off x="4741063" y="2201813"/>
            <a:ext cx="2670058" cy="2670058"/>
          </a:xfrm>
          <a:prstGeom prst="blockArc">
            <a:avLst>
              <a:gd name="adj1" fmla="val 10764090"/>
              <a:gd name="adj2" fmla="val 16157903"/>
              <a:gd name="adj3" fmla="val 15805"/>
            </a:avLst>
          </a:prstGeom>
          <a:solidFill>
            <a:sysClr val="window" lastClr="FFFFFF">
              <a:lumMod val="85000"/>
              <a:alpha val="5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31" name="Block Arc 14">
            <a:extLst>
              <a:ext uri="{FF2B5EF4-FFF2-40B4-BE49-F238E27FC236}">
                <a16:creationId xmlns:a16="http://schemas.microsoft.com/office/drawing/2014/main" id="{776A26AB-2091-3638-142A-0A84C2F25578}"/>
              </a:ext>
            </a:extLst>
          </p:cNvPr>
          <p:cNvSpPr/>
          <p:nvPr/>
        </p:nvSpPr>
        <p:spPr>
          <a:xfrm rot="10800000">
            <a:off x="5509073" y="3517061"/>
            <a:ext cx="2561689" cy="2001811"/>
          </a:xfrm>
          <a:custGeom>
            <a:avLst/>
            <a:gdLst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520486 w 2544314"/>
              <a:gd name="connsiteY3" fmla="*/ 63579 h 2013962"/>
              <a:gd name="connsiteX4" fmla="*/ 1483610 w 2544314"/>
              <a:gd name="connsiteY4" fmla="*/ 0 h 2013962"/>
              <a:gd name="connsiteX5" fmla="*/ 2544314 w 2544314"/>
              <a:gd name="connsiteY5" fmla="*/ 0 h 2013962"/>
              <a:gd name="connsiteX6" fmla="*/ 2036902 w 2544314"/>
              <a:gd name="connsiteY6" fmla="*/ 874849 h 2013962"/>
              <a:gd name="connsiteX7" fmla="*/ 1375575 w 2544314"/>
              <a:gd name="connsiteY7" fmla="*/ 1362590 h 2013962"/>
              <a:gd name="connsiteX8" fmla="*/ 1101918 w 2544314"/>
              <a:gd name="connsiteY8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520486 w 2544314"/>
              <a:gd name="connsiteY3" fmla="*/ 63579 h 2013962"/>
              <a:gd name="connsiteX4" fmla="*/ 1483610 w 2544314"/>
              <a:gd name="connsiteY4" fmla="*/ 0 h 2013962"/>
              <a:gd name="connsiteX5" fmla="*/ 2544314 w 2544314"/>
              <a:gd name="connsiteY5" fmla="*/ 0 h 2013962"/>
              <a:gd name="connsiteX6" fmla="*/ 1989277 w 2544314"/>
              <a:gd name="connsiteY6" fmla="*/ 760549 h 2013962"/>
              <a:gd name="connsiteX7" fmla="*/ 1375575 w 2544314"/>
              <a:gd name="connsiteY7" fmla="*/ 1362590 h 2013962"/>
              <a:gd name="connsiteX8" fmla="*/ 1101918 w 2544314"/>
              <a:gd name="connsiteY8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520486 w 2544314"/>
              <a:gd name="connsiteY3" fmla="*/ 63579 h 2013962"/>
              <a:gd name="connsiteX4" fmla="*/ 1483610 w 2544314"/>
              <a:gd name="connsiteY4" fmla="*/ 0 h 2013962"/>
              <a:gd name="connsiteX5" fmla="*/ 2544314 w 2544314"/>
              <a:gd name="connsiteY5" fmla="*/ 0 h 2013962"/>
              <a:gd name="connsiteX6" fmla="*/ 1989277 w 2544314"/>
              <a:gd name="connsiteY6" fmla="*/ 760549 h 2013962"/>
              <a:gd name="connsiteX7" fmla="*/ 1375575 w 2544314"/>
              <a:gd name="connsiteY7" fmla="*/ 1362590 h 2013962"/>
              <a:gd name="connsiteX8" fmla="*/ 1101918 w 2544314"/>
              <a:gd name="connsiteY8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520486 w 2544314"/>
              <a:gd name="connsiteY3" fmla="*/ 63579 h 2013962"/>
              <a:gd name="connsiteX4" fmla="*/ 1483610 w 2544314"/>
              <a:gd name="connsiteY4" fmla="*/ 0 h 2013962"/>
              <a:gd name="connsiteX5" fmla="*/ 2544314 w 2544314"/>
              <a:gd name="connsiteY5" fmla="*/ 0 h 2013962"/>
              <a:gd name="connsiteX6" fmla="*/ 1989277 w 2544314"/>
              <a:gd name="connsiteY6" fmla="*/ 760549 h 2013962"/>
              <a:gd name="connsiteX7" fmla="*/ 1375575 w 2544314"/>
              <a:gd name="connsiteY7" fmla="*/ 1362590 h 2013962"/>
              <a:gd name="connsiteX8" fmla="*/ 1101918 w 2544314"/>
              <a:gd name="connsiteY8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520486 w 2544314"/>
              <a:gd name="connsiteY3" fmla="*/ 63579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482386 w 2544314"/>
              <a:gd name="connsiteY3" fmla="*/ 25479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482386 w 2544314"/>
              <a:gd name="connsiteY3" fmla="*/ 25479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482386 w 2544314"/>
              <a:gd name="connsiteY3" fmla="*/ 25479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482386 w 2544314"/>
              <a:gd name="connsiteY3" fmla="*/ 25479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482386 w 2544314"/>
              <a:gd name="connsiteY3" fmla="*/ 25479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482386 w 2544314"/>
              <a:gd name="connsiteY3" fmla="*/ 25479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139486 w 2544314"/>
              <a:gd name="connsiteY3" fmla="*/ 63579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091861 w 2544314"/>
              <a:gd name="connsiteY3" fmla="*/ 35004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091861 w 2544314"/>
              <a:gd name="connsiteY3" fmla="*/ 35004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091861 w 2544314"/>
              <a:gd name="connsiteY3" fmla="*/ 35004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091861 w 2544314"/>
              <a:gd name="connsiteY3" fmla="*/ 35004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091861 w 2544314"/>
              <a:gd name="connsiteY3" fmla="*/ 35004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091861 w 2544314"/>
              <a:gd name="connsiteY3" fmla="*/ 35004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11188 w 2553584"/>
              <a:gd name="connsiteY0" fmla="*/ 2013962 h 2013962"/>
              <a:gd name="connsiteX1" fmla="*/ 9270 w 2553584"/>
              <a:gd name="connsiteY1" fmla="*/ 2013962 h 2013962"/>
              <a:gd name="connsiteX2" fmla="*/ 613555 w 2553584"/>
              <a:gd name="connsiteY2" fmla="*/ 575611 h 2013962"/>
              <a:gd name="connsiteX3" fmla="*/ 1101131 w 2553584"/>
              <a:gd name="connsiteY3" fmla="*/ 35004 h 2013962"/>
              <a:gd name="connsiteX4" fmla="*/ 2553584 w 2553584"/>
              <a:gd name="connsiteY4" fmla="*/ 0 h 2013962"/>
              <a:gd name="connsiteX5" fmla="*/ 1998547 w 2553584"/>
              <a:gd name="connsiteY5" fmla="*/ 760549 h 2013962"/>
              <a:gd name="connsiteX6" fmla="*/ 1384845 w 2553584"/>
              <a:gd name="connsiteY6" fmla="*/ 1362590 h 2013962"/>
              <a:gd name="connsiteX7" fmla="*/ 1111188 w 2553584"/>
              <a:gd name="connsiteY7" fmla="*/ 2013962 h 2013962"/>
              <a:gd name="connsiteX0" fmla="*/ 1112586 w 2554982"/>
              <a:gd name="connsiteY0" fmla="*/ 2013962 h 2013962"/>
              <a:gd name="connsiteX1" fmla="*/ 10668 w 2554982"/>
              <a:gd name="connsiteY1" fmla="*/ 2013962 h 2013962"/>
              <a:gd name="connsiteX2" fmla="*/ 614953 w 2554982"/>
              <a:gd name="connsiteY2" fmla="*/ 575611 h 2013962"/>
              <a:gd name="connsiteX3" fmla="*/ 1102529 w 2554982"/>
              <a:gd name="connsiteY3" fmla="*/ 35004 h 2013962"/>
              <a:gd name="connsiteX4" fmla="*/ 2554982 w 2554982"/>
              <a:gd name="connsiteY4" fmla="*/ 0 h 2013962"/>
              <a:gd name="connsiteX5" fmla="*/ 1999945 w 2554982"/>
              <a:gd name="connsiteY5" fmla="*/ 760549 h 2013962"/>
              <a:gd name="connsiteX6" fmla="*/ 1386243 w 2554982"/>
              <a:gd name="connsiteY6" fmla="*/ 1362590 h 2013962"/>
              <a:gd name="connsiteX7" fmla="*/ 1112586 w 2554982"/>
              <a:gd name="connsiteY7" fmla="*/ 2013962 h 2013962"/>
              <a:gd name="connsiteX0" fmla="*/ 1113358 w 2555754"/>
              <a:gd name="connsiteY0" fmla="*/ 2013962 h 2013962"/>
              <a:gd name="connsiteX1" fmla="*/ 11440 w 2555754"/>
              <a:gd name="connsiteY1" fmla="*/ 2013962 h 2013962"/>
              <a:gd name="connsiteX2" fmla="*/ 615725 w 2555754"/>
              <a:gd name="connsiteY2" fmla="*/ 575611 h 2013962"/>
              <a:gd name="connsiteX3" fmla="*/ 1103301 w 2555754"/>
              <a:gd name="connsiteY3" fmla="*/ 35004 h 2013962"/>
              <a:gd name="connsiteX4" fmla="*/ 2555754 w 2555754"/>
              <a:gd name="connsiteY4" fmla="*/ 0 h 2013962"/>
              <a:gd name="connsiteX5" fmla="*/ 2000717 w 2555754"/>
              <a:gd name="connsiteY5" fmla="*/ 760549 h 2013962"/>
              <a:gd name="connsiteX6" fmla="*/ 1387015 w 2555754"/>
              <a:gd name="connsiteY6" fmla="*/ 1362590 h 2013962"/>
              <a:gd name="connsiteX7" fmla="*/ 1113358 w 2555754"/>
              <a:gd name="connsiteY7" fmla="*/ 2013962 h 2013962"/>
              <a:gd name="connsiteX0" fmla="*/ 1120440 w 2562836"/>
              <a:gd name="connsiteY0" fmla="*/ 2013962 h 2013962"/>
              <a:gd name="connsiteX1" fmla="*/ 18522 w 2562836"/>
              <a:gd name="connsiteY1" fmla="*/ 2013962 h 2013962"/>
              <a:gd name="connsiteX2" fmla="*/ 622807 w 2562836"/>
              <a:gd name="connsiteY2" fmla="*/ 575611 h 2013962"/>
              <a:gd name="connsiteX3" fmla="*/ 1110383 w 2562836"/>
              <a:gd name="connsiteY3" fmla="*/ 35004 h 2013962"/>
              <a:gd name="connsiteX4" fmla="*/ 2562836 w 2562836"/>
              <a:gd name="connsiteY4" fmla="*/ 0 h 2013962"/>
              <a:gd name="connsiteX5" fmla="*/ 2007799 w 2562836"/>
              <a:gd name="connsiteY5" fmla="*/ 760549 h 2013962"/>
              <a:gd name="connsiteX6" fmla="*/ 1394097 w 2562836"/>
              <a:gd name="connsiteY6" fmla="*/ 1362590 h 2013962"/>
              <a:gd name="connsiteX7" fmla="*/ 1120440 w 2562836"/>
              <a:gd name="connsiteY7" fmla="*/ 2013962 h 2013962"/>
              <a:gd name="connsiteX0" fmla="*/ 1116147 w 2558543"/>
              <a:gd name="connsiteY0" fmla="*/ 2013962 h 2013962"/>
              <a:gd name="connsiteX1" fmla="*/ 14229 w 2558543"/>
              <a:gd name="connsiteY1" fmla="*/ 2013962 h 2013962"/>
              <a:gd name="connsiteX2" fmla="*/ 618514 w 2558543"/>
              <a:gd name="connsiteY2" fmla="*/ 575611 h 2013962"/>
              <a:gd name="connsiteX3" fmla="*/ 1106090 w 2558543"/>
              <a:gd name="connsiteY3" fmla="*/ 35004 h 2013962"/>
              <a:gd name="connsiteX4" fmla="*/ 2558543 w 2558543"/>
              <a:gd name="connsiteY4" fmla="*/ 0 h 2013962"/>
              <a:gd name="connsiteX5" fmla="*/ 2003506 w 2558543"/>
              <a:gd name="connsiteY5" fmla="*/ 760549 h 2013962"/>
              <a:gd name="connsiteX6" fmla="*/ 1389804 w 2558543"/>
              <a:gd name="connsiteY6" fmla="*/ 1362590 h 2013962"/>
              <a:gd name="connsiteX7" fmla="*/ 1116147 w 2558543"/>
              <a:gd name="connsiteY7" fmla="*/ 2013962 h 2013962"/>
              <a:gd name="connsiteX0" fmla="*/ 1116147 w 2558543"/>
              <a:gd name="connsiteY0" fmla="*/ 2013962 h 2013962"/>
              <a:gd name="connsiteX1" fmla="*/ 14229 w 2558543"/>
              <a:gd name="connsiteY1" fmla="*/ 2013962 h 2013962"/>
              <a:gd name="connsiteX2" fmla="*/ 618514 w 2558543"/>
              <a:gd name="connsiteY2" fmla="*/ 575611 h 2013962"/>
              <a:gd name="connsiteX3" fmla="*/ 1106090 w 2558543"/>
              <a:gd name="connsiteY3" fmla="*/ 35004 h 2013962"/>
              <a:gd name="connsiteX4" fmla="*/ 2558543 w 2558543"/>
              <a:gd name="connsiteY4" fmla="*/ 0 h 2013962"/>
              <a:gd name="connsiteX5" fmla="*/ 2003506 w 2558543"/>
              <a:gd name="connsiteY5" fmla="*/ 760549 h 2013962"/>
              <a:gd name="connsiteX6" fmla="*/ 1389804 w 2558543"/>
              <a:gd name="connsiteY6" fmla="*/ 1362590 h 2013962"/>
              <a:gd name="connsiteX7" fmla="*/ 1116147 w 2558543"/>
              <a:gd name="connsiteY7" fmla="*/ 2013962 h 2013962"/>
              <a:gd name="connsiteX0" fmla="*/ 1115495 w 2557891"/>
              <a:gd name="connsiteY0" fmla="*/ 2013962 h 2013962"/>
              <a:gd name="connsiteX1" fmla="*/ 13577 w 2557891"/>
              <a:gd name="connsiteY1" fmla="*/ 2013962 h 2013962"/>
              <a:gd name="connsiteX2" fmla="*/ 617862 w 2557891"/>
              <a:gd name="connsiteY2" fmla="*/ 575611 h 2013962"/>
              <a:gd name="connsiteX3" fmla="*/ 1105438 w 2557891"/>
              <a:gd name="connsiteY3" fmla="*/ 35004 h 2013962"/>
              <a:gd name="connsiteX4" fmla="*/ 2557891 w 2557891"/>
              <a:gd name="connsiteY4" fmla="*/ 0 h 2013962"/>
              <a:gd name="connsiteX5" fmla="*/ 2002854 w 2557891"/>
              <a:gd name="connsiteY5" fmla="*/ 760549 h 2013962"/>
              <a:gd name="connsiteX6" fmla="*/ 1389152 w 2557891"/>
              <a:gd name="connsiteY6" fmla="*/ 1362590 h 2013962"/>
              <a:gd name="connsiteX7" fmla="*/ 1115495 w 2557891"/>
              <a:gd name="connsiteY7" fmla="*/ 2013962 h 2013962"/>
              <a:gd name="connsiteX0" fmla="*/ 1115495 w 2557891"/>
              <a:gd name="connsiteY0" fmla="*/ 2013962 h 2013962"/>
              <a:gd name="connsiteX1" fmla="*/ 13577 w 2557891"/>
              <a:gd name="connsiteY1" fmla="*/ 2013962 h 2013962"/>
              <a:gd name="connsiteX2" fmla="*/ 617862 w 2557891"/>
              <a:gd name="connsiteY2" fmla="*/ 575611 h 2013962"/>
              <a:gd name="connsiteX3" fmla="*/ 1105438 w 2557891"/>
              <a:gd name="connsiteY3" fmla="*/ 35004 h 2013962"/>
              <a:gd name="connsiteX4" fmla="*/ 2557891 w 2557891"/>
              <a:gd name="connsiteY4" fmla="*/ 0 h 2013962"/>
              <a:gd name="connsiteX5" fmla="*/ 2002854 w 2557891"/>
              <a:gd name="connsiteY5" fmla="*/ 760549 h 2013962"/>
              <a:gd name="connsiteX6" fmla="*/ 1389152 w 2557891"/>
              <a:gd name="connsiteY6" fmla="*/ 1362590 h 2013962"/>
              <a:gd name="connsiteX7" fmla="*/ 1115495 w 2557891"/>
              <a:gd name="connsiteY7" fmla="*/ 2013962 h 2013962"/>
              <a:gd name="connsiteX0" fmla="*/ 1115495 w 2557891"/>
              <a:gd name="connsiteY0" fmla="*/ 2013962 h 2013962"/>
              <a:gd name="connsiteX1" fmla="*/ 13577 w 2557891"/>
              <a:gd name="connsiteY1" fmla="*/ 2013962 h 2013962"/>
              <a:gd name="connsiteX2" fmla="*/ 617862 w 2557891"/>
              <a:gd name="connsiteY2" fmla="*/ 575611 h 2013962"/>
              <a:gd name="connsiteX3" fmla="*/ 1105438 w 2557891"/>
              <a:gd name="connsiteY3" fmla="*/ 35004 h 2013962"/>
              <a:gd name="connsiteX4" fmla="*/ 2557891 w 2557891"/>
              <a:gd name="connsiteY4" fmla="*/ 0 h 2013962"/>
              <a:gd name="connsiteX5" fmla="*/ 2002854 w 2557891"/>
              <a:gd name="connsiteY5" fmla="*/ 760549 h 2013962"/>
              <a:gd name="connsiteX6" fmla="*/ 1389152 w 2557891"/>
              <a:gd name="connsiteY6" fmla="*/ 1362590 h 2013962"/>
              <a:gd name="connsiteX7" fmla="*/ 1115495 w 2557891"/>
              <a:gd name="connsiteY7" fmla="*/ 2013962 h 2013962"/>
              <a:gd name="connsiteX0" fmla="*/ 1115495 w 2557891"/>
              <a:gd name="connsiteY0" fmla="*/ 2013962 h 2013962"/>
              <a:gd name="connsiteX1" fmla="*/ 13577 w 2557891"/>
              <a:gd name="connsiteY1" fmla="*/ 2013962 h 2013962"/>
              <a:gd name="connsiteX2" fmla="*/ 617862 w 2557891"/>
              <a:gd name="connsiteY2" fmla="*/ 575611 h 2013962"/>
              <a:gd name="connsiteX3" fmla="*/ 1105438 w 2557891"/>
              <a:gd name="connsiteY3" fmla="*/ 35004 h 2013962"/>
              <a:gd name="connsiteX4" fmla="*/ 2557891 w 2557891"/>
              <a:gd name="connsiteY4" fmla="*/ 0 h 2013962"/>
              <a:gd name="connsiteX5" fmla="*/ 2002854 w 2557891"/>
              <a:gd name="connsiteY5" fmla="*/ 760549 h 2013962"/>
              <a:gd name="connsiteX6" fmla="*/ 1389152 w 2557891"/>
              <a:gd name="connsiteY6" fmla="*/ 1362590 h 2013962"/>
              <a:gd name="connsiteX7" fmla="*/ 1115495 w 2557891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13962 h 2013962"/>
              <a:gd name="connsiteX2" fmla="*/ 604285 w 2544314"/>
              <a:gd name="connsiteY2" fmla="*/ 575611 h 2013962"/>
              <a:gd name="connsiteX3" fmla="*/ 1091861 w 2544314"/>
              <a:gd name="connsiteY3" fmla="*/ 35004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1918 w 2544314"/>
              <a:gd name="connsiteY0" fmla="*/ 2013962 h 2013962"/>
              <a:gd name="connsiteX1" fmla="*/ 0 w 2544314"/>
              <a:gd name="connsiteY1" fmla="*/ 2002989 h 2013962"/>
              <a:gd name="connsiteX2" fmla="*/ 604285 w 2544314"/>
              <a:gd name="connsiteY2" fmla="*/ 575611 h 2013962"/>
              <a:gd name="connsiteX3" fmla="*/ 1091861 w 2544314"/>
              <a:gd name="connsiteY3" fmla="*/ 35004 h 2013962"/>
              <a:gd name="connsiteX4" fmla="*/ 2544314 w 2544314"/>
              <a:gd name="connsiteY4" fmla="*/ 0 h 2013962"/>
              <a:gd name="connsiteX5" fmla="*/ 1989277 w 2544314"/>
              <a:gd name="connsiteY5" fmla="*/ 760549 h 2013962"/>
              <a:gd name="connsiteX6" fmla="*/ 1375575 w 2544314"/>
              <a:gd name="connsiteY6" fmla="*/ 1362590 h 2013962"/>
              <a:gd name="connsiteX7" fmla="*/ 1101918 w 2544314"/>
              <a:gd name="connsiteY7" fmla="*/ 2013962 h 2013962"/>
              <a:gd name="connsiteX0" fmla="*/ 1102036 w 2544432"/>
              <a:gd name="connsiteY0" fmla="*/ 2013962 h 2013962"/>
              <a:gd name="connsiteX1" fmla="*/ 118 w 2544432"/>
              <a:gd name="connsiteY1" fmla="*/ 2002989 h 2013962"/>
              <a:gd name="connsiteX2" fmla="*/ 604403 w 2544432"/>
              <a:gd name="connsiteY2" fmla="*/ 575611 h 2013962"/>
              <a:gd name="connsiteX3" fmla="*/ 1091979 w 2544432"/>
              <a:gd name="connsiteY3" fmla="*/ 35004 h 2013962"/>
              <a:gd name="connsiteX4" fmla="*/ 2544432 w 2544432"/>
              <a:gd name="connsiteY4" fmla="*/ 0 h 2013962"/>
              <a:gd name="connsiteX5" fmla="*/ 1989395 w 2544432"/>
              <a:gd name="connsiteY5" fmla="*/ 760549 h 2013962"/>
              <a:gd name="connsiteX6" fmla="*/ 1375693 w 2544432"/>
              <a:gd name="connsiteY6" fmla="*/ 1362590 h 2013962"/>
              <a:gd name="connsiteX7" fmla="*/ 1102036 w 2544432"/>
              <a:gd name="connsiteY7" fmla="*/ 2013962 h 2013962"/>
              <a:gd name="connsiteX0" fmla="*/ 1102036 w 2555404"/>
              <a:gd name="connsiteY0" fmla="*/ 1995674 h 1995674"/>
              <a:gd name="connsiteX1" fmla="*/ 118 w 2555404"/>
              <a:gd name="connsiteY1" fmla="*/ 1984701 h 1995674"/>
              <a:gd name="connsiteX2" fmla="*/ 604403 w 2555404"/>
              <a:gd name="connsiteY2" fmla="*/ 557323 h 1995674"/>
              <a:gd name="connsiteX3" fmla="*/ 1091979 w 2555404"/>
              <a:gd name="connsiteY3" fmla="*/ 16716 h 1995674"/>
              <a:gd name="connsiteX4" fmla="*/ 2555404 w 2555404"/>
              <a:gd name="connsiteY4" fmla="*/ 0 h 1995674"/>
              <a:gd name="connsiteX5" fmla="*/ 1989395 w 2555404"/>
              <a:gd name="connsiteY5" fmla="*/ 742261 h 1995674"/>
              <a:gd name="connsiteX6" fmla="*/ 1375693 w 2555404"/>
              <a:gd name="connsiteY6" fmla="*/ 1344302 h 1995674"/>
              <a:gd name="connsiteX7" fmla="*/ 1102036 w 2555404"/>
              <a:gd name="connsiteY7" fmla="*/ 1995674 h 1995674"/>
              <a:gd name="connsiteX0" fmla="*/ 1102036 w 2555404"/>
              <a:gd name="connsiteY0" fmla="*/ 1995674 h 1995674"/>
              <a:gd name="connsiteX1" fmla="*/ 118 w 2555404"/>
              <a:gd name="connsiteY1" fmla="*/ 1984701 h 1995674"/>
              <a:gd name="connsiteX2" fmla="*/ 604403 w 2555404"/>
              <a:gd name="connsiteY2" fmla="*/ 557323 h 1995674"/>
              <a:gd name="connsiteX3" fmla="*/ 1091979 w 2555404"/>
              <a:gd name="connsiteY3" fmla="*/ 16716 h 1995674"/>
              <a:gd name="connsiteX4" fmla="*/ 2555404 w 2555404"/>
              <a:gd name="connsiteY4" fmla="*/ 0 h 1995674"/>
              <a:gd name="connsiteX5" fmla="*/ 1989395 w 2555404"/>
              <a:gd name="connsiteY5" fmla="*/ 742261 h 1995674"/>
              <a:gd name="connsiteX6" fmla="*/ 1375693 w 2555404"/>
              <a:gd name="connsiteY6" fmla="*/ 1344302 h 1995674"/>
              <a:gd name="connsiteX7" fmla="*/ 1102036 w 2555404"/>
              <a:gd name="connsiteY7" fmla="*/ 1995674 h 1995674"/>
              <a:gd name="connsiteX0" fmla="*/ 1102026 w 2555394"/>
              <a:gd name="connsiteY0" fmla="*/ 1995674 h 1995674"/>
              <a:gd name="connsiteX1" fmla="*/ 108 w 2555394"/>
              <a:gd name="connsiteY1" fmla="*/ 1984701 h 1995674"/>
              <a:gd name="connsiteX2" fmla="*/ 604393 w 2555394"/>
              <a:gd name="connsiteY2" fmla="*/ 557323 h 1995674"/>
              <a:gd name="connsiteX3" fmla="*/ 1091969 w 2555394"/>
              <a:gd name="connsiteY3" fmla="*/ 16716 h 1995674"/>
              <a:gd name="connsiteX4" fmla="*/ 2555394 w 2555394"/>
              <a:gd name="connsiteY4" fmla="*/ 0 h 1995674"/>
              <a:gd name="connsiteX5" fmla="*/ 1989385 w 2555394"/>
              <a:gd name="connsiteY5" fmla="*/ 742261 h 1995674"/>
              <a:gd name="connsiteX6" fmla="*/ 1375683 w 2555394"/>
              <a:gd name="connsiteY6" fmla="*/ 1344302 h 1995674"/>
              <a:gd name="connsiteX7" fmla="*/ 1102026 w 2555394"/>
              <a:gd name="connsiteY7" fmla="*/ 1995674 h 1995674"/>
              <a:gd name="connsiteX0" fmla="*/ 1102184 w 2555552"/>
              <a:gd name="connsiteY0" fmla="*/ 1995674 h 1995674"/>
              <a:gd name="connsiteX1" fmla="*/ 266 w 2555552"/>
              <a:gd name="connsiteY1" fmla="*/ 1984701 h 1995674"/>
              <a:gd name="connsiteX2" fmla="*/ 604551 w 2555552"/>
              <a:gd name="connsiteY2" fmla="*/ 557323 h 1995674"/>
              <a:gd name="connsiteX3" fmla="*/ 1092127 w 2555552"/>
              <a:gd name="connsiteY3" fmla="*/ 16716 h 1995674"/>
              <a:gd name="connsiteX4" fmla="*/ 2555552 w 2555552"/>
              <a:gd name="connsiteY4" fmla="*/ 0 h 1995674"/>
              <a:gd name="connsiteX5" fmla="*/ 1989543 w 2555552"/>
              <a:gd name="connsiteY5" fmla="*/ 742261 h 1995674"/>
              <a:gd name="connsiteX6" fmla="*/ 1375841 w 2555552"/>
              <a:gd name="connsiteY6" fmla="*/ 1344302 h 1995674"/>
              <a:gd name="connsiteX7" fmla="*/ 1102184 w 2555552"/>
              <a:gd name="connsiteY7" fmla="*/ 1995674 h 1995674"/>
              <a:gd name="connsiteX0" fmla="*/ 1102184 w 2561689"/>
              <a:gd name="connsiteY0" fmla="*/ 2001811 h 2001811"/>
              <a:gd name="connsiteX1" fmla="*/ 266 w 2561689"/>
              <a:gd name="connsiteY1" fmla="*/ 1990838 h 2001811"/>
              <a:gd name="connsiteX2" fmla="*/ 604551 w 2561689"/>
              <a:gd name="connsiteY2" fmla="*/ 563460 h 2001811"/>
              <a:gd name="connsiteX3" fmla="*/ 1092127 w 2561689"/>
              <a:gd name="connsiteY3" fmla="*/ 22853 h 2001811"/>
              <a:gd name="connsiteX4" fmla="*/ 2561689 w 2561689"/>
              <a:gd name="connsiteY4" fmla="*/ 0 h 2001811"/>
              <a:gd name="connsiteX5" fmla="*/ 1989543 w 2561689"/>
              <a:gd name="connsiteY5" fmla="*/ 748398 h 2001811"/>
              <a:gd name="connsiteX6" fmla="*/ 1375841 w 2561689"/>
              <a:gd name="connsiteY6" fmla="*/ 1350439 h 2001811"/>
              <a:gd name="connsiteX7" fmla="*/ 1102184 w 2561689"/>
              <a:gd name="connsiteY7" fmla="*/ 2001811 h 2001811"/>
              <a:gd name="connsiteX0" fmla="*/ 1102184 w 2561689"/>
              <a:gd name="connsiteY0" fmla="*/ 2002417 h 2002417"/>
              <a:gd name="connsiteX1" fmla="*/ 266 w 2561689"/>
              <a:gd name="connsiteY1" fmla="*/ 1991444 h 2002417"/>
              <a:gd name="connsiteX2" fmla="*/ 604551 w 2561689"/>
              <a:gd name="connsiteY2" fmla="*/ 564066 h 2002417"/>
              <a:gd name="connsiteX3" fmla="*/ 1092127 w 2561689"/>
              <a:gd name="connsiteY3" fmla="*/ 23459 h 2002417"/>
              <a:gd name="connsiteX4" fmla="*/ 2561689 w 2561689"/>
              <a:gd name="connsiteY4" fmla="*/ 606 h 2002417"/>
              <a:gd name="connsiteX5" fmla="*/ 1989543 w 2561689"/>
              <a:gd name="connsiteY5" fmla="*/ 749004 h 2002417"/>
              <a:gd name="connsiteX6" fmla="*/ 1375841 w 2561689"/>
              <a:gd name="connsiteY6" fmla="*/ 1351045 h 2002417"/>
              <a:gd name="connsiteX7" fmla="*/ 1102184 w 2561689"/>
              <a:gd name="connsiteY7" fmla="*/ 2002417 h 2002417"/>
              <a:gd name="connsiteX0" fmla="*/ 1102184 w 2561689"/>
              <a:gd name="connsiteY0" fmla="*/ 2001811 h 2001811"/>
              <a:gd name="connsiteX1" fmla="*/ 266 w 2561689"/>
              <a:gd name="connsiteY1" fmla="*/ 1990838 h 2001811"/>
              <a:gd name="connsiteX2" fmla="*/ 604551 w 2561689"/>
              <a:gd name="connsiteY2" fmla="*/ 563460 h 2001811"/>
              <a:gd name="connsiteX3" fmla="*/ 1092127 w 2561689"/>
              <a:gd name="connsiteY3" fmla="*/ 22853 h 2001811"/>
              <a:gd name="connsiteX4" fmla="*/ 2561689 w 2561689"/>
              <a:gd name="connsiteY4" fmla="*/ 0 h 2001811"/>
              <a:gd name="connsiteX5" fmla="*/ 1989543 w 2561689"/>
              <a:gd name="connsiteY5" fmla="*/ 748398 h 2001811"/>
              <a:gd name="connsiteX6" fmla="*/ 1375841 w 2561689"/>
              <a:gd name="connsiteY6" fmla="*/ 1350439 h 2001811"/>
              <a:gd name="connsiteX7" fmla="*/ 1102184 w 2561689"/>
              <a:gd name="connsiteY7" fmla="*/ 2001811 h 2001811"/>
              <a:gd name="connsiteX0" fmla="*/ 1102184 w 2561689"/>
              <a:gd name="connsiteY0" fmla="*/ 2001811 h 2001811"/>
              <a:gd name="connsiteX1" fmla="*/ 266 w 2561689"/>
              <a:gd name="connsiteY1" fmla="*/ 1990838 h 2001811"/>
              <a:gd name="connsiteX2" fmla="*/ 604551 w 2561689"/>
              <a:gd name="connsiteY2" fmla="*/ 563460 h 2001811"/>
              <a:gd name="connsiteX3" fmla="*/ 1101332 w 2561689"/>
              <a:gd name="connsiteY3" fmla="*/ 13648 h 2001811"/>
              <a:gd name="connsiteX4" fmla="*/ 2561689 w 2561689"/>
              <a:gd name="connsiteY4" fmla="*/ 0 h 2001811"/>
              <a:gd name="connsiteX5" fmla="*/ 1989543 w 2561689"/>
              <a:gd name="connsiteY5" fmla="*/ 748398 h 2001811"/>
              <a:gd name="connsiteX6" fmla="*/ 1375841 w 2561689"/>
              <a:gd name="connsiteY6" fmla="*/ 1350439 h 2001811"/>
              <a:gd name="connsiteX7" fmla="*/ 1102184 w 2561689"/>
              <a:gd name="connsiteY7" fmla="*/ 2001811 h 2001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1689" h="2001811">
                <a:moveTo>
                  <a:pt x="1102184" y="2001811"/>
                </a:moveTo>
                <a:lnTo>
                  <a:pt x="266" y="1990838"/>
                </a:lnTo>
                <a:cubicBezTo>
                  <a:pt x="-9521" y="1597493"/>
                  <a:pt x="251812" y="925181"/>
                  <a:pt x="604551" y="563460"/>
                </a:cubicBezTo>
                <a:cubicBezTo>
                  <a:pt x="872253" y="271734"/>
                  <a:pt x="1006177" y="183929"/>
                  <a:pt x="1101332" y="13648"/>
                </a:cubicBezTo>
                <a:lnTo>
                  <a:pt x="2561689" y="0"/>
                </a:lnTo>
                <a:cubicBezTo>
                  <a:pt x="2367152" y="329716"/>
                  <a:pt x="2203130" y="494882"/>
                  <a:pt x="1989543" y="748398"/>
                </a:cubicBezTo>
                <a:cubicBezTo>
                  <a:pt x="1783780" y="957208"/>
                  <a:pt x="1552309" y="1141537"/>
                  <a:pt x="1375841" y="1350439"/>
                </a:cubicBezTo>
                <a:cubicBezTo>
                  <a:pt x="1199373" y="1559341"/>
                  <a:pt x="1102184" y="1756739"/>
                  <a:pt x="1102184" y="2001811"/>
                </a:cubicBezTo>
                <a:close/>
              </a:path>
            </a:pathLst>
          </a:custGeom>
          <a:solidFill>
            <a:srgbClr val="EC701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32" name="Freeform 29">
            <a:extLst>
              <a:ext uri="{FF2B5EF4-FFF2-40B4-BE49-F238E27FC236}">
                <a16:creationId xmlns:a16="http://schemas.microsoft.com/office/drawing/2014/main" id="{2600661A-FEA5-8072-3D2A-AC626F878195}"/>
              </a:ext>
            </a:extLst>
          </p:cNvPr>
          <p:cNvSpPr/>
          <p:nvPr/>
        </p:nvSpPr>
        <p:spPr>
          <a:xfrm>
            <a:off x="5512295" y="3516831"/>
            <a:ext cx="1879307" cy="2002162"/>
          </a:xfrm>
          <a:custGeom>
            <a:avLst/>
            <a:gdLst>
              <a:gd name="connsiteX0" fmla="*/ 1434487 w 1859394"/>
              <a:gd name="connsiteY0" fmla="*/ 0 h 2002162"/>
              <a:gd name="connsiteX1" fmla="*/ 1859394 w 1859394"/>
              <a:gd name="connsiteY1" fmla="*/ 3399 h 2002162"/>
              <a:gd name="connsiteX2" fmla="*/ 462299 w 1859394"/>
              <a:gd name="connsiteY2" fmla="*/ 2002162 h 2002162"/>
              <a:gd name="connsiteX3" fmla="*/ 0 w 1859394"/>
              <a:gd name="connsiteY3" fmla="*/ 2002162 h 2002162"/>
              <a:gd name="connsiteX4" fmla="*/ 1434487 w 1859394"/>
              <a:gd name="connsiteY4" fmla="*/ 0 h 2002162"/>
              <a:gd name="connsiteX0" fmla="*/ 1434487 w 1859394"/>
              <a:gd name="connsiteY0" fmla="*/ 0 h 2002162"/>
              <a:gd name="connsiteX1" fmla="*/ 1859394 w 1859394"/>
              <a:gd name="connsiteY1" fmla="*/ 3399 h 2002162"/>
              <a:gd name="connsiteX2" fmla="*/ 462299 w 1859394"/>
              <a:gd name="connsiteY2" fmla="*/ 2002162 h 2002162"/>
              <a:gd name="connsiteX3" fmla="*/ 0 w 1859394"/>
              <a:gd name="connsiteY3" fmla="*/ 2002162 h 2002162"/>
              <a:gd name="connsiteX4" fmla="*/ 1434487 w 1859394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82178 w 1879273"/>
              <a:gd name="connsiteY2" fmla="*/ 2002162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82178 w 1879273"/>
              <a:gd name="connsiteY2" fmla="*/ 2002162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82178 w 1879273"/>
              <a:gd name="connsiteY2" fmla="*/ 2002162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82178 w 1879273"/>
              <a:gd name="connsiteY2" fmla="*/ 2002162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82178 w 1879273"/>
              <a:gd name="connsiteY2" fmla="*/ 2002162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82178 w 1879273"/>
              <a:gd name="connsiteY2" fmla="*/ 2002162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82178 w 1879273"/>
              <a:gd name="connsiteY2" fmla="*/ 2002162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82178 w 1879273"/>
              <a:gd name="connsiteY2" fmla="*/ 2002162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82178 w 1879273"/>
              <a:gd name="connsiteY2" fmla="*/ 2002162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82178 w 1879273"/>
              <a:gd name="connsiteY2" fmla="*/ 2002162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82178 w 1879273"/>
              <a:gd name="connsiteY2" fmla="*/ 2002162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82178 w 1879273"/>
              <a:gd name="connsiteY2" fmla="*/ 2002162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63890 w 1879273"/>
              <a:gd name="connsiteY2" fmla="*/ 1998505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63890 w 1879273"/>
              <a:gd name="connsiteY2" fmla="*/ 1998505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63890 w 1879273"/>
              <a:gd name="connsiteY2" fmla="*/ 1998505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63890 w 1879273"/>
              <a:gd name="connsiteY2" fmla="*/ 1998505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63890 w 1879273"/>
              <a:gd name="connsiteY2" fmla="*/ 1998505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63890 w 1879273"/>
              <a:gd name="connsiteY2" fmla="*/ 1998505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63890 w 1879273"/>
              <a:gd name="connsiteY2" fmla="*/ 1998505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273"/>
              <a:gd name="connsiteY0" fmla="*/ 0 h 2002162"/>
              <a:gd name="connsiteX1" fmla="*/ 1879273 w 1879273"/>
              <a:gd name="connsiteY1" fmla="*/ 3399 h 2002162"/>
              <a:gd name="connsiteX2" fmla="*/ 463890 w 1879273"/>
              <a:gd name="connsiteY2" fmla="*/ 1998505 h 2002162"/>
              <a:gd name="connsiteX3" fmla="*/ 0 w 1879273"/>
              <a:gd name="connsiteY3" fmla="*/ 2002162 h 2002162"/>
              <a:gd name="connsiteX4" fmla="*/ 1454366 w 1879273"/>
              <a:gd name="connsiteY4" fmla="*/ 0 h 2002162"/>
              <a:gd name="connsiteX0" fmla="*/ 1454366 w 1879303"/>
              <a:gd name="connsiteY0" fmla="*/ 0 h 2002162"/>
              <a:gd name="connsiteX1" fmla="*/ 1879273 w 1879303"/>
              <a:gd name="connsiteY1" fmla="*/ 3399 h 2002162"/>
              <a:gd name="connsiteX2" fmla="*/ 463890 w 1879303"/>
              <a:gd name="connsiteY2" fmla="*/ 1998505 h 2002162"/>
              <a:gd name="connsiteX3" fmla="*/ 0 w 1879303"/>
              <a:gd name="connsiteY3" fmla="*/ 2002162 h 2002162"/>
              <a:gd name="connsiteX4" fmla="*/ 1454366 w 1879303"/>
              <a:gd name="connsiteY4" fmla="*/ 0 h 2002162"/>
              <a:gd name="connsiteX0" fmla="*/ 1454366 w 1879307"/>
              <a:gd name="connsiteY0" fmla="*/ 0 h 2002162"/>
              <a:gd name="connsiteX1" fmla="*/ 1879273 w 1879307"/>
              <a:gd name="connsiteY1" fmla="*/ 3399 h 2002162"/>
              <a:gd name="connsiteX2" fmla="*/ 463890 w 1879307"/>
              <a:gd name="connsiteY2" fmla="*/ 1998505 h 2002162"/>
              <a:gd name="connsiteX3" fmla="*/ 0 w 1879307"/>
              <a:gd name="connsiteY3" fmla="*/ 2002162 h 2002162"/>
              <a:gd name="connsiteX4" fmla="*/ 1454366 w 1879307"/>
              <a:gd name="connsiteY4" fmla="*/ 0 h 2002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9307" h="2002162">
                <a:moveTo>
                  <a:pt x="1454366" y="0"/>
                </a:moveTo>
                <a:lnTo>
                  <a:pt x="1879273" y="3399"/>
                </a:lnTo>
                <a:cubicBezTo>
                  <a:pt x="1885406" y="881793"/>
                  <a:pt x="1061262" y="984778"/>
                  <a:pt x="463890" y="1998505"/>
                </a:cubicBezTo>
                <a:lnTo>
                  <a:pt x="0" y="2002162"/>
                </a:lnTo>
                <a:cubicBezTo>
                  <a:pt x="577713" y="951204"/>
                  <a:pt x="1420682" y="821165"/>
                  <a:pt x="1454366" y="0"/>
                </a:cubicBezTo>
                <a:close/>
              </a:path>
            </a:pathLst>
          </a:custGeom>
          <a:solidFill>
            <a:sysClr val="window" lastClr="FFFFFF">
              <a:lumMod val="85000"/>
              <a:alpha val="5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33" name="Rounded Rectangle 30">
            <a:extLst>
              <a:ext uri="{FF2B5EF4-FFF2-40B4-BE49-F238E27FC236}">
                <a16:creationId xmlns:a16="http://schemas.microsoft.com/office/drawing/2014/main" id="{5BCDA321-53B3-C453-1F23-DDB4BA45BCF4}"/>
              </a:ext>
            </a:extLst>
          </p:cNvPr>
          <p:cNvSpPr/>
          <p:nvPr/>
        </p:nvSpPr>
        <p:spPr>
          <a:xfrm rot="18900000">
            <a:off x="6059867" y="4227498"/>
            <a:ext cx="1385922" cy="264285"/>
          </a:xfrm>
          <a:prstGeom prst="roundRect">
            <a:avLst>
              <a:gd name="adj" fmla="val 17769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Arial" pitchFamily="34" charset="0"/>
              </a:rPr>
              <a:t>THREATS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Arial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D3AD23-6B7F-2766-AF98-2A4C619365B3}"/>
              </a:ext>
            </a:extLst>
          </p:cNvPr>
          <p:cNvSpPr txBox="1"/>
          <p:nvPr/>
        </p:nvSpPr>
        <p:spPr>
          <a:xfrm>
            <a:off x="7063773" y="4120959"/>
            <a:ext cx="5746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>
                <a:solidFill>
                  <a:prstClr val="white"/>
                </a:solidFill>
                <a:latin typeface="Arial"/>
                <a:ea typeface="Arial Unicode MS"/>
                <a:cs typeface="Arial" pitchFamily="34" charset="0"/>
              </a:rPr>
              <a:t>T</a:t>
            </a:r>
            <a:endParaRPr lang="ko-KR" altLang="en-US" sz="5400" b="1" dirty="0">
              <a:solidFill>
                <a:prstClr val="white"/>
              </a:solidFill>
              <a:latin typeface="Arial"/>
              <a:ea typeface="Arial Unicode MS"/>
              <a:cs typeface="Arial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E8E7B8-6717-1239-717F-F21B6FA4A5AF}"/>
              </a:ext>
            </a:extLst>
          </p:cNvPr>
          <p:cNvSpPr txBox="1"/>
          <p:nvPr/>
        </p:nvSpPr>
        <p:spPr>
          <a:xfrm>
            <a:off x="5175277" y="3261177"/>
            <a:ext cx="1781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F8931D"/>
                </a:solidFill>
                <a:latin typeface="Arial"/>
                <a:ea typeface="Arial Unicode MS"/>
                <a:cs typeface="Arial" pitchFamily="34" charset="0"/>
              </a:rPr>
              <a:t>S</a:t>
            </a:r>
            <a:r>
              <a:rPr lang="en-US" altLang="ko-KR" sz="3600" b="1" dirty="0">
                <a:solidFill>
                  <a:srgbClr val="CE8D3E"/>
                </a:solidFill>
                <a:latin typeface="Arial"/>
                <a:ea typeface="Arial Unicode MS"/>
                <a:cs typeface="Arial" pitchFamily="34" charset="0"/>
              </a:rPr>
              <a:t>W</a:t>
            </a:r>
            <a:r>
              <a:rPr lang="en-US" altLang="ko-KR" sz="3600" b="1" dirty="0">
                <a:solidFill>
                  <a:srgbClr val="FFCA08"/>
                </a:solidFill>
                <a:latin typeface="Arial"/>
                <a:ea typeface="Arial Unicode MS"/>
                <a:cs typeface="Arial" pitchFamily="34" charset="0"/>
              </a:rPr>
              <a:t>O</a:t>
            </a:r>
            <a:r>
              <a:rPr lang="en-US" altLang="ko-KR" sz="3600" b="1" dirty="0">
                <a:solidFill>
                  <a:srgbClr val="EC7016"/>
                </a:solidFill>
                <a:latin typeface="Arial"/>
                <a:ea typeface="Arial Unicode MS"/>
                <a:cs typeface="Arial" pitchFamily="34" charset="0"/>
              </a:rPr>
              <a:t>T</a:t>
            </a:r>
            <a:endParaRPr lang="ko-KR" altLang="en-US" sz="3600" b="1" dirty="0">
              <a:solidFill>
                <a:srgbClr val="EC7016"/>
              </a:solidFill>
              <a:latin typeface="Arial"/>
              <a:ea typeface="Arial Unicode MS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495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39DB71-B88B-13E6-20C9-D445279D6565}"/>
              </a:ext>
            </a:extLst>
          </p:cNvPr>
          <p:cNvSpPr txBox="1"/>
          <p:nvPr/>
        </p:nvSpPr>
        <p:spPr>
          <a:xfrm>
            <a:off x="1584824" y="2646289"/>
            <a:ext cx="355534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TM Neutra" panose="02040603050506020204" pitchFamily="18" charset="0"/>
                <a:ea typeface="+mn-ea"/>
                <a:cs typeface="+mn-cs"/>
              </a:rPr>
              <a:t>TRÂN TRỌNG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prstClr val="white"/>
                </a:solidFill>
                <a:latin typeface="UTM Neutra" panose="02040603050506020204" pitchFamily="18" charset="0"/>
              </a:rPr>
              <a:t>CẢM ƠN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FFF106"/>
              </a:solidFill>
              <a:effectLst/>
              <a:uLnTx/>
              <a:uFillTx/>
              <a:latin typeface="UTM Neutra" panose="02040603050506020204" pitchFamily="18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1140A8-0DEA-4459-9D47-7031037DBACB}"/>
              </a:ext>
            </a:extLst>
          </p:cNvPr>
          <p:cNvSpPr/>
          <p:nvPr/>
        </p:nvSpPr>
        <p:spPr>
          <a:xfrm>
            <a:off x="5140171" y="2183906"/>
            <a:ext cx="51215" cy="2032987"/>
          </a:xfrm>
          <a:prstGeom prst="rect">
            <a:avLst/>
          </a:prstGeom>
          <a:solidFill>
            <a:srgbClr val="FFF106"/>
          </a:solidFill>
          <a:ln>
            <a:solidFill>
              <a:srgbClr val="085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1968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1326</Words>
  <Application>Microsoft Office PowerPoint</Application>
  <PresentationFormat>Widescreen</PresentationFormat>
  <Paragraphs>161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American Typewriter</vt:lpstr>
      <vt:lpstr>Arial</vt:lpstr>
      <vt:lpstr>Brush Script MT</vt:lpstr>
      <vt:lpstr>Calibri</vt:lpstr>
      <vt:lpstr>Calibri Light</vt:lpstr>
      <vt:lpstr>Times New Roman</vt:lpstr>
      <vt:lpstr>UTM American Sans</vt:lpstr>
      <vt:lpstr>UTM Neutra</vt:lpstr>
      <vt:lpstr>Wingdings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Truong Ngoc Son-Khoa QLDA</dc:creator>
  <cp:lastModifiedBy>Tran Minh Thang - CTSV</cp:lastModifiedBy>
  <cp:revision>6</cp:revision>
  <dcterms:created xsi:type="dcterms:W3CDTF">2022-10-04T00:50:19Z</dcterms:created>
  <dcterms:modified xsi:type="dcterms:W3CDTF">2025-05-07T00:44:20Z</dcterms:modified>
</cp:coreProperties>
</file>